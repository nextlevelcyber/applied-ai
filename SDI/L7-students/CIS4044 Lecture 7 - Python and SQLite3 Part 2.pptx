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notesMasterIdLst>
    <p:notesMasterId r:id="rId34"/>
  </p:notesMasterIdLst>
  <p:sldIdLst>
    <p:sldId id="256" r:id="rId2"/>
    <p:sldId id="258" r:id="rId3"/>
    <p:sldId id="369" r:id="rId4"/>
    <p:sldId id="291" r:id="rId5"/>
    <p:sldId id="388" r:id="rId6"/>
    <p:sldId id="389" r:id="rId7"/>
    <p:sldId id="390" r:id="rId8"/>
    <p:sldId id="385" r:id="rId9"/>
    <p:sldId id="387" r:id="rId10"/>
    <p:sldId id="391" r:id="rId11"/>
    <p:sldId id="259" r:id="rId12"/>
    <p:sldId id="269" r:id="rId13"/>
    <p:sldId id="273" r:id="rId14"/>
    <p:sldId id="270" r:id="rId15"/>
    <p:sldId id="271" r:id="rId16"/>
    <p:sldId id="403" r:id="rId17"/>
    <p:sldId id="392" r:id="rId18"/>
    <p:sldId id="274" r:id="rId19"/>
    <p:sldId id="394" r:id="rId20"/>
    <p:sldId id="272" r:id="rId21"/>
    <p:sldId id="393" r:id="rId22"/>
    <p:sldId id="396" r:id="rId23"/>
    <p:sldId id="397" r:id="rId24"/>
    <p:sldId id="398" r:id="rId25"/>
    <p:sldId id="263" r:id="rId26"/>
    <p:sldId id="395" r:id="rId27"/>
    <p:sldId id="402" r:id="rId28"/>
    <p:sldId id="399" r:id="rId29"/>
    <p:sldId id="400" r:id="rId30"/>
    <p:sldId id="401" r:id="rId31"/>
    <p:sldId id="40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2FC95-3144-0103-F556-36677B39AF7F}" v="18" dt="2024-11-07T12:47:54.737"/>
    <p1510:client id="{951B826E-0C95-4711-97CE-CE3D0F7D5C2D}" v="114" dt="2024-11-07T13:01:18.02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CBD9"/>
          </a:solidFill>
        </a:fill>
      </a:tcStyle>
    </a:wholeTbl>
    <a:band2H>
      <a:tcTxStyle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2EA"/>
          </a:solidFill>
        </a:fill>
      </a:tcStyle>
    </a:wholeTbl>
    <a:band2H>
      <a:tcTxStyle/>
      <a:tcStyle>
        <a:tcBdr/>
        <a:fill>
          <a:solidFill>
            <a:srgbClr val="E8F1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ad, Steven" userId="S::steven.j.mead@tees.ac.uk::f4ab466b-df44-4c28-8ef2-9a3c4663d748" providerId="AD" clId="Web-{655D455B-7B99-D9B5-84DB-7B748FEB82C6}"/>
    <pc:docChg chg="addSld modSld sldOrd">
      <pc:chgData name="Mead, Steven" userId="S::steven.j.mead@tees.ac.uk::f4ab466b-df44-4c28-8ef2-9a3c4663d748" providerId="AD" clId="Web-{655D455B-7B99-D9B5-84DB-7B748FEB82C6}" dt="2023-11-07T22:37:45.182" v="481"/>
      <pc:docMkLst>
        <pc:docMk/>
      </pc:docMkLst>
      <pc:sldChg chg="modSp">
        <pc:chgData name="Mead, Steven" userId="S::steven.j.mead@tees.ac.uk::f4ab466b-df44-4c28-8ef2-9a3c4663d748" providerId="AD" clId="Web-{655D455B-7B99-D9B5-84DB-7B748FEB82C6}" dt="2023-11-07T22:21:48.607" v="138" actId="20577"/>
        <pc:sldMkLst>
          <pc:docMk/>
          <pc:sldMk cId="375407589" sldId="269"/>
        </pc:sldMkLst>
        <pc:spChg chg="mod">
          <ac:chgData name="Mead, Steven" userId="S::steven.j.mead@tees.ac.uk::f4ab466b-df44-4c28-8ef2-9a3c4663d748" providerId="AD" clId="Web-{655D455B-7B99-D9B5-84DB-7B748FEB82C6}" dt="2023-11-07T22:18:15.205" v="97" actId="20577"/>
          <ac:spMkLst>
            <pc:docMk/>
            <pc:sldMk cId="375407589" sldId="269"/>
            <ac:spMk id="2" creationId="{6E0EA81E-24B9-C6B6-1750-A16C15584496}"/>
          </ac:spMkLst>
        </pc:spChg>
        <pc:spChg chg="del">
          <ac:chgData name="Mead, Steven" userId="S::steven.j.mead@tees.ac.uk::f4ab466b-df44-4c28-8ef2-9a3c4663d748" providerId="AD" clId="Web-{655D455B-7B99-D9B5-84DB-7B748FEB82C6}" dt="2023-11-07T21:37:00.856" v="1"/>
          <ac:spMkLst>
            <pc:docMk/>
            <pc:sldMk cId="375407589" sldId="269"/>
            <ac:spMk id="3" creationId="{04A48BAB-0A65-56B0-8870-9FCC656E0374}"/>
          </ac:spMkLst>
        </pc:spChg>
        <pc:spChg chg="mod">
          <ac:chgData name="Mead, Steven" userId="S::steven.j.mead@tees.ac.uk::f4ab466b-df44-4c28-8ef2-9a3c4663d748" providerId="AD" clId="Web-{655D455B-7B99-D9B5-84DB-7B748FEB82C6}" dt="2023-11-07T22:21:48.607" v="138" actId="20577"/>
          <ac:spMkLst>
            <pc:docMk/>
            <pc:sldMk cId="375407589" sldId="269"/>
            <ac:spMk id="4" creationId="{9BDAEFF9-59B4-E518-AFDE-2C678DD9AEF6}"/>
          </ac:spMkLst>
        </pc:spChg>
      </pc:sldChg>
      <pc:sldChg chg="modSp new">
        <pc:chgData name="Mead, Steven" userId="S::steven.j.mead@tees.ac.uk::f4ab466b-df44-4c28-8ef2-9a3c4663d748" providerId="AD" clId="Web-{655D455B-7B99-D9B5-84DB-7B748FEB82C6}" dt="2023-11-07T21:37:47.122" v="24" actId="20577"/>
        <pc:sldMkLst>
          <pc:docMk/>
          <pc:sldMk cId="1774846097" sldId="270"/>
        </pc:sldMkLst>
        <pc:spChg chg="mod">
          <ac:chgData name="Mead, Steven" userId="S::steven.j.mead@tees.ac.uk::f4ab466b-df44-4c28-8ef2-9a3c4663d748" providerId="AD" clId="Web-{655D455B-7B99-D9B5-84DB-7B748FEB82C6}" dt="2023-11-07T21:37:39.669" v="21" actId="20577"/>
          <ac:spMkLst>
            <pc:docMk/>
            <pc:sldMk cId="1774846097" sldId="270"/>
            <ac:spMk id="2" creationId="{E648091E-5763-BC72-4653-8A9465353BD7}"/>
          </ac:spMkLst>
        </pc:spChg>
        <pc:spChg chg="mod">
          <ac:chgData name="Mead, Steven" userId="S::steven.j.mead@tees.ac.uk::f4ab466b-df44-4c28-8ef2-9a3c4663d748" providerId="AD" clId="Web-{655D455B-7B99-D9B5-84DB-7B748FEB82C6}" dt="2023-11-07T21:37:47.122" v="24" actId="20577"/>
          <ac:spMkLst>
            <pc:docMk/>
            <pc:sldMk cId="1774846097" sldId="270"/>
            <ac:spMk id="3" creationId="{C9E8B506-B3BA-D8AC-54C1-9A723A2A38F8}"/>
          </ac:spMkLst>
        </pc:spChg>
      </pc:sldChg>
      <pc:sldChg chg="addSp delSp modSp new mod modClrScheme chgLayout">
        <pc:chgData name="Mead, Steven" userId="S::steven.j.mead@tees.ac.uk::f4ab466b-df44-4c28-8ef2-9a3c4663d748" providerId="AD" clId="Web-{655D455B-7B99-D9B5-84DB-7B748FEB82C6}" dt="2023-11-07T21:39:37.625" v="64" actId="20577"/>
        <pc:sldMkLst>
          <pc:docMk/>
          <pc:sldMk cId="157922610" sldId="271"/>
        </pc:sldMkLst>
        <pc:spChg chg="mod ord">
          <ac:chgData name="Mead, Steven" userId="S::steven.j.mead@tees.ac.uk::f4ab466b-df44-4c28-8ef2-9a3c4663d748" providerId="AD" clId="Web-{655D455B-7B99-D9B5-84DB-7B748FEB82C6}" dt="2023-11-07T21:39:18.843" v="51" actId="20577"/>
          <ac:spMkLst>
            <pc:docMk/>
            <pc:sldMk cId="157922610" sldId="271"/>
            <ac:spMk id="2" creationId="{C759BF5C-ABB7-DA7C-EF83-5A595DEE3830}"/>
          </ac:spMkLst>
        </pc:spChg>
        <pc:spChg chg="del">
          <ac:chgData name="Mead, Steven" userId="S::steven.j.mead@tees.ac.uk::f4ab466b-df44-4c28-8ef2-9a3c4663d748" providerId="AD" clId="Web-{655D455B-7B99-D9B5-84DB-7B748FEB82C6}" dt="2023-11-07T21:38:01.638" v="26"/>
          <ac:spMkLst>
            <pc:docMk/>
            <pc:sldMk cId="157922610" sldId="271"/>
            <ac:spMk id="3" creationId="{A93D612D-A60A-ED47-3B26-070F8FCE2C26}"/>
          </ac:spMkLst>
        </pc:spChg>
        <pc:spChg chg="add mod">
          <ac:chgData name="Mead, Steven" userId="S::steven.j.mead@tees.ac.uk::f4ab466b-df44-4c28-8ef2-9a3c4663d748" providerId="AD" clId="Web-{655D455B-7B99-D9B5-84DB-7B748FEB82C6}" dt="2023-11-07T21:38:46.936" v="41" actId="20577"/>
          <ac:spMkLst>
            <pc:docMk/>
            <pc:sldMk cId="157922610" sldId="271"/>
            <ac:spMk id="5" creationId="{24D08183-52B1-4F22-4CA5-F64BC65A660A}"/>
          </ac:spMkLst>
        </pc:spChg>
        <pc:spChg chg="add mod ord">
          <ac:chgData name="Mead, Steven" userId="S::steven.j.mead@tees.ac.uk::f4ab466b-df44-4c28-8ef2-9a3c4663d748" providerId="AD" clId="Web-{655D455B-7B99-D9B5-84DB-7B748FEB82C6}" dt="2023-11-07T21:39:37.625" v="64" actId="20577"/>
          <ac:spMkLst>
            <pc:docMk/>
            <pc:sldMk cId="157922610" sldId="271"/>
            <ac:spMk id="7" creationId="{7D5A4592-8587-B062-274A-BAC0B2EFE70B}"/>
          </ac:spMkLst>
        </pc:spChg>
        <pc:spChg chg="add mod ord">
          <ac:chgData name="Mead, Steven" userId="S::steven.j.mead@tees.ac.uk::f4ab466b-df44-4c28-8ef2-9a3c4663d748" providerId="AD" clId="Web-{655D455B-7B99-D9B5-84DB-7B748FEB82C6}" dt="2023-11-07T21:39:03.796" v="44"/>
          <ac:spMkLst>
            <pc:docMk/>
            <pc:sldMk cId="157922610" sldId="271"/>
            <ac:spMk id="8" creationId="{3972CCB1-747C-2087-973D-CCEB2E81BE54}"/>
          </ac:spMkLst>
        </pc:spChg>
        <pc:grpChg chg="add mod">
          <ac:chgData name="Mead, Steven" userId="S::steven.j.mead@tees.ac.uk::f4ab466b-df44-4c28-8ef2-9a3c4663d748" providerId="AD" clId="Web-{655D455B-7B99-D9B5-84DB-7B748FEB82C6}" dt="2023-11-07T21:38:59.139" v="43" actId="1076"/>
          <ac:grpSpMkLst>
            <pc:docMk/>
            <pc:sldMk cId="157922610" sldId="271"/>
            <ac:grpSpMk id="6" creationId="{1D257091-70B5-AA6E-2AD8-190B462FD17A}"/>
          </ac:grpSpMkLst>
        </pc:grpChg>
        <pc:picChg chg="add mod">
          <ac:chgData name="Mead, Steven" userId="S::steven.j.mead@tees.ac.uk::f4ab466b-df44-4c28-8ef2-9a3c4663d748" providerId="AD" clId="Web-{655D455B-7B99-D9B5-84DB-7B748FEB82C6}" dt="2023-11-07T21:38:15.982" v="30" actId="1076"/>
          <ac:picMkLst>
            <pc:docMk/>
            <pc:sldMk cId="157922610" sldId="271"/>
            <ac:picMk id="4" creationId="{82E02D1A-8BD9-051B-65A6-F2976A01A20D}"/>
          </ac:picMkLst>
        </pc:picChg>
      </pc:sldChg>
      <pc:sldChg chg="addSp delSp modSp new mod ord modClrScheme chgLayout">
        <pc:chgData name="Mead, Steven" userId="S::steven.j.mead@tees.ac.uk::f4ab466b-df44-4c28-8ef2-9a3c4663d748" providerId="AD" clId="Web-{655D455B-7B99-D9B5-84DB-7B748FEB82C6}" dt="2023-11-07T22:37:29.602" v="479"/>
        <pc:sldMkLst>
          <pc:docMk/>
          <pc:sldMk cId="210620914" sldId="272"/>
        </pc:sldMkLst>
        <pc:spChg chg="mod ord">
          <ac:chgData name="Mead, Steven" userId="S::steven.j.mead@tees.ac.uk::f4ab466b-df44-4c28-8ef2-9a3c4663d748" providerId="AD" clId="Web-{655D455B-7B99-D9B5-84DB-7B748FEB82C6}" dt="2023-11-07T22:19:46.707" v="123" actId="20577"/>
          <ac:spMkLst>
            <pc:docMk/>
            <pc:sldMk cId="210620914" sldId="272"/>
            <ac:spMk id="2" creationId="{3039AC55-15AA-C8BA-B5E6-2BC735F9511B}"/>
          </ac:spMkLst>
        </pc:spChg>
        <pc:spChg chg="del mod ord">
          <ac:chgData name="Mead, Steven" userId="S::steven.j.mead@tees.ac.uk::f4ab466b-df44-4c28-8ef2-9a3c4663d748" providerId="AD" clId="Web-{655D455B-7B99-D9B5-84DB-7B748FEB82C6}" dt="2023-11-07T22:18:35.393" v="100"/>
          <ac:spMkLst>
            <pc:docMk/>
            <pc:sldMk cId="210620914" sldId="272"/>
            <ac:spMk id="3" creationId="{44FDEA33-85B8-8649-52B1-162BDD1C19E3}"/>
          </ac:spMkLst>
        </pc:spChg>
        <pc:spChg chg="add mod">
          <ac:chgData name="Mead, Steven" userId="S::steven.j.mead@tees.ac.uk::f4ab466b-df44-4c28-8ef2-9a3c4663d748" providerId="AD" clId="Web-{655D455B-7B99-D9B5-84DB-7B748FEB82C6}" dt="2023-11-07T22:20:18.761" v="129" actId="1076"/>
          <ac:spMkLst>
            <pc:docMk/>
            <pc:sldMk cId="210620914" sldId="272"/>
            <ac:spMk id="8" creationId="{345E0EBF-3DD3-42F0-73B2-04C0836A36D2}"/>
          </ac:spMkLst>
        </pc:spChg>
        <pc:spChg chg="add mod">
          <ac:chgData name="Mead, Steven" userId="S::steven.j.mead@tees.ac.uk::f4ab466b-df44-4c28-8ef2-9a3c4663d748" providerId="AD" clId="Web-{655D455B-7B99-D9B5-84DB-7B748FEB82C6}" dt="2023-11-07T22:20:32.245" v="132" actId="1076"/>
          <ac:spMkLst>
            <pc:docMk/>
            <pc:sldMk cId="210620914" sldId="272"/>
            <ac:spMk id="9" creationId="{B888E772-E091-60BD-E538-CACDE9B46C3F}"/>
          </ac:spMkLst>
        </pc:spChg>
        <pc:spChg chg="add mod">
          <ac:chgData name="Mead, Steven" userId="S::steven.j.mead@tees.ac.uk::f4ab466b-df44-4c28-8ef2-9a3c4663d748" providerId="AD" clId="Web-{655D455B-7B99-D9B5-84DB-7B748FEB82C6}" dt="2023-11-07T22:37:11.961" v="477" actId="1076"/>
          <ac:spMkLst>
            <pc:docMk/>
            <pc:sldMk cId="210620914" sldId="272"/>
            <ac:spMk id="10" creationId="{7420703C-88AF-7400-BE81-E77174181F8C}"/>
          </ac:spMkLst>
        </pc:spChg>
        <pc:picChg chg="add mod">
          <ac:chgData name="Mead, Steven" userId="S::steven.j.mead@tees.ac.uk::f4ab466b-df44-4c28-8ef2-9a3c4663d748" providerId="AD" clId="Web-{655D455B-7B99-D9B5-84DB-7B748FEB82C6}" dt="2023-11-07T22:19:00.503" v="103" actId="14100"/>
          <ac:picMkLst>
            <pc:docMk/>
            <pc:sldMk cId="210620914" sldId="272"/>
            <ac:picMk id="4" creationId="{B5F5BCFC-4EEA-8C04-E8C0-9CAE6B71C886}"/>
          </ac:picMkLst>
        </pc:picChg>
        <pc:picChg chg="add mod">
          <ac:chgData name="Mead, Steven" userId="S::steven.j.mead@tees.ac.uk::f4ab466b-df44-4c28-8ef2-9a3c4663d748" providerId="AD" clId="Web-{655D455B-7B99-D9B5-84DB-7B748FEB82C6}" dt="2023-11-07T22:19:16.284" v="105" actId="1076"/>
          <ac:picMkLst>
            <pc:docMk/>
            <pc:sldMk cId="210620914" sldId="272"/>
            <ac:picMk id="5" creationId="{5514F8C3-B565-A2F1-0013-15DA277CD15B}"/>
          </ac:picMkLst>
        </pc:picChg>
        <pc:picChg chg="add del mod">
          <ac:chgData name="Mead, Steven" userId="S::steven.j.mead@tees.ac.uk::f4ab466b-df44-4c28-8ef2-9a3c4663d748" providerId="AD" clId="Web-{655D455B-7B99-D9B5-84DB-7B748FEB82C6}" dt="2023-11-07T22:19:53.035" v="124"/>
          <ac:picMkLst>
            <pc:docMk/>
            <pc:sldMk cId="210620914" sldId="272"/>
            <ac:picMk id="6" creationId="{B4807AD9-66E5-9B77-8888-8C0F9F56E480}"/>
          </ac:picMkLst>
        </pc:picChg>
        <pc:picChg chg="add mod">
          <ac:chgData name="Mead, Steven" userId="S::steven.j.mead@tees.ac.uk::f4ab466b-df44-4c28-8ef2-9a3c4663d748" providerId="AD" clId="Web-{655D455B-7B99-D9B5-84DB-7B748FEB82C6}" dt="2023-11-07T22:20:01.120" v="126" actId="1076"/>
          <ac:picMkLst>
            <pc:docMk/>
            <pc:sldMk cId="210620914" sldId="272"/>
            <ac:picMk id="7" creationId="{DFAF9008-BB9B-7D49-AF97-11A0F6770713}"/>
          </ac:picMkLst>
        </pc:picChg>
      </pc:sldChg>
      <pc:sldChg chg="addSp delSp modSp new mod modClrScheme chgLayout">
        <pc:chgData name="Mead, Steven" userId="S::steven.j.mead@tees.ac.uk::f4ab466b-df44-4c28-8ef2-9a3c4663d748" providerId="AD" clId="Web-{655D455B-7B99-D9B5-84DB-7B748FEB82C6}" dt="2023-11-07T22:31:15.558" v="309" actId="20577"/>
        <pc:sldMkLst>
          <pc:docMk/>
          <pc:sldMk cId="338625747" sldId="273"/>
        </pc:sldMkLst>
        <pc:spChg chg="mod ord">
          <ac:chgData name="Mead, Steven" userId="S::steven.j.mead@tees.ac.uk::f4ab466b-df44-4c28-8ef2-9a3c4663d748" providerId="AD" clId="Web-{655D455B-7B99-D9B5-84DB-7B748FEB82C6}" dt="2023-11-07T22:22:14.732" v="147" actId="20577"/>
          <ac:spMkLst>
            <pc:docMk/>
            <pc:sldMk cId="338625747" sldId="273"/>
            <ac:spMk id="2" creationId="{E2EFFC91-0DCC-5B1D-8BFD-EBBABFA802A3}"/>
          </ac:spMkLst>
        </pc:spChg>
        <pc:spChg chg="mod ord">
          <ac:chgData name="Mead, Steven" userId="S::steven.j.mead@tees.ac.uk::f4ab466b-df44-4c28-8ef2-9a3c4663d748" providerId="AD" clId="Web-{655D455B-7B99-D9B5-84DB-7B748FEB82C6}" dt="2023-11-07T22:31:15.558" v="309" actId="20577"/>
          <ac:spMkLst>
            <pc:docMk/>
            <pc:sldMk cId="338625747" sldId="273"/>
            <ac:spMk id="3" creationId="{75863A1A-9A6B-3A33-650E-6CBD2BEA11D8}"/>
          </ac:spMkLst>
        </pc:spChg>
        <pc:spChg chg="add mod ord">
          <ac:chgData name="Mead, Steven" userId="S::steven.j.mead@tees.ac.uk::f4ab466b-df44-4c28-8ef2-9a3c4663d748" providerId="AD" clId="Web-{655D455B-7B99-D9B5-84DB-7B748FEB82C6}" dt="2023-11-07T22:29:40.696" v="269"/>
          <ac:spMkLst>
            <pc:docMk/>
            <pc:sldMk cId="338625747" sldId="273"/>
            <ac:spMk id="4" creationId="{FEA641CC-D6C4-8BD2-A431-3E675900EDDB}"/>
          </ac:spMkLst>
        </pc:spChg>
        <pc:spChg chg="add del mod">
          <ac:chgData name="Mead, Steven" userId="S::steven.j.mead@tees.ac.uk::f4ab466b-df44-4c28-8ef2-9a3c4663d748" providerId="AD" clId="Web-{655D455B-7B99-D9B5-84DB-7B748FEB82C6}" dt="2023-11-07T22:27:11.224" v="205"/>
          <ac:spMkLst>
            <pc:docMk/>
            <pc:sldMk cId="338625747" sldId="273"/>
            <ac:spMk id="6" creationId="{044AF8D7-65CE-0FD3-BEB7-A3EFB20118D0}"/>
          </ac:spMkLst>
        </pc:spChg>
        <pc:spChg chg="add mod">
          <ac:chgData name="Mead, Steven" userId="S::steven.j.mead@tees.ac.uk::f4ab466b-df44-4c28-8ef2-9a3c4663d748" providerId="AD" clId="Web-{655D455B-7B99-D9B5-84DB-7B748FEB82C6}" dt="2023-11-07T22:29:40.727" v="270"/>
          <ac:spMkLst>
            <pc:docMk/>
            <pc:sldMk cId="338625747" sldId="273"/>
            <ac:spMk id="8" creationId="{62301158-683F-C6F8-0E20-15E2D0C3318F}"/>
          </ac:spMkLst>
        </pc:spChg>
        <pc:graphicFrameChg chg="add del mod modGraphic">
          <ac:chgData name="Mead, Steven" userId="S::steven.j.mead@tees.ac.uk::f4ab466b-df44-4c28-8ef2-9a3c4663d748" providerId="AD" clId="Web-{655D455B-7B99-D9B5-84DB-7B748FEB82C6}" dt="2023-11-07T22:25:47.503" v="188"/>
          <ac:graphicFrameMkLst>
            <pc:docMk/>
            <pc:sldMk cId="338625747" sldId="273"/>
            <ac:graphicFrameMk id="5" creationId="{32EEB02F-C162-09CC-8E71-81A482095805}"/>
          </ac:graphicFrameMkLst>
        </pc:graphicFrameChg>
      </pc:sldChg>
      <pc:sldChg chg="addSp modSp new mod modClrScheme chgLayout">
        <pc:chgData name="Mead, Steven" userId="S::steven.j.mead@tees.ac.uk::f4ab466b-df44-4c28-8ef2-9a3c4663d748" providerId="AD" clId="Web-{655D455B-7B99-D9B5-84DB-7B748FEB82C6}" dt="2023-11-07T22:37:45.182" v="481"/>
        <pc:sldMkLst>
          <pc:docMk/>
          <pc:sldMk cId="1001329749" sldId="274"/>
        </pc:sldMkLst>
        <pc:spChg chg="mod ord">
          <ac:chgData name="Mead, Steven" userId="S::steven.j.mead@tees.ac.uk::f4ab466b-df44-4c28-8ef2-9a3c4663d748" providerId="AD" clId="Web-{655D455B-7B99-D9B5-84DB-7B748FEB82C6}" dt="2023-11-07T22:37:45.182" v="481"/>
          <ac:spMkLst>
            <pc:docMk/>
            <pc:sldMk cId="1001329749" sldId="274"/>
            <ac:spMk id="2" creationId="{CE3416C3-C327-269A-BF1A-D2969D899499}"/>
          </ac:spMkLst>
        </pc:spChg>
        <pc:spChg chg="mod ord">
          <ac:chgData name="Mead, Steven" userId="S::steven.j.mead@tees.ac.uk::f4ab466b-df44-4c28-8ef2-9a3c4663d748" providerId="AD" clId="Web-{655D455B-7B99-D9B5-84DB-7B748FEB82C6}" dt="2023-11-07T22:37:45.182" v="481"/>
          <ac:spMkLst>
            <pc:docMk/>
            <pc:sldMk cId="1001329749" sldId="274"/>
            <ac:spMk id="3" creationId="{D6561DEF-DC62-A6B2-22D0-FE7EF06CA5DA}"/>
          </ac:spMkLst>
        </pc:spChg>
        <pc:spChg chg="add mod ord">
          <ac:chgData name="Mead, Steven" userId="S::steven.j.mead@tees.ac.uk::f4ab466b-df44-4c28-8ef2-9a3c4663d748" providerId="AD" clId="Web-{655D455B-7B99-D9B5-84DB-7B748FEB82C6}" dt="2023-11-07T22:37:45.182" v="481"/>
          <ac:spMkLst>
            <pc:docMk/>
            <pc:sldMk cId="1001329749" sldId="274"/>
            <ac:spMk id="4" creationId="{80EEB606-5754-ECF4-3B27-1497AE654ACC}"/>
          </ac:spMkLst>
        </pc:spChg>
      </pc:sldChg>
    </pc:docChg>
  </pc:docChgLst>
  <pc:docChgLst>
    <pc:chgData name="Mead, Steven" userId="S::steven.j.mead@tees.ac.uk::f4ab466b-df44-4c28-8ef2-9a3c4663d748" providerId="AD" clId="Web-{1672FC95-3144-0103-F556-36677B39AF7F}"/>
    <pc:docChg chg="modSld">
      <pc:chgData name="Mead, Steven" userId="S::steven.j.mead@tees.ac.uk::f4ab466b-df44-4c28-8ef2-9a3c4663d748" providerId="AD" clId="Web-{1672FC95-3144-0103-F556-36677B39AF7F}" dt="2024-11-07T12:47:54.737" v="11"/>
      <pc:docMkLst>
        <pc:docMk/>
      </pc:docMkLst>
      <pc:sldChg chg="modSp">
        <pc:chgData name="Mead, Steven" userId="S::steven.j.mead@tees.ac.uk::f4ab466b-df44-4c28-8ef2-9a3c4663d748" providerId="AD" clId="Web-{1672FC95-3144-0103-F556-36677B39AF7F}" dt="2024-11-07T12:47:54.737" v="11"/>
        <pc:sldMkLst>
          <pc:docMk/>
          <pc:sldMk cId="1384947747" sldId="389"/>
        </pc:sldMkLst>
        <pc:spChg chg="mod">
          <ac:chgData name="Mead, Steven" userId="S::steven.j.mead@tees.ac.uk::f4ab466b-df44-4c28-8ef2-9a3c4663d748" providerId="AD" clId="Web-{1672FC95-3144-0103-F556-36677B39AF7F}" dt="2024-11-07T12:47:54.737" v="11"/>
          <ac:spMkLst>
            <pc:docMk/>
            <pc:sldMk cId="1384947747" sldId="389"/>
            <ac:spMk id="8" creationId="{FE8D655C-DA01-DE96-5E88-DA3DD7FF3D47}"/>
          </ac:spMkLst>
        </pc:spChg>
      </pc:sldChg>
    </pc:docChg>
  </pc:docChgLst>
  <pc:docChgLst>
    <pc:chgData name="Mead, Steven" userId="f4ab466b-df44-4c28-8ef2-9a3c4663d748" providerId="ADAL" clId="{90A5BAE9-D1D0-408F-985A-3136D2F0DDE4}"/>
    <pc:docChg chg="undo custSel addSld modSld sldOrd">
      <pc:chgData name="Mead, Steven" userId="f4ab466b-df44-4c28-8ef2-9a3c4663d748" providerId="ADAL" clId="{90A5BAE9-D1D0-408F-985A-3136D2F0DDE4}" dt="2023-10-26T13:14:12.268" v="2353" actId="20577"/>
      <pc:docMkLst>
        <pc:docMk/>
      </pc:docMkLst>
      <pc:sldChg chg="addSp delSp modSp mod delAnim modAnim">
        <pc:chgData name="Mead, Steven" userId="f4ab466b-df44-4c28-8ef2-9a3c4663d748" providerId="ADAL" clId="{90A5BAE9-D1D0-408F-985A-3136D2F0DDE4}" dt="2023-10-26T10:57:17.819" v="2281" actId="20577"/>
        <pc:sldMkLst>
          <pc:docMk/>
          <pc:sldMk cId="0" sldId="259"/>
        </pc:sldMkLst>
        <pc:spChg chg="add mod">
          <ac:chgData name="Mead, Steven" userId="f4ab466b-df44-4c28-8ef2-9a3c4663d748" providerId="ADAL" clId="{90A5BAE9-D1D0-408F-985A-3136D2F0DDE4}" dt="2023-10-26T10:57:17.819" v="2281" actId="20577"/>
          <ac:spMkLst>
            <pc:docMk/>
            <pc:sldMk cId="0" sldId="259"/>
            <ac:spMk id="2" creationId="{E087EA2F-E46B-83F2-DCF6-7154245DB0F5}"/>
          </ac:spMkLst>
        </pc:spChg>
        <pc:spChg chg="add del mod">
          <ac:chgData name="Mead, Steven" userId="f4ab466b-df44-4c28-8ef2-9a3c4663d748" providerId="ADAL" clId="{90A5BAE9-D1D0-408F-985A-3136D2F0DDE4}" dt="2023-10-26T10:57:03.240" v="2279" actId="478"/>
          <ac:spMkLst>
            <pc:docMk/>
            <pc:sldMk cId="0" sldId="259"/>
            <ac:spMk id="3" creationId="{7FD23B5C-79A8-2D52-C425-9FD1B84C3C3E}"/>
          </ac:spMkLst>
        </pc:spChg>
        <pc:spChg chg="mod">
          <ac:chgData name="Mead, Steven" userId="f4ab466b-df44-4c28-8ef2-9a3c4663d748" providerId="ADAL" clId="{90A5BAE9-D1D0-408F-985A-3136D2F0DDE4}" dt="2023-10-26T10:56:18.172" v="2208" actId="14100"/>
          <ac:spMkLst>
            <pc:docMk/>
            <pc:sldMk cId="0" sldId="259"/>
            <ac:spMk id="140" creationId="{00000000-0000-0000-0000-000000000000}"/>
          </ac:spMkLst>
        </pc:spChg>
      </pc:sldChg>
      <pc:sldChg chg="modSp mod">
        <pc:chgData name="Mead, Steven" userId="f4ab466b-df44-4c28-8ef2-9a3c4663d748" providerId="ADAL" clId="{90A5BAE9-D1D0-408F-985A-3136D2F0DDE4}" dt="2023-10-26T10:29:57.885" v="53" actId="20577"/>
        <pc:sldMkLst>
          <pc:docMk/>
          <pc:sldMk cId="0" sldId="262"/>
        </pc:sldMkLst>
        <pc:spChg chg="mod">
          <ac:chgData name="Mead, Steven" userId="f4ab466b-df44-4c28-8ef2-9a3c4663d748" providerId="ADAL" clId="{90A5BAE9-D1D0-408F-985A-3136D2F0DDE4}" dt="2023-10-26T10:29:57.885" v="53" actId="20577"/>
          <ac:spMkLst>
            <pc:docMk/>
            <pc:sldMk cId="0" sldId="262"/>
            <ac:spMk id="153" creationId="{00000000-0000-0000-0000-000000000000}"/>
          </ac:spMkLst>
        </pc:spChg>
      </pc:sldChg>
      <pc:sldChg chg="modSp mod">
        <pc:chgData name="Mead, Steven" userId="f4ab466b-df44-4c28-8ef2-9a3c4663d748" providerId="ADAL" clId="{90A5BAE9-D1D0-408F-985A-3136D2F0DDE4}" dt="2023-10-26T10:31:23.936" v="101"/>
        <pc:sldMkLst>
          <pc:docMk/>
          <pc:sldMk cId="2401486334" sldId="268"/>
        </pc:sldMkLst>
        <pc:spChg chg="mod">
          <ac:chgData name="Mead, Steven" userId="f4ab466b-df44-4c28-8ef2-9a3c4663d748" providerId="ADAL" clId="{90A5BAE9-D1D0-408F-985A-3136D2F0DDE4}" dt="2023-10-26T10:31:23.936" v="101"/>
          <ac:spMkLst>
            <pc:docMk/>
            <pc:sldMk cId="2401486334" sldId="268"/>
            <ac:spMk id="187" creationId="{00000000-0000-0000-0000-000000000000}"/>
          </ac:spMkLst>
        </pc:spChg>
      </pc:sldChg>
      <pc:sldChg chg="addSp delSp modSp new mod ord modClrScheme chgLayout">
        <pc:chgData name="Mead, Steven" userId="f4ab466b-df44-4c28-8ef2-9a3c4663d748" providerId="ADAL" clId="{90A5BAE9-D1D0-408F-985A-3136D2F0DDE4}" dt="2023-10-26T10:53:31.657" v="2207"/>
        <pc:sldMkLst>
          <pc:docMk/>
          <pc:sldMk cId="1633365311" sldId="278"/>
        </pc:sldMkLst>
        <pc:spChg chg="del mod ord">
          <ac:chgData name="Mead, Steven" userId="f4ab466b-df44-4c28-8ef2-9a3c4663d748" providerId="ADAL" clId="{90A5BAE9-D1D0-408F-985A-3136D2F0DDE4}" dt="2023-10-26T10:33:38.934" v="103" actId="700"/>
          <ac:spMkLst>
            <pc:docMk/>
            <pc:sldMk cId="1633365311" sldId="278"/>
            <ac:spMk id="2" creationId="{006AE131-EC46-938A-E2D9-5BE65833A958}"/>
          </ac:spMkLst>
        </pc:spChg>
        <pc:spChg chg="del">
          <ac:chgData name="Mead, Steven" userId="f4ab466b-df44-4c28-8ef2-9a3c4663d748" providerId="ADAL" clId="{90A5BAE9-D1D0-408F-985A-3136D2F0DDE4}" dt="2023-10-26T10:33:38.934" v="103" actId="700"/>
          <ac:spMkLst>
            <pc:docMk/>
            <pc:sldMk cId="1633365311" sldId="278"/>
            <ac:spMk id="3" creationId="{1395ADD8-FB77-F09F-765F-A26A445FEFD5}"/>
          </ac:spMkLst>
        </pc:spChg>
        <pc:spChg chg="del mod ord">
          <ac:chgData name="Mead, Steven" userId="f4ab466b-df44-4c28-8ef2-9a3c4663d748" providerId="ADAL" clId="{90A5BAE9-D1D0-408F-985A-3136D2F0DDE4}" dt="2023-10-26T10:33:38.934" v="103" actId="700"/>
          <ac:spMkLst>
            <pc:docMk/>
            <pc:sldMk cId="1633365311" sldId="278"/>
            <ac:spMk id="4" creationId="{972D4219-3961-7650-3908-F8D0B1B6474E}"/>
          </ac:spMkLst>
        </pc:spChg>
        <pc:spChg chg="add mod ord">
          <ac:chgData name="Mead, Steven" userId="f4ab466b-df44-4c28-8ef2-9a3c4663d748" providerId="ADAL" clId="{90A5BAE9-D1D0-408F-985A-3136D2F0DDE4}" dt="2023-10-26T10:38:37.765" v="688" actId="20577"/>
          <ac:spMkLst>
            <pc:docMk/>
            <pc:sldMk cId="1633365311" sldId="278"/>
            <ac:spMk id="5" creationId="{77CE69D3-33D9-B627-B690-77FD34B318B7}"/>
          </ac:spMkLst>
        </pc:spChg>
        <pc:spChg chg="add mod ord">
          <ac:chgData name="Mead, Steven" userId="f4ab466b-df44-4c28-8ef2-9a3c4663d748" providerId="ADAL" clId="{90A5BAE9-D1D0-408F-985A-3136D2F0DDE4}" dt="2023-10-26T10:39:56.038" v="896" actId="113"/>
          <ac:spMkLst>
            <pc:docMk/>
            <pc:sldMk cId="1633365311" sldId="278"/>
            <ac:spMk id="6" creationId="{49056C7E-2207-F646-C109-34390E06E69B}"/>
          </ac:spMkLst>
        </pc:spChg>
      </pc:sldChg>
      <pc:sldChg chg="modSp new mod ord">
        <pc:chgData name="Mead, Steven" userId="f4ab466b-df44-4c28-8ef2-9a3c4663d748" providerId="ADAL" clId="{90A5BAE9-D1D0-408F-985A-3136D2F0DDE4}" dt="2023-10-26T13:14:12.268" v="2353" actId="20577"/>
        <pc:sldMkLst>
          <pc:docMk/>
          <pc:sldMk cId="3655528180" sldId="279"/>
        </pc:sldMkLst>
        <pc:spChg chg="mod">
          <ac:chgData name="Mead, Steven" userId="f4ab466b-df44-4c28-8ef2-9a3c4663d748" providerId="ADAL" clId="{90A5BAE9-D1D0-408F-985A-3136D2F0DDE4}" dt="2023-10-26T10:42:01.075" v="926" actId="403"/>
          <ac:spMkLst>
            <pc:docMk/>
            <pc:sldMk cId="3655528180" sldId="279"/>
            <ac:spMk id="2" creationId="{1ED38FC3-84D9-5355-AE33-8D9258D9C8E4}"/>
          </ac:spMkLst>
        </pc:spChg>
        <pc:spChg chg="mod">
          <ac:chgData name="Mead, Steven" userId="f4ab466b-df44-4c28-8ef2-9a3c4663d748" providerId="ADAL" clId="{90A5BAE9-D1D0-408F-985A-3136D2F0DDE4}" dt="2023-10-26T13:14:12.268" v="2353" actId="20577"/>
          <ac:spMkLst>
            <pc:docMk/>
            <pc:sldMk cId="3655528180" sldId="279"/>
            <ac:spMk id="3" creationId="{778BF354-3A8D-7040-277A-7F392C038E09}"/>
          </ac:spMkLst>
        </pc:spChg>
      </pc:sldChg>
    </pc:docChg>
  </pc:docChgLst>
  <pc:docChgLst>
    <pc:chgData name="Mead, Steven" userId="f4ab466b-df44-4c28-8ef2-9a3c4663d748" providerId="ADAL" clId="{951B826E-0C95-4711-97CE-CE3D0F7D5C2D}"/>
    <pc:docChg chg="undo custSel modSld">
      <pc:chgData name="Mead, Steven" userId="f4ab466b-df44-4c28-8ef2-9a3c4663d748" providerId="ADAL" clId="{951B826E-0C95-4711-97CE-CE3D0F7D5C2D}" dt="2024-11-07T13:01:18.021" v="282" actId="14100"/>
      <pc:docMkLst>
        <pc:docMk/>
      </pc:docMkLst>
      <pc:sldChg chg="modSp mod">
        <pc:chgData name="Mead, Steven" userId="f4ab466b-df44-4c28-8ef2-9a3c4663d748" providerId="ADAL" clId="{951B826E-0C95-4711-97CE-CE3D0F7D5C2D}" dt="2024-11-07T12:53:15.346" v="235" actId="113"/>
        <pc:sldMkLst>
          <pc:docMk/>
          <pc:sldMk cId="157922610" sldId="271"/>
        </pc:sldMkLst>
        <pc:spChg chg="mod">
          <ac:chgData name="Mead, Steven" userId="f4ab466b-df44-4c28-8ef2-9a3c4663d748" providerId="ADAL" clId="{951B826E-0C95-4711-97CE-CE3D0F7D5C2D}" dt="2024-11-07T12:53:15.346" v="235" actId="113"/>
          <ac:spMkLst>
            <pc:docMk/>
            <pc:sldMk cId="157922610" sldId="271"/>
            <ac:spMk id="7" creationId="{7D5A4592-8587-B062-274A-BAC0B2EFE70B}"/>
          </ac:spMkLst>
        </pc:spChg>
      </pc:sldChg>
      <pc:sldChg chg="modSp mod">
        <pc:chgData name="Mead, Steven" userId="f4ab466b-df44-4c28-8ef2-9a3c4663d748" providerId="ADAL" clId="{951B826E-0C95-4711-97CE-CE3D0F7D5C2D}" dt="2024-11-07T12:50:45.989" v="216" actId="1076"/>
        <pc:sldMkLst>
          <pc:docMk/>
          <pc:sldMk cId="338625747" sldId="273"/>
        </pc:sldMkLst>
        <pc:spChg chg="mod">
          <ac:chgData name="Mead, Steven" userId="f4ab466b-df44-4c28-8ef2-9a3c4663d748" providerId="ADAL" clId="{951B826E-0C95-4711-97CE-CE3D0F7D5C2D}" dt="2024-11-07T12:50:37.210" v="215" actId="27636"/>
          <ac:spMkLst>
            <pc:docMk/>
            <pc:sldMk cId="338625747" sldId="273"/>
            <ac:spMk id="3" creationId="{75863A1A-9A6B-3A33-650E-6CBD2BEA11D8}"/>
          </ac:spMkLst>
        </pc:spChg>
        <pc:spChg chg="mod">
          <ac:chgData name="Mead, Steven" userId="f4ab466b-df44-4c28-8ef2-9a3c4663d748" providerId="ADAL" clId="{951B826E-0C95-4711-97CE-CE3D0F7D5C2D}" dt="2024-11-07T12:50:45.989" v="216" actId="1076"/>
          <ac:spMkLst>
            <pc:docMk/>
            <pc:sldMk cId="338625747" sldId="273"/>
            <ac:spMk id="5" creationId="{C8094925-C9F4-5188-B155-0B22A6253629}"/>
          </ac:spMkLst>
        </pc:spChg>
      </pc:sldChg>
      <pc:sldChg chg="modSp mod">
        <pc:chgData name="Mead, Steven" userId="f4ab466b-df44-4c28-8ef2-9a3c4663d748" providerId="ADAL" clId="{951B826E-0C95-4711-97CE-CE3D0F7D5C2D}" dt="2024-11-07T12:51:22.677" v="217" actId="113"/>
        <pc:sldMkLst>
          <pc:docMk/>
          <pc:sldMk cId="231002324" sldId="291"/>
        </pc:sldMkLst>
        <pc:spChg chg="mod">
          <ac:chgData name="Mead, Steven" userId="f4ab466b-df44-4c28-8ef2-9a3c4663d748" providerId="ADAL" clId="{951B826E-0C95-4711-97CE-CE3D0F7D5C2D}" dt="2024-11-07T12:51:22.677" v="217" actId="113"/>
          <ac:spMkLst>
            <pc:docMk/>
            <pc:sldMk cId="231002324" sldId="291"/>
            <ac:spMk id="3" creationId="{E417E41A-6AB8-49BE-9483-5BC94A92C266}"/>
          </ac:spMkLst>
        </pc:spChg>
      </pc:sldChg>
      <pc:sldChg chg="modSp mod">
        <pc:chgData name="Mead, Steven" userId="f4ab466b-df44-4c28-8ef2-9a3c4663d748" providerId="ADAL" clId="{951B826E-0C95-4711-97CE-CE3D0F7D5C2D}" dt="2024-11-07T12:51:37.129" v="230" actId="113"/>
        <pc:sldMkLst>
          <pc:docMk/>
          <pc:sldMk cId="3731685805" sldId="369"/>
        </pc:sldMkLst>
        <pc:spChg chg="mod">
          <ac:chgData name="Mead, Steven" userId="f4ab466b-df44-4c28-8ef2-9a3c4663d748" providerId="ADAL" clId="{951B826E-0C95-4711-97CE-CE3D0F7D5C2D}" dt="2024-11-07T12:51:37.129" v="230" actId="113"/>
          <ac:spMkLst>
            <pc:docMk/>
            <pc:sldMk cId="3731685805" sldId="369"/>
            <ac:spMk id="3" creationId="{1825977E-E837-2C51-CFDA-8332FB6439BC}"/>
          </ac:spMkLst>
        </pc:spChg>
      </pc:sldChg>
      <pc:sldChg chg="modSp mod">
        <pc:chgData name="Mead, Steven" userId="f4ab466b-df44-4c28-8ef2-9a3c4663d748" providerId="ADAL" clId="{951B826E-0C95-4711-97CE-CE3D0F7D5C2D}" dt="2024-11-07T12:50:12.298" v="212" actId="113"/>
        <pc:sldMkLst>
          <pc:docMk/>
          <pc:sldMk cId="3715430719" sldId="387"/>
        </pc:sldMkLst>
        <pc:spChg chg="mod">
          <ac:chgData name="Mead, Steven" userId="f4ab466b-df44-4c28-8ef2-9a3c4663d748" providerId="ADAL" clId="{951B826E-0C95-4711-97CE-CE3D0F7D5C2D}" dt="2024-11-07T12:50:12.298" v="212" actId="113"/>
          <ac:spMkLst>
            <pc:docMk/>
            <pc:sldMk cId="3715430719" sldId="387"/>
            <ac:spMk id="5" creationId="{E3FFB4E2-3D57-997F-5B3A-853DD36C062A}"/>
          </ac:spMkLst>
        </pc:spChg>
      </pc:sldChg>
      <pc:sldChg chg="addSp modSp mod">
        <pc:chgData name="Mead, Steven" userId="f4ab466b-df44-4c28-8ef2-9a3c4663d748" providerId="ADAL" clId="{951B826E-0C95-4711-97CE-CE3D0F7D5C2D}" dt="2024-11-07T12:49:36.376" v="207" actId="113"/>
        <pc:sldMkLst>
          <pc:docMk/>
          <pc:sldMk cId="1384947747" sldId="389"/>
        </pc:sldMkLst>
        <pc:spChg chg="mod">
          <ac:chgData name="Mead, Steven" userId="f4ab466b-df44-4c28-8ef2-9a3c4663d748" providerId="ADAL" clId="{951B826E-0C95-4711-97CE-CE3D0F7D5C2D}" dt="2024-11-07T12:49:30.977" v="205" actId="6549"/>
          <ac:spMkLst>
            <pc:docMk/>
            <pc:sldMk cId="1384947747" sldId="389"/>
            <ac:spMk id="3" creationId="{5A12FA9E-4DB4-7B75-3730-936FD7033446}"/>
          </ac:spMkLst>
        </pc:spChg>
        <pc:spChg chg="mod">
          <ac:chgData name="Mead, Steven" userId="f4ab466b-df44-4c28-8ef2-9a3c4663d748" providerId="ADAL" clId="{951B826E-0C95-4711-97CE-CE3D0F7D5C2D}" dt="2024-11-07T12:39:21.475" v="112" actId="27636"/>
          <ac:spMkLst>
            <pc:docMk/>
            <pc:sldMk cId="1384947747" sldId="389"/>
            <ac:spMk id="4" creationId="{81EA58CE-2FBD-8732-706B-74DFE69C7B10}"/>
          </ac:spMkLst>
        </pc:spChg>
        <pc:spChg chg="add mod">
          <ac:chgData name="Mead, Steven" userId="f4ab466b-df44-4c28-8ef2-9a3c4663d748" providerId="ADAL" clId="{951B826E-0C95-4711-97CE-CE3D0F7D5C2D}" dt="2024-11-07T12:49:36.376" v="207" actId="113"/>
          <ac:spMkLst>
            <pc:docMk/>
            <pc:sldMk cId="1384947747" sldId="389"/>
            <ac:spMk id="8" creationId="{FE8D655C-DA01-DE96-5E88-DA3DD7FF3D47}"/>
          </ac:spMkLst>
        </pc:spChg>
      </pc:sldChg>
      <pc:sldChg chg="modSp mod">
        <pc:chgData name="Mead, Steven" userId="f4ab466b-df44-4c28-8ef2-9a3c4663d748" providerId="ADAL" clId="{951B826E-0C95-4711-97CE-CE3D0F7D5C2D}" dt="2024-11-07T12:49:55.055" v="211" actId="113"/>
        <pc:sldMkLst>
          <pc:docMk/>
          <pc:sldMk cId="1296236030" sldId="390"/>
        </pc:sldMkLst>
        <pc:spChg chg="mod">
          <ac:chgData name="Mead, Steven" userId="f4ab466b-df44-4c28-8ef2-9a3c4663d748" providerId="ADAL" clId="{951B826E-0C95-4711-97CE-CE3D0F7D5C2D}" dt="2024-11-07T12:49:55.055" v="211" actId="113"/>
          <ac:spMkLst>
            <pc:docMk/>
            <pc:sldMk cId="1296236030" sldId="390"/>
            <ac:spMk id="3" creationId="{5A12FA9E-4DB4-7B75-3730-936FD7033446}"/>
          </ac:spMkLst>
        </pc:spChg>
      </pc:sldChg>
      <pc:sldChg chg="modSp">
        <pc:chgData name="Mead, Steven" userId="f4ab466b-df44-4c28-8ef2-9a3c4663d748" providerId="ADAL" clId="{951B826E-0C95-4711-97CE-CE3D0F7D5C2D}" dt="2024-11-07T12:52:07.031" v="231" actId="113"/>
        <pc:sldMkLst>
          <pc:docMk/>
          <pc:sldMk cId="139436641" sldId="391"/>
        </pc:sldMkLst>
        <pc:spChg chg="mod">
          <ac:chgData name="Mead, Steven" userId="f4ab466b-df44-4c28-8ef2-9a3c4663d748" providerId="ADAL" clId="{951B826E-0C95-4711-97CE-CE3D0F7D5C2D}" dt="2024-11-07T12:50:16.142" v="213" actId="113"/>
          <ac:spMkLst>
            <pc:docMk/>
            <pc:sldMk cId="139436641" sldId="391"/>
            <ac:spMk id="4" creationId="{5A4F1F61-F051-59AB-9E44-4D7BDECFCB58}"/>
          </ac:spMkLst>
        </pc:spChg>
        <pc:spChg chg="mod">
          <ac:chgData name="Mead, Steven" userId="f4ab466b-df44-4c28-8ef2-9a3c4663d748" providerId="ADAL" clId="{951B826E-0C95-4711-97CE-CE3D0F7D5C2D}" dt="2024-11-07T12:52:07.031" v="231" actId="113"/>
          <ac:spMkLst>
            <pc:docMk/>
            <pc:sldMk cId="139436641" sldId="391"/>
            <ac:spMk id="8" creationId="{8136A7AE-1E5A-4F94-D642-D27565E0173D}"/>
          </ac:spMkLst>
        </pc:spChg>
        <pc:spChg chg="mod">
          <ac:chgData name="Mead, Steven" userId="f4ab466b-df44-4c28-8ef2-9a3c4663d748" providerId="ADAL" clId="{951B826E-0C95-4711-97CE-CE3D0F7D5C2D}" dt="2024-11-07T12:52:07.031" v="231" actId="113"/>
          <ac:spMkLst>
            <pc:docMk/>
            <pc:sldMk cId="139436641" sldId="391"/>
            <ac:spMk id="9" creationId="{F8E4C1CB-4BA9-2659-615E-3DEB59C3B222}"/>
          </ac:spMkLst>
        </pc:spChg>
        <pc:spChg chg="mod">
          <ac:chgData name="Mead, Steven" userId="f4ab466b-df44-4c28-8ef2-9a3c4663d748" providerId="ADAL" clId="{951B826E-0C95-4711-97CE-CE3D0F7D5C2D}" dt="2024-11-07T12:52:07.031" v="231" actId="113"/>
          <ac:spMkLst>
            <pc:docMk/>
            <pc:sldMk cId="139436641" sldId="391"/>
            <ac:spMk id="10" creationId="{BA426D6E-E620-25E7-05C0-B2F9D71563AD}"/>
          </ac:spMkLst>
        </pc:spChg>
        <pc:spChg chg="mod">
          <ac:chgData name="Mead, Steven" userId="f4ab466b-df44-4c28-8ef2-9a3c4663d748" providerId="ADAL" clId="{951B826E-0C95-4711-97CE-CE3D0F7D5C2D}" dt="2024-11-07T12:52:07.031" v="231" actId="113"/>
          <ac:spMkLst>
            <pc:docMk/>
            <pc:sldMk cId="139436641" sldId="391"/>
            <ac:spMk id="12" creationId="{28273C82-7C34-4B86-4CC4-F282B73ACC82}"/>
          </ac:spMkLst>
        </pc:spChg>
      </pc:sldChg>
      <pc:sldChg chg="modSp mod">
        <pc:chgData name="Mead, Steven" userId="f4ab466b-df44-4c28-8ef2-9a3c4663d748" providerId="ADAL" clId="{951B826E-0C95-4711-97CE-CE3D0F7D5C2D}" dt="2024-11-07T12:57:54.023" v="252" actId="113"/>
        <pc:sldMkLst>
          <pc:docMk/>
          <pc:sldMk cId="3398720354" sldId="395"/>
        </pc:sldMkLst>
        <pc:spChg chg="mod">
          <ac:chgData name="Mead, Steven" userId="f4ab466b-df44-4c28-8ef2-9a3c4663d748" providerId="ADAL" clId="{951B826E-0C95-4711-97CE-CE3D0F7D5C2D}" dt="2024-11-07T12:57:54.023" v="252" actId="113"/>
          <ac:spMkLst>
            <pc:docMk/>
            <pc:sldMk cId="3398720354" sldId="395"/>
            <ac:spMk id="4" creationId="{9D2A4410-0B6B-7178-8B89-02D0B0A2DD13}"/>
          </ac:spMkLst>
        </pc:spChg>
      </pc:sldChg>
      <pc:sldChg chg="modSp mod">
        <pc:chgData name="Mead, Steven" userId="f4ab466b-df44-4c28-8ef2-9a3c4663d748" providerId="ADAL" clId="{951B826E-0C95-4711-97CE-CE3D0F7D5C2D}" dt="2024-11-07T13:01:18.021" v="282" actId="14100"/>
        <pc:sldMkLst>
          <pc:docMk/>
          <pc:sldMk cId="2760262056" sldId="401"/>
        </pc:sldMkLst>
        <pc:spChg chg="mod">
          <ac:chgData name="Mead, Steven" userId="f4ab466b-df44-4c28-8ef2-9a3c4663d748" providerId="ADAL" clId="{951B826E-0C95-4711-97CE-CE3D0F7D5C2D}" dt="2024-11-07T13:00:41.294" v="275" actId="1076"/>
          <ac:spMkLst>
            <pc:docMk/>
            <pc:sldMk cId="2760262056" sldId="401"/>
            <ac:spMk id="3" creationId="{F8322453-B52F-A3DD-F5CB-239AEB94041F}"/>
          </ac:spMkLst>
        </pc:spChg>
        <pc:spChg chg="mod">
          <ac:chgData name="Mead, Steven" userId="f4ab466b-df44-4c28-8ef2-9a3c4663d748" providerId="ADAL" clId="{951B826E-0C95-4711-97CE-CE3D0F7D5C2D}" dt="2024-11-07T13:00:41.294" v="275" actId="1076"/>
          <ac:spMkLst>
            <pc:docMk/>
            <pc:sldMk cId="2760262056" sldId="401"/>
            <ac:spMk id="6" creationId="{D00A8DAE-9235-A79E-F029-C6BB523E74AD}"/>
          </ac:spMkLst>
        </pc:spChg>
        <pc:spChg chg="mod">
          <ac:chgData name="Mead, Steven" userId="f4ab466b-df44-4c28-8ef2-9a3c4663d748" providerId="ADAL" clId="{951B826E-0C95-4711-97CE-CE3D0F7D5C2D}" dt="2024-11-07T13:01:18.021" v="282" actId="14100"/>
          <ac:spMkLst>
            <pc:docMk/>
            <pc:sldMk cId="2760262056" sldId="401"/>
            <ac:spMk id="8" creationId="{518661CD-CD3B-CD02-95FF-A326DEAD6208}"/>
          </ac:spMkLst>
        </pc:spChg>
        <pc:spChg chg="mod">
          <ac:chgData name="Mead, Steven" userId="f4ab466b-df44-4c28-8ef2-9a3c4663d748" providerId="ADAL" clId="{951B826E-0C95-4711-97CE-CE3D0F7D5C2D}" dt="2024-11-07T13:01:00.887" v="280" actId="1076"/>
          <ac:spMkLst>
            <pc:docMk/>
            <pc:sldMk cId="2760262056" sldId="401"/>
            <ac:spMk id="9" creationId="{734E920E-1889-5092-852C-54A06EAA7D2A}"/>
          </ac:spMkLst>
        </pc:spChg>
        <pc:picChg chg="mod">
          <ac:chgData name="Mead, Steven" userId="f4ab466b-df44-4c28-8ef2-9a3c4663d748" providerId="ADAL" clId="{951B826E-0C95-4711-97CE-CE3D0F7D5C2D}" dt="2024-11-07T13:00:59.278" v="279" actId="1076"/>
          <ac:picMkLst>
            <pc:docMk/>
            <pc:sldMk cId="2760262056" sldId="401"/>
            <ac:picMk id="4" creationId="{48DEF3A6-3D8F-3162-36EA-9F453334BBE3}"/>
          </ac:picMkLst>
        </pc:picChg>
      </pc:sldChg>
      <pc:sldChg chg="modSp mod">
        <pc:chgData name="Mead, Steven" userId="f4ab466b-df44-4c28-8ef2-9a3c4663d748" providerId="ADAL" clId="{951B826E-0C95-4711-97CE-CE3D0F7D5C2D}" dt="2024-11-07T12:53:29.264" v="237" actId="113"/>
        <pc:sldMkLst>
          <pc:docMk/>
          <pc:sldMk cId="3711660601" sldId="403"/>
        </pc:sldMkLst>
        <pc:spChg chg="mod">
          <ac:chgData name="Mead, Steven" userId="f4ab466b-df44-4c28-8ef2-9a3c4663d748" providerId="ADAL" clId="{951B826E-0C95-4711-97CE-CE3D0F7D5C2D}" dt="2024-11-07T12:53:29.264" v="237" actId="113"/>
          <ac:spMkLst>
            <pc:docMk/>
            <pc:sldMk cId="3711660601" sldId="403"/>
            <ac:spMk id="3" creationId="{E4B84050-7F8A-45FD-AC7A-CA985599EB73}"/>
          </ac:spMkLst>
        </pc:spChg>
      </pc:sldChg>
    </pc:docChg>
  </pc:docChgLst>
  <pc:docChgLst>
    <pc:chgData name="Mead, Steven" userId="f4ab466b-df44-4c28-8ef2-9a3c4663d748" providerId="ADAL" clId="{86195803-F933-4614-8D32-C7875AED1292}"/>
    <pc:docChg chg="undo custSel addSld delSld modSld sldOrd">
      <pc:chgData name="Mead, Steven" userId="f4ab466b-df44-4c28-8ef2-9a3c4663d748" providerId="ADAL" clId="{86195803-F933-4614-8D32-C7875AED1292}" dt="2023-11-08T20:35:14.036" v="2946" actId="20577"/>
      <pc:docMkLst>
        <pc:docMk/>
      </pc:docMkLst>
      <pc:sldChg chg="modSp modAnim">
        <pc:chgData name="Mead, Steven" userId="f4ab466b-df44-4c28-8ef2-9a3c4663d748" providerId="ADAL" clId="{86195803-F933-4614-8D32-C7875AED1292}" dt="2023-11-08T20:25:00.407" v="2826" actId="113"/>
        <pc:sldMkLst>
          <pc:docMk/>
          <pc:sldMk cId="0" sldId="259"/>
        </pc:sldMkLst>
        <pc:spChg chg="mod">
          <ac:chgData name="Mead, Steven" userId="f4ab466b-df44-4c28-8ef2-9a3c4663d748" providerId="ADAL" clId="{86195803-F933-4614-8D32-C7875AED1292}" dt="2023-11-08T20:25:00.407" v="2826" actId="113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Mead, Steven" userId="f4ab466b-df44-4c28-8ef2-9a3c4663d748" providerId="ADAL" clId="{86195803-F933-4614-8D32-C7875AED1292}" dt="2023-11-08T19:43:18.358" v="2792" actId="20577"/>
          <ac:spMkLst>
            <pc:docMk/>
            <pc:sldMk cId="0" sldId="259"/>
            <ac:spMk id="140" creationId="{00000000-0000-0000-0000-000000000000}"/>
          </ac:spMkLst>
        </pc:spChg>
      </pc:sldChg>
      <pc:sldChg chg="del">
        <pc:chgData name="Mead, Steven" userId="f4ab466b-df44-4c28-8ef2-9a3c4663d748" providerId="ADAL" clId="{86195803-F933-4614-8D32-C7875AED1292}" dt="2023-11-08T17:32:29.102" v="1266" actId="47"/>
        <pc:sldMkLst>
          <pc:docMk/>
          <pc:sldMk cId="0" sldId="261"/>
        </pc:sldMkLst>
      </pc:sldChg>
      <pc:sldChg chg="del">
        <pc:chgData name="Mead, Steven" userId="f4ab466b-df44-4c28-8ef2-9a3c4663d748" providerId="ADAL" clId="{86195803-F933-4614-8D32-C7875AED1292}" dt="2023-11-08T19:35:27.257" v="2399" actId="47"/>
        <pc:sldMkLst>
          <pc:docMk/>
          <pc:sldMk cId="0" sldId="262"/>
        </pc:sldMkLst>
      </pc:sldChg>
      <pc:sldChg chg="modSp mod ord">
        <pc:chgData name="Mead, Steven" userId="f4ab466b-df44-4c28-8ef2-9a3c4663d748" providerId="ADAL" clId="{86195803-F933-4614-8D32-C7875AED1292}" dt="2023-11-08T19:34:37.013" v="2394"/>
        <pc:sldMkLst>
          <pc:docMk/>
          <pc:sldMk cId="1647107672" sldId="263"/>
        </pc:sldMkLst>
        <pc:spChg chg="mod">
          <ac:chgData name="Mead, Steven" userId="f4ab466b-df44-4c28-8ef2-9a3c4663d748" providerId="ADAL" clId="{86195803-F933-4614-8D32-C7875AED1292}" dt="2023-11-08T17:31:59.235" v="1264" actId="20577"/>
          <ac:spMkLst>
            <pc:docMk/>
            <pc:sldMk cId="1647107672" sldId="263"/>
            <ac:spMk id="2" creationId="{DF1D15B1-6E53-2073-80E3-407B0BBA0FCE}"/>
          </ac:spMkLst>
        </pc:spChg>
      </pc:sldChg>
      <pc:sldChg chg="modSp mod ord">
        <pc:chgData name="Mead, Steven" userId="f4ab466b-df44-4c28-8ef2-9a3c4663d748" providerId="ADAL" clId="{86195803-F933-4614-8D32-C7875AED1292}" dt="2023-11-08T20:35:14.036" v="2946" actId="20577"/>
        <pc:sldMkLst>
          <pc:docMk/>
          <pc:sldMk cId="1518819301" sldId="264"/>
        </pc:sldMkLst>
        <pc:spChg chg="mod">
          <ac:chgData name="Mead, Steven" userId="f4ab466b-df44-4c28-8ef2-9a3c4663d748" providerId="ADAL" clId="{86195803-F933-4614-8D32-C7875AED1292}" dt="2023-11-08T20:35:14.036" v="2946" actId="20577"/>
          <ac:spMkLst>
            <pc:docMk/>
            <pc:sldMk cId="1518819301" sldId="264"/>
            <ac:spMk id="2" creationId="{B65035A4-4335-304E-C184-B34BFCFB4F5D}"/>
          </ac:spMkLst>
        </pc:spChg>
      </pc:sldChg>
      <pc:sldChg chg="del">
        <pc:chgData name="Mead, Steven" userId="f4ab466b-df44-4c28-8ef2-9a3c4663d748" providerId="ADAL" clId="{86195803-F933-4614-8D32-C7875AED1292}" dt="2023-11-08T17:32:26.613" v="1265" actId="47"/>
        <pc:sldMkLst>
          <pc:docMk/>
          <pc:sldMk cId="2789091008" sldId="266"/>
        </pc:sldMkLst>
      </pc:sldChg>
      <pc:sldChg chg="delSp del mod">
        <pc:chgData name="Mead, Steven" userId="f4ab466b-df44-4c28-8ef2-9a3c4663d748" providerId="ADAL" clId="{86195803-F933-4614-8D32-C7875AED1292}" dt="2023-11-08T19:35:31.493" v="2400" actId="47"/>
        <pc:sldMkLst>
          <pc:docMk/>
          <pc:sldMk cId="1171960937" sldId="267"/>
        </pc:sldMkLst>
        <pc:spChg chg="del">
          <ac:chgData name="Mead, Steven" userId="f4ab466b-df44-4c28-8ef2-9a3c4663d748" providerId="ADAL" clId="{86195803-F933-4614-8D32-C7875AED1292}" dt="2023-11-08T17:33:01.067" v="1268" actId="478"/>
          <ac:spMkLst>
            <pc:docMk/>
            <pc:sldMk cId="1171960937" sldId="267"/>
            <ac:spMk id="4" creationId="{022681E5-FB9E-8A36-514F-B86C1C97C5A6}"/>
          </ac:spMkLst>
        </pc:spChg>
        <pc:picChg chg="del">
          <ac:chgData name="Mead, Steven" userId="f4ab466b-df44-4c28-8ef2-9a3c4663d748" providerId="ADAL" clId="{86195803-F933-4614-8D32-C7875AED1292}" dt="2023-11-08T17:32:56.688" v="1267" actId="478"/>
          <ac:picMkLst>
            <pc:docMk/>
            <pc:sldMk cId="1171960937" sldId="267"/>
            <ac:picMk id="2" creationId="{70383505-B044-1A3C-1BB7-E78E0EDF5333}"/>
          </ac:picMkLst>
        </pc:picChg>
      </pc:sldChg>
      <pc:sldChg chg="del">
        <pc:chgData name="Mead, Steven" userId="f4ab466b-df44-4c28-8ef2-9a3c4663d748" providerId="ADAL" clId="{86195803-F933-4614-8D32-C7875AED1292}" dt="2023-11-08T19:32:12.864" v="2381" actId="47"/>
        <pc:sldMkLst>
          <pc:docMk/>
          <pc:sldMk cId="2401486334" sldId="268"/>
        </pc:sldMkLst>
      </pc:sldChg>
      <pc:sldChg chg="modSp mod">
        <pc:chgData name="Mead, Steven" userId="f4ab466b-df44-4c28-8ef2-9a3c4663d748" providerId="ADAL" clId="{86195803-F933-4614-8D32-C7875AED1292}" dt="2023-11-08T20:11:21" v="2798" actId="20577"/>
        <pc:sldMkLst>
          <pc:docMk/>
          <pc:sldMk cId="375407589" sldId="269"/>
        </pc:sldMkLst>
        <pc:spChg chg="mod">
          <ac:chgData name="Mead, Steven" userId="f4ab466b-df44-4c28-8ef2-9a3c4663d748" providerId="ADAL" clId="{86195803-F933-4614-8D32-C7875AED1292}" dt="2023-11-08T20:11:21" v="2798" actId="20577"/>
          <ac:spMkLst>
            <pc:docMk/>
            <pc:sldMk cId="375407589" sldId="269"/>
            <ac:spMk id="4" creationId="{9BDAEFF9-59B4-E518-AFDE-2C678DD9AEF6}"/>
          </ac:spMkLst>
        </pc:spChg>
      </pc:sldChg>
      <pc:sldChg chg="ord">
        <pc:chgData name="Mead, Steven" userId="f4ab466b-df44-4c28-8ef2-9a3c4663d748" providerId="ADAL" clId="{86195803-F933-4614-8D32-C7875AED1292}" dt="2023-11-08T16:21:47.531" v="291"/>
        <pc:sldMkLst>
          <pc:docMk/>
          <pc:sldMk cId="157922610" sldId="271"/>
        </pc:sldMkLst>
      </pc:sldChg>
      <pc:sldChg chg="addSp modSp mod modAnim">
        <pc:chgData name="Mead, Steven" userId="f4ab466b-df44-4c28-8ef2-9a3c4663d748" providerId="ADAL" clId="{86195803-F933-4614-8D32-C7875AED1292}" dt="2023-11-08T20:30:18.457" v="2905" actId="13822"/>
        <pc:sldMkLst>
          <pc:docMk/>
          <pc:sldMk cId="210620914" sldId="272"/>
        </pc:sldMkLst>
        <pc:spChg chg="mod">
          <ac:chgData name="Mead, Steven" userId="f4ab466b-df44-4c28-8ef2-9a3c4663d748" providerId="ADAL" clId="{86195803-F933-4614-8D32-C7875AED1292}" dt="2023-11-08T16:22:25.301" v="294" actId="164"/>
          <ac:spMkLst>
            <pc:docMk/>
            <pc:sldMk cId="210620914" sldId="272"/>
            <ac:spMk id="8" creationId="{345E0EBF-3DD3-42F0-73B2-04C0836A36D2}"/>
          </ac:spMkLst>
        </pc:spChg>
        <pc:spChg chg="mod">
          <ac:chgData name="Mead, Steven" userId="f4ab466b-df44-4c28-8ef2-9a3c4663d748" providerId="ADAL" clId="{86195803-F933-4614-8D32-C7875AED1292}" dt="2023-11-08T16:22:25.301" v="294" actId="164"/>
          <ac:spMkLst>
            <pc:docMk/>
            <pc:sldMk cId="210620914" sldId="272"/>
            <ac:spMk id="9" creationId="{B888E772-E091-60BD-E538-CACDE9B46C3F}"/>
          </ac:spMkLst>
        </pc:spChg>
        <pc:spChg chg="mod">
          <ac:chgData name="Mead, Steven" userId="f4ab466b-df44-4c28-8ef2-9a3c4663d748" providerId="ADAL" clId="{86195803-F933-4614-8D32-C7875AED1292}" dt="2023-11-08T20:30:18.457" v="2905" actId="13822"/>
          <ac:spMkLst>
            <pc:docMk/>
            <pc:sldMk cId="210620914" sldId="272"/>
            <ac:spMk id="10" creationId="{7420703C-88AF-7400-BE81-E77174181F8C}"/>
          </ac:spMkLst>
        </pc:spChg>
        <pc:grpChg chg="add mod">
          <ac:chgData name="Mead, Steven" userId="f4ab466b-df44-4c28-8ef2-9a3c4663d748" providerId="ADAL" clId="{86195803-F933-4614-8D32-C7875AED1292}" dt="2023-11-08T16:22:25.301" v="294" actId="164"/>
          <ac:grpSpMkLst>
            <pc:docMk/>
            <pc:sldMk cId="210620914" sldId="272"/>
            <ac:grpSpMk id="3" creationId="{D43A4A9E-AA28-6DDF-877A-1E74B13B434E}"/>
          </ac:grpSpMkLst>
        </pc:grpChg>
        <pc:picChg chg="mod">
          <ac:chgData name="Mead, Steven" userId="f4ab466b-df44-4c28-8ef2-9a3c4663d748" providerId="ADAL" clId="{86195803-F933-4614-8D32-C7875AED1292}" dt="2023-11-08T16:22:25.301" v="294" actId="164"/>
          <ac:picMkLst>
            <pc:docMk/>
            <pc:sldMk cId="210620914" sldId="272"/>
            <ac:picMk id="7" creationId="{DFAF9008-BB9B-7D49-AF97-11A0F6770713}"/>
          </ac:picMkLst>
        </pc:picChg>
      </pc:sldChg>
      <pc:sldChg chg="addSp modSp mod">
        <pc:chgData name="Mead, Steven" userId="f4ab466b-df44-4c28-8ef2-9a3c4663d748" providerId="ADAL" clId="{86195803-F933-4614-8D32-C7875AED1292}" dt="2023-11-08T20:25:47.220" v="2845" actId="13822"/>
        <pc:sldMkLst>
          <pc:docMk/>
          <pc:sldMk cId="338625747" sldId="273"/>
        </pc:sldMkLst>
        <pc:spChg chg="mod">
          <ac:chgData name="Mead, Steven" userId="f4ab466b-df44-4c28-8ef2-9a3c4663d748" providerId="ADAL" clId="{86195803-F933-4614-8D32-C7875AED1292}" dt="2023-11-08T16:21:02.408" v="289" actId="27636"/>
          <ac:spMkLst>
            <pc:docMk/>
            <pc:sldMk cId="338625747" sldId="273"/>
            <ac:spMk id="3" creationId="{75863A1A-9A6B-3A33-650E-6CBD2BEA11D8}"/>
          </ac:spMkLst>
        </pc:spChg>
        <pc:spChg chg="add mod">
          <ac:chgData name="Mead, Steven" userId="f4ab466b-df44-4c28-8ef2-9a3c4663d748" providerId="ADAL" clId="{86195803-F933-4614-8D32-C7875AED1292}" dt="2023-11-08T20:25:47.220" v="2845" actId="13822"/>
          <ac:spMkLst>
            <pc:docMk/>
            <pc:sldMk cId="338625747" sldId="273"/>
            <ac:spMk id="5" creationId="{C8094925-C9F4-5188-B155-0B22A6253629}"/>
          </ac:spMkLst>
        </pc:spChg>
      </pc:sldChg>
      <pc:sldChg chg="addSp delSp modSp mod ord">
        <pc:chgData name="Mead, Steven" userId="f4ab466b-df44-4c28-8ef2-9a3c4663d748" providerId="ADAL" clId="{86195803-F933-4614-8D32-C7875AED1292}" dt="2023-11-08T20:29:12.058" v="2902" actId="1076"/>
        <pc:sldMkLst>
          <pc:docMk/>
          <pc:sldMk cId="1001329749" sldId="274"/>
        </pc:sldMkLst>
        <pc:spChg chg="mod">
          <ac:chgData name="Mead, Steven" userId="f4ab466b-df44-4c28-8ef2-9a3c4663d748" providerId="ADAL" clId="{86195803-F933-4614-8D32-C7875AED1292}" dt="2023-11-08T16:36:32.178" v="751" actId="20577"/>
          <ac:spMkLst>
            <pc:docMk/>
            <pc:sldMk cId="1001329749" sldId="274"/>
            <ac:spMk id="2" creationId="{CE3416C3-C327-269A-BF1A-D2969D899499}"/>
          </ac:spMkLst>
        </pc:spChg>
        <pc:spChg chg="add mod">
          <ac:chgData name="Mead, Steven" userId="f4ab466b-df44-4c28-8ef2-9a3c4663d748" providerId="ADAL" clId="{86195803-F933-4614-8D32-C7875AED1292}" dt="2023-11-08T16:38:04.760" v="838" actId="14100"/>
          <ac:spMkLst>
            <pc:docMk/>
            <pc:sldMk cId="1001329749" sldId="274"/>
            <ac:spMk id="9" creationId="{DAF39590-323F-D966-1777-1B52483B8416}"/>
          </ac:spMkLst>
        </pc:spChg>
        <pc:spChg chg="add mod">
          <ac:chgData name="Mead, Steven" userId="f4ab466b-df44-4c28-8ef2-9a3c4663d748" providerId="ADAL" clId="{86195803-F933-4614-8D32-C7875AED1292}" dt="2023-11-08T20:29:12.058" v="2902" actId="1076"/>
          <ac:spMkLst>
            <pc:docMk/>
            <pc:sldMk cId="1001329749" sldId="274"/>
            <ac:spMk id="11" creationId="{20B28B1A-9EF2-1475-E147-4ADEDD90992D}"/>
          </ac:spMkLst>
        </pc:spChg>
        <pc:picChg chg="del">
          <ac:chgData name="Mead, Steven" userId="f4ab466b-df44-4c28-8ef2-9a3c4663d748" providerId="ADAL" clId="{86195803-F933-4614-8D32-C7875AED1292}" dt="2023-11-08T20:28:16.379" v="2851" actId="478"/>
          <ac:picMkLst>
            <pc:docMk/>
            <pc:sldMk cId="1001329749" sldId="274"/>
            <ac:picMk id="6" creationId="{7270885E-F653-463C-CE94-5FCA8808D0AD}"/>
          </ac:picMkLst>
        </pc:picChg>
        <pc:picChg chg="add mod">
          <ac:chgData name="Mead, Steven" userId="f4ab466b-df44-4c28-8ef2-9a3c4663d748" providerId="ADAL" clId="{86195803-F933-4614-8D32-C7875AED1292}" dt="2023-11-08T20:28:35.377" v="2858" actId="1076"/>
          <ac:picMkLst>
            <pc:docMk/>
            <pc:sldMk cId="1001329749" sldId="274"/>
            <ac:picMk id="1026" creationId="{6E86EB68-969B-3037-4DFE-77B2881C4538}"/>
          </ac:picMkLst>
        </pc:picChg>
      </pc:sldChg>
      <pc:sldChg chg="add">
        <pc:chgData name="Mead, Steven" userId="f4ab466b-df44-4c28-8ef2-9a3c4663d748" providerId="ADAL" clId="{86195803-F933-4614-8D32-C7875AED1292}" dt="2023-11-08T15:07:03.372" v="1"/>
        <pc:sldMkLst>
          <pc:docMk/>
          <pc:sldMk cId="231002324" sldId="291"/>
        </pc:sldMkLst>
      </pc:sldChg>
      <pc:sldChg chg="add">
        <pc:chgData name="Mead, Steven" userId="f4ab466b-df44-4c28-8ef2-9a3c4663d748" providerId="ADAL" clId="{86195803-F933-4614-8D32-C7875AED1292}" dt="2023-11-08T15:06:34.433" v="0"/>
        <pc:sldMkLst>
          <pc:docMk/>
          <pc:sldMk cId="3731685805" sldId="369"/>
        </pc:sldMkLst>
      </pc:sldChg>
      <pc:sldChg chg="modSp add mod">
        <pc:chgData name="Mead, Steven" userId="f4ab466b-df44-4c28-8ef2-9a3c4663d748" providerId="ADAL" clId="{86195803-F933-4614-8D32-C7875AED1292}" dt="2023-11-08T15:07:42.618" v="11" actId="404"/>
        <pc:sldMkLst>
          <pc:docMk/>
          <pc:sldMk cId="4213523017" sldId="385"/>
        </pc:sldMkLst>
        <pc:spChg chg="mod">
          <ac:chgData name="Mead, Steven" userId="f4ab466b-df44-4c28-8ef2-9a3c4663d748" providerId="ADAL" clId="{86195803-F933-4614-8D32-C7875AED1292}" dt="2023-11-08T15:07:42.618" v="11" actId="404"/>
          <ac:spMkLst>
            <pc:docMk/>
            <pc:sldMk cId="4213523017" sldId="385"/>
            <ac:spMk id="3" creationId="{3C39FA2A-73DE-F69E-7448-3AE4E2D91ED7}"/>
          </ac:spMkLst>
        </pc:spChg>
        <pc:spChg chg="mod">
          <ac:chgData name="Mead, Steven" userId="f4ab466b-df44-4c28-8ef2-9a3c4663d748" providerId="ADAL" clId="{86195803-F933-4614-8D32-C7875AED1292}" dt="2023-11-08T15:07:29.586" v="4" actId="113"/>
          <ac:spMkLst>
            <pc:docMk/>
            <pc:sldMk cId="4213523017" sldId="385"/>
            <ac:spMk id="7" creationId="{C6BF440A-CD19-6DC7-D5F9-4C3A42ADDCC5}"/>
          </ac:spMkLst>
        </pc:spChg>
      </pc:sldChg>
      <pc:sldChg chg="add">
        <pc:chgData name="Mead, Steven" userId="f4ab466b-df44-4c28-8ef2-9a3c4663d748" providerId="ADAL" clId="{86195803-F933-4614-8D32-C7875AED1292}" dt="2023-11-08T15:11:46.762" v="12"/>
        <pc:sldMkLst>
          <pc:docMk/>
          <pc:sldMk cId="3715430719" sldId="387"/>
        </pc:sldMkLst>
      </pc:sldChg>
      <pc:sldChg chg="modSp new mod">
        <pc:chgData name="Mead, Steven" userId="f4ab466b-df44-4c28-8ef2-9a3c4663d748" providerId="ADAL" clId="{86195803-F933-4614-8D32-C7875AED1292}" dt="2023-11-08T15:29:48.414" v="150" actId="3064"/>
        <pc:sldMkLst>
          <pc:docMk/>
          <pc:sldMk cId="180274772" sldId="388"/>
        </pc:sldMkLst>
        <pc:spChg chg="mod">
          <ac:chgData name="Mead, Steven" userId="f4ab466b-df44-4c28-8ef2-9a3c4663d748" providerId="ADAL" clId="{86195803-F933-4614-8D32-C7875AED1292}" dt="2023-11-08T15:14:35.391" v="56" actId="20577"/>
          <ac:spMkLst>
            <pc:docMk/>
            <pc:sldMk cId="180274772" sldId="388"/>
            <ac:spMk id="2" creationId="{08D93F3C-B2C3-75D8-5C75-A3EF83DCC9F0}"/>
          </ac:spMkLst>
        </pc:spChg>
        <pc:spChg chg="mod">
          <ac:chgData name="Mead, Steven" userId="f4ab466b-df44-4c28-8ef2-9a3c4663d748" providerId="ADAL" clId="{86195803-F933-4614-8D32-C7875AED1292}" dt="2023-11-08T15:15:10.169" v="145" actId="20577"/>
          <ac:spMkLst>
            <pc:docMk/>
            <pc:sldMk cId="180274772" sldId="388"/>
            <ac:spMk id="3" creationId="{95B29B81-831F-DDE1-18AD-82204319F305}"/>
          </ac:spMkLst>
        </pc:spChg>
        <pc:spChg chg="mod">
          <ac:chgData name="Mead, Steven" userId="f4ab466b-df44-4c28-8ef2-9a3c4663d748" providerId="ADAL" clId="{86195803-F933-4614-8D32-C7875AED1292}" dt="2023-11-08T15:29:48.414" v="150" actId="3064"/>
          <ac:spMkLst>
            <pc:docMk/>
            <pc:sldMk cId="180274772" sldId="388"/>
            <ac:spMk id="4" creationId="{87585EC1-11DD-1359-072A-1E6D019D1CE8}"/>
          </ac:spMkLst>
        </pc:spChg>
      </pc:sldChg>
      <pc:sldChg chg="addSp delSp modSp new del mod modClrScheme chgLayout">
        <pc:chgData name="Mead, Steven" userId="f4ab466b-df44-4c28-8ef2-9a3c4663d748" providerId="ADAL" clId="{86195803-F933-4614-8D32-C7875AED1292}" dt="2023-11-08T15:14:22.574" v="49" actId="47"/>
        <pc:sldMkLst>
          <pc:docMk/>
          <pc:sldMk cId="3135147777" sldId="388"/>
        </pc:sldMkLst>
        <pc:spChg chg="del mod ord">
          <ac:chgData name="Mead, Steven" userId="f4ab466b-df44-4c28-8ef2-9a3c4663d748" providerId="ADAL" clId="{86195803-F933-4614-8D32-C7875AED1292}" dt="2023-11-08T15:13:22.487" v="38" actId="700"/>
          <ac:spMkLst>
            <pc:docMk/>
            <pc:sldMk cId="3135147777" sldId="388"/>
            <ac:spMk id="2" creationId="{F605E2AA-4358-2973-0F04-4B037DA56D31}"/>
          </ac:spMkLst>
        </pc:spChg>
        <pc:spChg chg="del mod ord">
          <ac:chgData name="Mead, Steven" userId="f4ab466b-df44-4c28-8ef2-9a3c4663d748" providerId="ADAL" clId="{86195803-F933-4614-8D32-C7875AED1292}" dt="2023-11-08T15:13:22.487" v="38" actId="700"/>
          <ac:spMkLst>
            <pc:docMk/>
            <pc:sldMk cId="3135147777" sldId="388"/>
            <ac:spMk id="3" creationId="{80661D1D-2A02-28D7-7A17-FCDA829A1F7B}"/>
          </ac:spMkLst>
        </pc:spChg>
        <pc:spChg chg="del mod ord">
          <ac:chgData name="Mead, Steven" userId="f4ab466b-df44-4c28-8ef2-9a3c4663d748" providerId="ADAL" clId="{86195803-F933-4614-8D32-C7875AED1292}" dt="2023-11-08T15:13:22.487" v="38" actId="700"/>
          <ac:spMkLst>
            <pc:docMk/>
            <pc:sldMk cId="3135147777" sldId="388"/>
            <ac:spMk id="4" creationId="{8E5FEA24-2076-2B3D-4E23-70595644F8FE}"/>
          </ac:spMkLst>
        </pc:spChg>
        <pc:spChg chg="add mod ord">
          <ac:chgData name="Mead, Steven" userId="f4ab466b-df44-4c28-8ef2-9a3c4663d748" providerId="ADAL" clId="{86195803-F933-4614-8D32-C7875AED1292}" dt="2023-11-08T15:13:22.487" v="38" actId="700"/>
          <ac:spMkLst>
            <pc:docMk/>
            <pc:sldMk cId="3135147777" sldId="388"/>
            <ac:spMk id="5" creationId="{22C64115-DE07-5BA8-FFC9-14300E70E8DD}"/>
          </ac:spMkLst>
        </pc:spChg>
        <pc:spChg chg="add mod ord">
          <ac:chgData name="Mead, Steven" userId="f4ab466b-df44-4c28-8ef2-9a3c4663d748" providerId="ADAL" clId="{86195803-F933-4614-8D32-C7875AED1292}" dt="2023-11-08T15:13:28.020" v="39"/>
          <ac:spMkLst>
            <pc:docMk/>
            <pc:sldMk cId="3135147777" sldId="388"/>
            <ac:spMk id="6" creationId="{5EE9BE53-55AF-A882-0147-C096251B5A57}"/>
          </ac:spMkLst>
        </pc:spChg>
        <pc:spChg chg="add mod ord">
          <ac:chgData name="Mead, Steven" userId="f4ab466b-df44-4c28-8ef2-9a3c4663d748" providerId="ADAL" clId="{86195803-F933-4614-8D32-C7875AED1292}" dt="2023-11-08T15:14:06.529" v="46"/>
          <ac:spMkLst>
            <pc:docMk/>
            <pc:sldMk cId="3135147777" sldId="388"/>
            <ac:spMk id="7" creationId="{73F54082-3363-B458-5D27-5C18FFC5D459}"/>
          </ac:spMkLst>
        </pc:spChg>
        <pc:spChg chg="add mod ord">
          <ac:chgData name="Mead, Steven" userId="f4ab466b-df44-4c28-8ef2-9a3c4663d748" providerId="ADAL" clId="{86195803-F933-4614-8D32-C7875AED1292}" dt="2023-11-08T15:13:30.100" v="43" actId="20577"/>
          <ac:spMkLst>
            <pc:docMk/>
            <pc:sldMk cId="3135147777" sldId="388"/>
            <ac:spMk id="8" creationId="{FE46D041-3B97-81BD-9B01-25A5F4713F8E}"/>
          </ac:spMkLst>
        </pc:spChg>
        <pc:spChg chg="add mod ord">
          <ac:chgData name="Mead, Steven" userId="f4ab466b-df44-4c28-8ef2-9a3c4663d748" providerId="ADAL" clId="{86195803-F933-4614-8D32-C7875AED1292}" dt="2023-11-08T15:14:16.320" v="48" actId="5793"/>
          <ac:spMkLst>
            <pc:docMk/>
            <pc:sldMk cId="3135147777" sldId="388"/>
            <ac:spMk id="9" creationId="{86CB5718-201A-23C3-B16C-695937DBED7C}"/>
          </ac:spMkLst>
        </pc:spChg>
      </pc:sldChg>
      <pc:sldChg chg="addSp delSp modSp add del mod modClrScheme chgLayout">
        <pc:chgData name="Mead, Steven" userId="f4ab466b-df44-4c28-8ef2-9a3c4663d748" providerId="ADAL" clId="{86195803-F933-4614-8D32-C7875AED1292}" dt="2023-11-08T15:13:36.979" v="44" actId="47"/>
        <pc:sldMkLst>
          <pc:docMk/>
          <pc:sldMk cId="664405575" sldId="389"/>
        </pc:sldMkLst>
        <pc:spChg chg="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2" creationId="{095A5B5E-5D87-C4FB-9CBB-9D22708F1066}"/>
          </ac:spMkLst>
        </pc:spChg>
        <pc:spChg chg="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3" creationId="{3C39FA2A-73DE-F69E-7448-3AE4E2D91ED7}"/>
          </ac:spMkLst>
        </pc:spChg>
        <pc:spChg chg="add 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4" creationId="{0A99B251-10BE-3C8E-FD57-5F8F560513F7}"/>
          </ac:spMkLst>
        </pc:spChg>
        <pc:spChg chg="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5" creationId="{E3FFB4E2-3D57-997F-5B3A-853DD36C062A}"/>
          </ac:spMkLst>
        </pc:spChg>
        <pc:spChg chg="add del 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6" creationId="{F4F00FC0-5337-96C2-EDD7-32B8C85D6D02}"/>
          </ac:spMkLst>
        </pc:spChg>
        <pc:spChg chg="add mod ord">
          <ac:chgData name="Mead, Steven" userId="f4ab466b-df44-4c28-8ef2-9a3c4663d748" providerId="ADAL" clId="{86195803-F933-4614-8D32-C7875AED1292}" dt="2023-11-08T15:13:15.752" v="37" actId="700"/>
          <ac:spMkLst>
            <pc:docMk/>
            <pc:sldMk cId="664405575" sldId="389"/>
            <ac:spMk id="7" creationId="{239A2D0A-A424-5A15-C13E-F1722E7783D9}"/>
          </ac:spMkLst>
        </pc:spChg>
      </pc:sldChg>
      <pc:sldChg chg="addSp modSp mod modAnim">
        <pc:chgData name="Mead, Steven" userId="f4ab466b-df44-4c28-8ef2-9a3c4663d748" providerId="ADAL" clId="{86195803-F933-4614-8D32-C7875AED1292}" dt="2023-11-08T20:24:12.839" v="2822"/>
        <pc:sldMkLst>
          <pc:docMk/>
          <pc:sldMk cId="139436641" sldId="391"/>
        </pc:sldMkLst>
        <pc:spChg chg="mod">
          <ac:chgData name="Mead, Steven" userId="f4ab466b-df44-4c28-8ef2-9a3c4663d748" providerId="ADAL" clId="{86195803-F933-4614-8D32-C7875AED1292}" dt="2023-11-08T19:40:13.295" v="2495" actId="113"/>
          <ac:spMkLst>
            <pc:docMk/>
            <pc:sldMk cId="139436641" sldId="391"/>
            <ac:spMk id="4" creationId="{5A4F1F61-F051-59AB-9E44-4D7BDECFCB58}"/>
          </ac:spMkLst>
        </pc:spChg>
        <pc:spChg chg="mod">
          <ac:chgData name="Mead, Steven" userId="f4ab466b-df44-4c28-8ef2-9a3c4663d748" providerId="ADAL" clId="{86195803-F933-4614-8D32-C7875AED1292}" dt="2023-11-08T20:21:35.485" v="2800" actId="688"/>
          <ac:spMkLst>
            <pc:docMk/>
            <pc:sldMk cId="139436641" sldId="391"/>
            <ac:spMk id="5" creationId="{0C32C77C-B84B-562B-D47F-CBC822E6D448}"/>
          </ac:spMkLst>
        </pc:spChg>
        <pc:spChg chg="mod">
          <ac:chgData name="Mead, Steven" userId="f4ab466b-df44-4c28-8ef2-9a3c4663d748" providerId="ADAL" clId="{86195803-F933-4614-8D32-C7875AED1292}" dt="2023-11-08T20:21:43.791" v="2802" actId="14100"/>
          <ac:spMkLst>
            <pc:docMk/>
            <pc:sldMk cId="139436641" sldId="391"/>
            <ac:spMk id="6" creationId="{357052A0-0071-BBC6-737D-3DD3F34B45DD}"/>
          </ac:spMkLst>
        </pc:spChg>
        <pc:spChg chg="add mod">
          <ac:chgData name="Mead, Steven" userId="f4ab466b-df44-4c28-8ef2-9a3c4663d748" providerId="ADAL" clId="{86195803-F933-4614-8D32-C7875AED1292}" dt="2023-11-08T20:22:02.844" v="2806" actId="14100"/>
          <ac:spMkLst>
            <pc:docMk/>
            <pc:sldMk cId="139436641" sldId="391"/>
            <ac:spMk id="7" creationId="{84B0EADF-274E-3A28-F228-3D1B7E604047}"/>
          </ac:spMkLst>
        </pc:spChg>
        <pc:spChg chg="add mod">
          <ac:chgData name="Mead, Steven" userId="f4ab466b-df44-4c28-8ef2-9a3c4663d748" providerId="ADAL" clId="{86195803-F933-4614-8D32-C7875AED1292}" dt="2023-11-08T16:17:51.533" v="208" actId="20577"/>
          <ac:spMkLst>
            <pc:docMk/>
            <pc:sldMk cId="139436641" sldId="391"/>
            <ac:spMk id="8" creationId="{8136A7AE-1E5A-4F94-D642-D27565E0173D}"/>
          </ac:spMkLst>
        </pc:spChg>
        <pc:spChg chg="add mod">
          <ac:chgData name="Mead, Steven" userId="f4ab466b-df44-4c28-8ef2-9a3c4663d748" providerId="ADAL" clId="{86195803-F933-4614-8D32-C7875AED1292}" dt="2023-11-08T20:21:45.877" v="2803" actId="14100"/>
          <ac:spMkLst>
            <pc:docMk/>
            <pc:sldMk cId="139436641" sldId="391"/>
            <ac:spMk id="9" creationId="{F8E4C1CB-4BA9-2659-615E-3DEB59C3B222}"/>
          </ac:spMkLst>
        </pc:spChg>
        <pc:spChg chg="add mod">
          <ac:chgData name="Mead, Steven" userId="f4ab466b-df44-4c28-8ef2-9a3c4663d748" providerId="ADAL" clId="{86195803-F933-4614-8D32-C7875AED1292}" dt="2023-11-08T16:18:29.971" v="255" actId="20577"/>
          <ac:spMkLst>
            <pc:docMk/>
            <pc:sldMk cId="139436641" sldId="391"/>
            <ac:spMk id="10" creationId="{BA426D6E-E620-25E7-05C0-B2F9D71563AD}"/>
          </ac:spMkLst>
        </pc:spChg>
        <pc:spChg chg="add mod">
          <ac:chgData name="Mead, Steven" userId="f4ab466b-df44-4c28-8ef2-9a3c4663d748" providerId="ADAL" clId="{86195803-F933-4614-8D32-C7875AED1292}" dt="2023-11-08T20:22:15.708" v="2808" actId="688"/>
          <ac:spMkLst>
            <pc:docMk/>
            <pc:sldMk cId="139436641" sldId="391"/>
            <ac:spMk id="11" creationId="{712EC6BF-E9DD-BC33-A3E4-3DC078690416}"/>
          </ac:spMkLst>
        </pc:spChg>
        <pc:spChg chg="add mod">
          <ac:chgData name="Mead, Steven" userId="f4ab466b-df44-4c28-8ef2-9a3c4663d748" providerId="ADAL" clId="{86195803-F933-4614-8D32-C7875AED1292}" dt="2023-11-08T16:19:07.423" v="285" actId="20577"/>
          <ac:spMkLst>
            <pc:docMk/>
            <pc:sldMk cId="139436641" sldId="391"/>
            <ac:spMk id="12" creationId="{28273C82-7C34-4B86-4CC4-F282B73ACC82}"/>
          </ac:spMkLst>
        </pc:spChg>
      </pc:sldChg>
      <pc:sldChg chg="addSp modSp mod modAnim">
        <pc:chgData name="Mead, Steven" userId="f4ab466b-df44-4c28-8ef2-9a3c4663d748" providerId="ADAL" clId="{86195803-F933-4614-8D32-C7875AED1292}" dt="2023-11-08T20:27:08.630" v="2850"/>
        <pc:sldMkLst>
          <pc:docMk/>
          <pc:sldMk cId="2529450989" sldId="392"/>
        </pc:sldMkLst>
        <pc:spChg chg="mod">
          <ac:chgData name="Mead, Steven" userId="f4ab466b-df44-4c28-8ef2-9a3c4663d748" providerId="ADAL" clId="{86195803-F933-4614-8D32-C7875AED1292}" dt="2023-11-08T16:32:53.113" v="383" actId="20577"/>
          <ac:spMkLst>
            <pc:docMk/>
            <pc:sldMk cId="2529450989" sldId="392"/>
            <ac:spMk id="2" creationId="{93AFEA82-26E8-6E81-B554-E3DE57389E39}"/>
          </ac:spMkLst>
        </pc:spChg>
        <pc:spChg chg="mod">
          <ac:chgData name="Mead, Steven" userId="f4ab466b-df44-4c28-8ef2-9a3c4663d748" providerId="ADAL" clId="{86195803-F933-4614-8D32-C7875AED1292}" dt="2023-11-08T17:22:40.421" v="1083" actId="20577"/>
          <ac:spMkLst>
            <pc:docMk/>
            <pc:sldMk cId="2529450989" sldId="392"/>
            <ac:spMk id="3" creationId="{B6736C34-FAF5-9203-8D6B-F5A87F36E584}"/>
          </ac:spMkLst>
        </pc:spChg>
        <pc:spChg chg="mod">
          <ac:chgData name="Mead, Steven" userId="f4ab466b-df44-4c28-8ef2-9a3c4663d748" providerId="ADAL" clId="{86195803-F933-4614-8D32-C7875AED1292}" dt="2023-11-08T16:35:51.116" v="723" actId="27636"/>
          <ac:spMkLst>
            <pc:docMk/>
            <pc:sldMk cId="2529450989" sldId="392"/>
            <ac:spMk id="4" creationId="{9B0DCBC6-A138-2567-BD2C-4268075467AF}"/>
          </ac:spMkLst>
        </pc:spChg>
        <pc:spChg chg="add mod">
          <ac:chgData name="Mead, Steven" userId="f4ab466b-df44-4c28-8ef2-9a3c4663d748" providerId="ADAL" clId="{86195803-F933-4614-8D32-C7875AED1292}" dt="2023-11-08T16:44:13.160" v="853" actId="14100"/>
          <ac:spMkLst>
            <pc:docMk/>
            <pc:sldMk cId="2529450989" sldId="392"/>
            <ac:spMk id="5" creationId="{8C4E39B6-2489-BBE7-8DB0-ACDA6CE7BCD6}"/>
          </ac:spMkLst>
        </pc:spChg>
        <pc:spChg chg="add mod">
          <ac:chgData name="Mead, Steven" userId="f4ab466b-df44-4c28-8ef2-9a3c4663d748" providerId="ADAL" clId="{86195803-F933-4614-8D32-C7875AED1292}" dt="2023-11-08T16:44:32.384" v="861" actId="1036"/>
          <ac:spMkLst>
            <pc:docMk/>
            <pc:sldMk cId="2529450989" sldId="392"/>
            <ac:spMk id="6" creationId="{1C904C37-121E-4BFB-46ED-F1AB8DF802D9}"/>
          </ac:spMkLst>
        </pc:spChg>
        <pc:spChg chg="add mod">
          <ac:chgData name="Mead, Steven" userId="f4ab466b-df44-4c28-8ef2-9a3c4663d748" providerId="ADAL" clId="{86195803-F933-4614-8D32-C7875AED1292}" dt="2023-11-08T16:47:12.080" v="1063" actId="120"/>
          <ac:spMkLst>
            <pc:docMk/>
            <pc:sldMk cId="2529450989" sldId="392"/>
            <ac:spMk id="7" creationId="{86425AD1-734F-D352-DD8B-237874169D6B}"/>
          </ac:spMkLst>
        </pc:spChg>
        <pc:spChg chg="add mod">
          <ac:chgData name="Mead, Steven" userId="f4ab466b-df44-4c28-8ef2-9a3c4663d748" providerId="ADAL" clId="{86195803-F933-4614-8D32-C7875AED1292}" dt="2023-11-08T16:47:12.080" v="1063" actId="120"/>
          <ac:spMkLst>
            <pc:docMk/>
            <pc:sldMk cId="2529450989" sldId="392"/>
            <ac:spMk id="8" creationId="{D669E400-BCA1-515A-473F-41EAB01065B1}"/>
          </ac:spMkLst>
        </pc:spChg>
        <pc:spChg chg="add mod">
          <ac:chgData name="Mead, Steven" userId="f4ab466b-df44-4c28-8ef2-9a3c4663d748" providerId="ADAL" clId="{86195803-F933-4614-8D32-C7875AED1292}" dt="2023-11-08T17:23:02.474" v="1084" actId="113"/>
          <ac:spMkLst>
            <pc:docMk/>
            <pc:sldMk cId="2529450989" sldId="392"/>
            <ac:spMk id="9" creationId="{DD9F9A3B-CE8A-3AEB-724D-3DB2D68129D4}"/>
          </ac:spMkLst>
        </pc:spChg>
      </pc:sldChg>
      <pc:sldChg chg="addSp delSp modSp new mod">
        <pc:chgData name="Mead, Steven" userId="f4ab466b-df44-4c28-8ef2-9a3c4663d748" providerId="ADAL" clId="{86195803-F933-4614-8D32-C7875AED1292}" dt="2023-11-08T17:30:54.587" v="1213" actId="1076"/>
        <pc:sldMkLst>
          <pc:docMk/>
          <pc:sldMk cId="2178172828" sldId="393"/>
        </pc:sldMkLst>
        <pc:spChg chg="mod">
          <ac:chgData name="Mead, Steven" userId="f4ab466b-df44-4c28-8ef2-9a3c4663d748" providerId="ADAL" clId="{86195803-F933-4614-8D32-C7875AED1292}" dt="2023-11-08T17:24:23.084" v="1093" actId="20577"/>
          <ac:spMkLst>
            <pc:docMk/>
            <pc:sldMk cId="2178172828" sldId="393"/>
            <ac:spMk id="2" creationId="{B2DD8BDB-1C64-18BE-19F5-877DF3BFBD61}"/>
          </ac:spMkLst>
        </pc:spChg>
        <pc:spChg chg="del">
          <ac:chgData name="Mead, Steven" userId="f4ab466b-df44-4c28-8ef2-9a3c4663d748" providerId="ADAL" clId="{86195803-F933-4614-8D32-C7875AED1292}" dt="2023-11-08T17:25:47.730" v="1094" actId="478"/>
          <ac:spMkLst>
            <pc:docMk/>
            <pc:sldMk cId="2178172828" sldId="393"/>
            <ac:spMk id="3" creationId="{F487B4CF-DE81-F864-924B-782E89574748}"/>
          </ac:spMkLst>
        </pc:spChg>
        <pc:spChg chg="del">
          <ac:chgData name="Mead, Steven" userId="f4ab466b-df44-4c28-8ef2-9a3c4663d748" providerId="ADAL" clId="{86195803-F933-4614-8D32-C7875AED1292}" dt="2023-11-08T17:25:50.466" v="1095" actId="478"/>
          <ac:spMkLst>
            <pc:docMk/>
            <pc:sldMk cId="2178172828" sldId="393"/>
            <ac:spMk id="4" creationId="{4485C017-CEEF-2A0C-24FB-7A0D26BC393E}"/>
          </ac:spMkLst>
        </pc:spChg>
        <pc:spChg chg="add mod">
          <ac:chgData name="Mead, Steven" userId="f4ab466b-df44-4c28-8ef2-9a3c4663d748" providerId="ADAL" clId="{86195803-F933-4614-8D32-C7875AED1292}" dt="2023-11-08T17:29:32.822" v="1208" actId="6549"/>
          <ac:spMkLst>
            <pc:docMk/>
            <pc:sldMk cId="2178172828" sldId="393"/>
            <ac:spMk id="6" creationId="{D63D1635-6A44-DE6F-1EA1-32F9A8E7FDE1}"/>
          </ac:spMkLst>
        </pc:spChg>
        <pc:picChg chg="add del mod modCrop">
          <ac:chgData name="Mead, Steven" userId="f4ab466b-df44-4c28-8ef2-9a3c4663d748" providerId="ADAL" clId="{86195803-F933-4614-8D32-C7875AED1292}" dt="2023-11-08T17:30:46.911" v="1209" actId="478"/>
          <ac:picMkLst>
            <pc:docMk/>
            <pc:sldMk cId="2178172828" sldId="393"/>
            <ac:picMk id="8" creationId="{A10724E3-057F-FDB0-F87D-37255CBC32AA}"/>
          </ac:picMkLst>
        </pc:picChg>
        <pc:picChg chg="add mod">
          <ac:chgData name="Mead, Steven" userId="f4ab466b-df44-4c28-8ef2-9a3c4663d748" providerId="ADAL" clId="{86195803-F933-4614-8D32-C7875AED1292}" dt="2023-11-08T17:30:54.587" v="1213" actId="1076"/>
          <ac:picMkLst>
            <pc:docMk/>
            <pc:sldMk cId="2178172828" sldId="393"/>
            <ac:picMk id="10" creationId="{7562723F-22BD-2A61-5BFB-A1CB6589326C}"/>
          </ac:picMkLst>
        </pc:picChg>
      </pc:sldChg>
      <pc:sldChg chg="addSp modSp mod">
        <pc:chgData name="Mead, Steven" userId="f4ab466b-df44-4c28-8ef2-9a3c4663d748" providerId="ADAL" clId="{86195803-F933-4614-8D32-C7875AED1292}" dt="2023-11-08T17:31:10.942" v="1218" actId="20577"/>
        <pc:sldMkLst>
          <pc:docMk/>
          <pc:sldMk cId="102683160" sldId="394"/>
        </pc:sldMkLst>
        <pc:spChg chg="add mod">
          <ac:chgData name="Mead, Steven" userId="f4ab466b-df44-4c28-8ef2-9a3c4663d748" providerId="ADAL" clId="{86195803-F933-4614-8D32-C7875AED1292}" dt="2023-11-08T17:31:10.942" v="1218" actId="20577"/>
          <ac:spMkLst>
            <pc:docMk/>
            <pc:sldMk cId="102683160" sldId="394"/>
            <ac:spMk id="6" creationId="{506A5BF0-5AD6-47B7-0AA1-964FC583977E}"/>
          </ac:spMkLst>
        </pc:spChg>
        <pc:picChg chg="mod">
          <ac:chgData name="Mead, Steven" userId="f4ab466b-df44-4c28-8ef2-9a3c4663d748" providerId="ADAL" clId="{86195803-F933-4614-8D32-C7875AED1292}" dt="2023-11-08T16:47:55.172" v="1072" actId="1076"/>
          <ac:picMkLst>
            <pc:docMk/>
            <pc:sldMk cId="102683160" sldId="394"/>
            <ac:picMk id="5" creationId="{7BBB6298-72CE-56C2-0B11-ED38B1A9DDEF}"/>
          </ac:picMkLst>
        </pc:picChg>
      </pc:sldChg>
      <pc:sldChg chg="addSp delSp modSp new mod ord modClrScheme chgLayout">
        <pc:chgData name="Mead, Steven" userId="f4ab466b-df44-4c28-8ef2-9a3c4663d748" providerId="ADAL" clId="{86195803-F933-4614-8D32-C7875AED1292}" dt="2023-11-08T20:32:57.913" v="2928"/>
        <pc:sldMkLst>
          <pc:docMk/>
          <pc:sldMk cId="3398720354" sldId="395"/>
        </pc:sldMkLst>
        <pc:spChg chg="del mod ord">
          <ac:chgData name="Mead, Steven" userId="f4ab466b-df44-4c28-8ef2-9a3c4663d748" providerId="ADAL" clId="{86195803-F933-4614-8D32-C7875AED1292}" dt="2023-11-08T17:33:18.819" v="1270" actId="700"/>
          <ac:spMkLst>
            <pc:docMk/>
            <pc:sldMk cId="3398720354" sldId="395"/>
            <ac:spMk id="2" creationId="{A24096D5-814C-2B36-5245-42102CE1B978}"/>
          </ac:spMkLst>
        </pc:spChg>
        <pc:spChg chg="add mod ord">
          <ac:chgData name="Mead, Steven" userId="f4ab466b-df44-4c28-8ef2-9a3c4663d748" providerId="ADAL" clId="{86195803-F933-4614-8D32-C7875AED1292}" dt="2023-11-08T17:33:39.132" v="1329" actId="20577"/>
          <ac:spMkLst>
            <pc:docMk/>
            <pc:sldMk cId="3398720354" sldId="395"/>
            <ac:spMk id="3" creationId="{D705FAF3-62C8-7581-85BD-DECF37B959FE}"/>
          </ac:spMkLst>
        </pc:spChg>
        <pc:spChg chg="add mod ord">
          <ac:chgData name="Mead, Steven" userId="f4ab466b-df44-4c28-8ef2-9a3c4663d748" providerId="ADAL" clId="{86195803-F933-4614-8D32-C7875AED1292}" dt="2023-11-08T19:35:54.952" v="2401" actId="20577"/>
          <ac:spMkLst>
            <pc:docMk/>
            <pc:sldMk cId="3398720354" sldId="395"/>
            <ac:spMk id="4" creationId="{9D2A4410-0B6B-7178-8B89-02D0B0A2DD13}"/>
          </ac:spMkLst>
        </pc:spChg>
        <pc:spChg chg="add mod ord">
          <ac:chgData name="Mead, Steven" userId="f4ab466b-df44-4c28-8ef2-9a3c4663d748" providerId="ADAL" clId="{86195803-F933-4614-8D32-C7875AED1292}" dt="2023-11-08T17:36:23.958" v="1733" actId="27636"/>
          <ac:spMkLst>
            <pc:docMk/>
            <pc:sldMk cId="3398720354" sldId="395"/>
            <ac:spMk id="5" creationId="{F590C5FF-70C6-EF6D-4C90-79169D1BEB04}"/>
          </ac:spMkLst>
        </pc:spChg>
      </pc:sldChg>
      <pc:sldChg chg="modSp mod">
        <pc:chgData name="Mead, Steven" userId="f4ab466b-df44-4c28-8ef2-9a3c4663d748" providerId="ADAL" clId="{86195803-F933-4614-8D32-C7875AED1292}" dt="2023-11-08T20:30:05.110" v="2904" actId="113"/>
        <pc:sldMkLst>
          <pc:docMk/>
          <pc:sldMk cId="2361983109" sldId="397"/>
        </pc:sldMkLst>
        <pc:spChg chg="mod">
          <ac:chgData name="Mead, Steven" userId="f4ab466b-df44-4c28-8ef2-9a3c4663d748" providerId="ADAL" clId="{86195803-F933-4614-8D32-C7875AED1292}" dt="2023-11-08T20:30:05.110" v="2904" actId="113"/>
          <ac:spMkLst>
            <pc:docMk/>
            <pc:sldMk cId="2361983109" sldId="397"/>
            <ac:spMk id="3" creationId="{6CABC093-2DAA-E447-D0CC-849006667697}"/>
          </ac:spMkLst>
        </pc:spChg>
      </pc:sldChg>
      <pc:sldChg chg="addSp modSp mod">
        <pc:chgData name="Mead, Steven" userId="f4ab466b-df44-4c28-8ef2-9a3c4663d748" providerId="ADAL" clId="{86195803-F933-4614-8D32-C7875AED1292}" dt="2023-11-08T20:31:15.264" v="2918" actId="1076"/>
        <pc:sldMkLst>
          <pc:docMk/>
          <pc:sldMk cId="2936483504" sldId="398"/>
        </pc:sldMkLst>
        <pc:spChg chg="mod">
          <ac:chgData name="Mead, Steven" userId="f4ab466b-df44-4c28-8ef2-9a3c4663d748" providerId="ADAL" clId="{86195803-F933-4614-8D32-C7875AED1292}" dt="2023-11-08T20:30:42.026" v="2907" actId="20577"/>
          <ac:spMkLst>
            <pc:docMk/>
            <pc:sldMk cId="2936483504" sldId="398"/>
            <ac:spMk id="3" creationId="{2966AAD2-B3CA-91AB-8713-427A53AC3A5F}"/>
          </ac:spMkLst>
        </pc:spChg>
        <pc:spChg chg="mod">
          <ac:chgData name="Mead, Steven" userId="f4ab466b-df44-4c28-8ef2-9a3c4663d748" providerId="ADAL" clId="{86195803-F933-4614-8D32-C7875AED1292}" dt="2023-11-08T20:31:02.337" v="2917" actId="113"/>
          <ac:spMkLst>
            <pc:docMk/>
            <pc:sldMk cId="2936483504" sldId="398"/>
            <ac:spMk id="4" creationId="{25B1B3A7-27BB-0757-C0B2-B20FC228AC3B}"/>
          </ac:spMkLst>
        </pc:spChg>
        <pc:spChg chg="mod">
          <ac:chgData name="Mead, Steven" userId="f4ab466b-df44-4c28-8ef2-9a3c4663d748" providerId="ADAL" clId="{86195803-F933-4614-8D32-C7875AED1292}" dt="2023-11-08T20:31:15.264" v="2918" actId="1076"/>
          <ac:spMkLst>
            <pc:docMk/>
            <pc:sldMk cId="2936483504" sldId="398"/>
            <ac:spMk id="5" creationId="{96D6C37B-3ED7-8B2B-A39C-95B4395B5A8C}"/>
          </ac:spMkLst>
        </pc:spChg>
        <pc:spChg chg="add mod">
          <ac:chgData name="Mead, Steven" userId="f4ab466b-df44-4c28-8ef2-9a3c4663d748" providerId="ADAL" clId="{86195803-F933-4614-8D32-C7875AED1292}" dt="2023-11-08T20:30:52.144" v="2914" actId="20577"/>
          <ac:spMkLst>
            <pc:docMk/>
            <pc:sldMk cId="2936483504" sldId="398"/>
            <ac:spMk id="7" creationId="{A33B3144-C04D-D7D3-ED4A-EFB65E0E0EC3}"/>
          </ac:spMkLst>
        </pc:spChg>
        <pc:picChg chg="mod">
          <ac:chgData name="Mead, Steven" userId="f4ab466b-df44-4c28-8ef2-9a3c4663d748" providerId="ADAL" clId="{86195803-F933-4614-8D32-C7875AED1292}" dt="2023-11-08T18:42:18.748" v="2154" actId="1076"/>
          <ac:picMkLst>
            <pc:docMk/>
            <pc:sldMk cId="2936483504" sldId="398"/>
            <ac:picMk id="6" creationId="{0DA053E4-0F69-90E2-1CA9-AF6C01FC1657}"/>
          </ac:picMkLst>
        </pc:picChg>
      </pc:sldChg>
      <pc:sldChg chg="ord">
        <pc:chgData name="Mead, Steven" userId="f4ab466b-df44-4c28-8ef2-9a3c4663d748" providerId="ADAL" clId="{86195803-F933-4614-8D32-C7875AED1292}" dt="2023-11-08T19:32:10.937" v="2380"/>
        <pc:sldMkLst>
          <pc:docMk/>
          <pc:sldMk cId="3801166245" sldId="399"/>
        </pc:sldMkLst>
      </pc:sldChg>
      <pc:sldChg chg="addSp modSp mod ord">
        <pc:chgData name="Mead, Steven" userId="f4ab466b-df44-4c28-8ef2-9a3c4663d748" providerId="ADAL" clId="{86195803-F933-4614-8D32-C7875AED1292}" dt="2023-11-08T20:33:28.932" v="2929" actId="113"/>
        <pc:sldMkLst>
          <pc:docMk/>
          <pc:sldMk cId="3993205888" sldId="400"/>
        </pc:sldMkLst>
        <pc:spChg chg="mod">
          <ac:chgData name="Mead, Steven" userId="f4ab466b-df44-4c28-8ef2-9a3c4663d748" providerId="ADAL" clId="{86195803-F933-4614-8D32-C7875AED1292}" dt="2023-11-08T19:36:37.006" v="2484" actId="20577"/>
          <ac:spMkLst>
            <pc:docMk/>
            <pc:sldMk cId="3993205888" sldId="400"/>
            <ac:spMk id="2" creationId="{211AD537-DFD2-9B04-2201-02F8DEE6AEBE}"/>
          </ac:spMkLst>
        </pc:spChg>
        <pc:spChg chg="add mod">
          <ac:chgData name="Mead, Steven" userId="f4ab466b-df44-4c28-8ef2-9a3c4663d748" providerId="ADAL" clId="{86195803-F933-4614-8D32-C7875AED1292}" dt="2023-11-08T18:37:41.575" v="1786" actId="14100"/>
          <ac:spMkLst>
            <pc:docMk/>
            <pc:sldMk cId="3993205888" sldId="400"/>
            <ac:spMk id="7" creationId="{B2F51993-5328-53CE-4958-519AFF167663}"/>
          </ac:spMkLst>
        </pc:spChg>
        <pc:spChg chg="add mod">
          <ac:chgData name="Mead, Steven" userId="f4ab466b-df44-4c28-8ef2-9a3c4663d748" providerId="ADAL" clId="{86195803-F933-4614-8D32-C7875AED1292}" dt="2023-11-08T20:33:28.932" v="2929" actId="113"/>
          <ac:spMkLst>
            <pc:docMk/>
            <pc:sldMk cId="3993205888" sldId="400"/>
            <ac:spMk id="8" creationId="{5E7ED596-AFED-617D-2A03-D3801EFE49A1}"/>
          </ac:spMkLst>
        </pc:spChg>
      </pc:sldChg>
      <pc:sldChg chg="modSp new mod ord">
        <pc:chgData name="Mead, Steven" userId="f4ab466b-df44-4c28-8ef2-9a3c4663d748" providerId="ADAL" clId="{86195803-F933-4614-8D32-C7875AED1292}" dt="2023-11-08T20:33:44.896" v="2930" actId="732"/>
        <pc:sldMkLst>
          <pc:docMk/>
          <pc:sldMk cId="2760262056" sldId="401"/>
        </pc:sldMkLst>
        <pc:spChg chg="mod">
          <ac:chgData name="Mead, Steven" userId="f4ab466b-df44-4c28-8ef2-9a3c4663d748" providerId="ADAL" clId="{86195803-F933-4614-8D32-C7875AED1292}" dt="2023-11-08T18:39:04.557" v="1930" actId="5793"/>
          <ac:spMkLst>
            <pc:docMk/>
            <pc:sldMk cId="2760262056" sldId="401"/>
            <ac:spMk id="2" creationId="{14FB5ABF-5421-19D1-FA5C-9B5A031561FC}"/>
          </ac:spMkLst>
        </pc:spChg>
        <pc:spChg chg="mod">
          <ac:chgData name="Mead, Steven" userId="f4ab466b-df44-4c28-8ef2-9a3c4663d748" providerId="ADAL" clId="{86195803-F933-4614-8D32-C7875AED1292}" dt="2023-11-08T19:33:55.138" v="2388" actId="403"/>
          <ac:spMkLst>
            <pc:docMk/>
            <pc:sldMk cId="2760262056" sldId="401"/>
            <ac:spMk id="9" creationId="{734E920E-1889-5092-852C-54A06EAA7D2A}"/>
          </ac:spMkLst>
        </pc:spChg>
        <pc:picChg chg="mod modCrop">
          <ac:chgData name="Mead, Steven" userId="f4ab466b-df44-4c28-8ef2-9a3c4663d748" providerId="ADAL" clId="{86195803-F933-4614-8D32-C7875AED1292}" dt="2023-11-08T20:33:44.896" v="2930" actId="732"/>
          <ac:picMkLst>
            <pc:docMk/>
            <pc:sldMk cId="2760262056" sldId="401"/>
            <ac:picMk id="4" creationId="{48DEF3A6-3D8F-3162-36EA-9F453334BBE3}"/>
          </ac:picMkLst>
        </pc:picChg>
      </pc:sldChg>
      <pc:sldChg chg="addSp modSp new mod">
        <pc:chgData name="Mead, Steven" userId="f4ab466b-df44-4c28-8ef2-9a3c4663d748" providerId="ADAL" clId="{86195803-F933-4614-8D32-C7875AED1292}" dt="2023-11-08T20:32:33.505" v="2926" actId="1076"/>
        <pc:sldMkLst>
          <pc:docMk/>
          <pc:sldMk cId="1762819298" sldId="402"/>
        </pc:sldMkLst>
        <pc:spChg chg="mod">
          <ac:chgData name="Mead, Steven" userId="f4ab466b-df44-4c28-8ef2-9a3c4663d748" providerId="ADAL" clId="{86195803-F933-4614-8D32-C7875AED1292}" dt="2023-11-08T18:42:31.803" v="2162" actId="20577"/>
          <ac:spMkLst>
            <pc:docMk/>
            <pc:sldMk cId="1762819298" sldId="402"/>
            <ac:spMk id="2" creationId="{5FDA04C2-4E3B-AF5E-13E0-A5D0445F75BF}"/>
          </ac:spMkLst>
        </pc:spChg>
        <pc:spChg chg="mod">
          <ac:chgData name="Mead, Steven" userId="f4ab466b-df44-4c28-8ef2-9a3c4663d748" providerId="ADAL" clId="{86195803-F933-4614-8D32-C7875AED1292}" dt="2023-11-08T20:31:29.554" v="2920" actId="20577"/>
          <ac:spMkLst>
            <pc:docMk/>
            <pc:sldMk cId="1762819298" sldId="402"/>
            <ac:spMk id="3" creationId="{CBC1E39C-9B83-7B6A-16DE-BC6F2CEF38D7}"/>
          </ac:spMkLst>
        </pc:spChg>
        <pc:spChg chg="add mod">
          <ac:chgData name="Mead, Steven" userId="f4ab466b-df44-4c28-8ef2-9a3c4663d748" providerId="ADAL" clId="{86195803-F933-4614-8D32-C7875AED1292}" dt="2023-11-08T20:32:19.874" v="2924" actId="1582"/>
          <ac:spMkLst>
            <pc:docMk/>
            <pc:sldMk cId="1762819298" sldId="402"/>
            <ac:spMk id="7" creationId="{CC40ED8A-BFE2-2C23-D4FF-48B9BC98C667}"/>
          </ac:spMkLst>
        </pc:spChg>
        <pc:spChg chg="add mod">
          <ac:chgData name="Mead, Steven" userId="f4ab466b-df44-4c28-8ef2-9a3c4663d748" providerId="ADAL" clId="{86195803-F933-4614-8D32-C7875AED1292}" dt="2023-11-08T20:32:33.505" v="2926" actId="1076"/>
          <ac:spMkLst>
            <pc:docMk/>
            <pc:sldMk cId="1762819298" sldId="402"/>
            <ac:spMk id="8" creationId="{F5CB2219-51D3-FA61-7715-CB15013D6D7D}"/>
          </ac:spMkLst>
        </pc:spChg>
      </pc:sldChg>
      <pc:sldChg chg="addSp modSp mod ord">
        <pc:chgData name="Mead, Steven" userId="f4ab466b-df44-4c28-8ef2-9a3c4663d748" providerId="ADAL" clId="{86195803-F933-4614-8D32-C7875AED1292}" dt="2023-11-08T20:34:58.960" v="2941" actId="113"/>
        <pc:sldMkLst>
          <pc:docMk/>
          <pc:sldMk cId="1413616200" sldId="404"/>
        </pc:sldMkLst>
        <pc:spChg chg="mod">
          <ac:chgData name="Mead, Steven" userId="f4ab466b-df44-4c28-8ef2-9a3c4663d748" providerId="ADAL" clId="{86195803-F933-4614-8D32-C7875AED1292}" dt="2023-11-08T20:34:32.199" v="2936" actId="1076"/>
          <ac:spMkLst>
            <pc:docMk/>
            <pc:sldMk cId="1413616200" sldId="404"/>
            <ac:spMk id="3" creationId="{F0889E39-DE05-DBB4-0699-667C0B57F843}"/>
          </ac:spMkLst>
        </pc:spChg>
        <pc:spChg chg="add mod">
          <ac:chgData name="Mead, Steven" userId="f4ab466b-df44-4c28-8ef2-9a3c4663d748" providerId="ADAL" clId="{86195803-F933-4614-8D32-C7875AED1292}" dt="2023-11-08T20:34:58.960" v="2941" actId="113"/>
          <ac:spMkLst>
            <pc:docMk/>
            <pc:sldMk cId="1413616200" sldId="404"/>
            <ac:spMk id="4" creationId="{678A7E55-81D7-1F30-FF7C-D6F6CF7A302A}"/>
          </ac:spMkLst>
        </pc:spChg>
        <pc:spChg chg="add mod">
          <ac:chgData name="Mead, Steven" userId="f4ab466b-df44-4c28-8ef2-9a3c4663d748" providerId="ADAL" clId="{86195803-F933-4614-8D32-C7875AED1292}" dt="2023-11-08T20:34:57.373" v="2940"/>
          <ac:spMkLst>
            <pc:docMk/>
            <pc:sldMk cId="1413616200" sldId="404"/>
            <ac:spMk id="6" creationId="{6C1B65E8-5296-76A0-14B4-D5D51172428E}"/>
          </ac:spMkLst>
        </pc:spChg>
        <pc:picChg chg="mod">
          <ac:chgData name="Mead, Steven" userId="f4ab466b-df44-4c28-8ef2-9a3c4663d748" providerId="ADAL" clId="{86195803-F933-4614-8D32-C7875AED1292}" dt="2023-11-08T20:34:52.367" v="2938" actId="14100"/>
          <ac:picMkLst>
            <pc:docMk/>
            <pc:sldMk cId="1413616200" sldId="404"/>
            <ac:picMk id="5" creationId="{18DB88B4-606F-B036-CC55-63B294DF1220}"/>
          </ac:picMkLst>
        </pc:picChg>
      </pc:sldChg>
      <pc:sldMasterChg chg="delSldLayout">
        <pc:chgData name="Mead, Steven" userId="f4ab466b-df44-4c28-8ef2-9a3c4663d748" providerId="ADAL" clId="{86195803-F933-4614-8D32-C7875AED1292}" dt="2023-11-08T17:32:26.613" v="1265" actId="47"/>
        <pc:sldMasterMkLst>
          <pc:docMk/>
          <pc:sldMasterMk cId="2566730398" sldId="2147483705"/>
        </pc:sldMasterMkLst>
        <pc:sldLayoutChg chg="del">
          <pc:chgData name="Mead, Steven" userId="f4ab466b-df44-4c28-8ef2-9a3c4663d748" providerId="ADAL" clId="{86195803-F933-4614-8D32-C7875AED1292}" dt="2023-11-08T17:32:26.613" v="1265" actId="47"/>
          <pc:sldLayoutMkLst>
            <pc:docMk/>
            <pc:sldMasterMk cId="2566730398" sldId="2147483705"/>
            <pc:sldLayoutMk cId="484010238" sldId="2147483719"/>
          </pc:sldLayoutMkLst>
        </pc:sldLayoutChg>
      </pc:sldMasterChg>
    </pc:docChg>
  </pc:docChgLst>
  <pc:docChgLst>
    <pc:chgData name="Mead, Steven" userId="S::steven.j.mead@tees.ac.uk::f4ab466b-df44-4c28-8ef2-9a3c4663d748" providerId="AD" clId="Web-{12743453-2C34-E99F-58D8-15DACB827F18}"/>
    <pc:docChg chg="addSld delSld modSld">
      <pc:chgData name="Mead, Steven" userId="S::steven.j.mead@tees.ac.uk::f4ab466b-df44-4c28-8ef2-9a3c4663d748" providerId="AD" clId="Web-{12743453-2C34-E99F-58D8-15DACB827F18}" dt="2023-11-01T17:42:12.622" v="103"/>
      <pc:docMkLst>
        <pc:docMk/>
      </pc:docMkLst>
      <pc:sldChg chg="modSp">
        <pc:chgData name="Mead, Steven" userId="S::steven.j.mead@tees.ac.uk::f4ab466b-df44-4c28-8ef2-9a3c4663d748" providerId="AD" clId="Web-{12743453-2C34-E99F-58D8-15DACB827F18}" dt="2023-11-01T17:01:24.053" v="12" actId="20577"/>
        <pc:sldMkLst>
          <pc:docMk/>
          <pc:sldMk cId="0" sldId="256"/>
        </pc:sldMkLst>
        <pc:spChg chg="mod">
          <ac:chgData name="Mead, Steven" userId="S::steven.j.mead@tees.ac.uk::f4ab466b-df44-4c28-8ef2-9a3c4663d748" providerId="AD" clId="Web-{12743453-2C34-E99F-58D8-15DACB827F18}" dt="2023-11-01T17:01:24.053" v="12" actId="20577"/>
          <ac:spMkLst>
            <pc:docMk/>
            <pc:sldMk cId="0" sldId="256"/>
            <ac:spMk id="122" creationId="{00000000-0000-0000-0000-000000000000}"/>
          </ac:spMkLst>
        </pc:spChg>
      </pc:sldChg>
      <pc:sldChg chg="modSp">
        <pc:chgData name="Mead, Steven" userId="S::steven.j.mead@tees.ac.uk::f4ab466b-df44-4c28-8ef2-9a3c4663d748" providerId="AD" clId="Web-{12743453-2C34-E99F-58D8-15DACB827F18}" dt="2023-11-01T17:01:36.523" v="14" actId="20577"/>
        <pc:sldMkLst>
          <pc:docMk/>
          <pc:sldMk cId="0" sldId="258"/>
        </pc:sldMkLst>
        <pc:spChg chg="mod">
          <ac:chgData name="Mead, Steven" userId="S::steven.j.mead@tees.ac.uk::f4ab466b-df44-4c28-8ef2-9a3c4663d748" providerId="AD" clId="Web-{12743453-2C34-E99F-58D8-15DACB827F18}" dt="2023-11-01T17:01:36.523" v="14" actId="20577"/>
          <ac:spMkLst>
            <pc:docMk/>
            <pc:sldMk cId="0" sldId="258"/>
            <ac:spMk id="132" creationId="{00000000-0000-0000-0000-000000000000}"/>
          </ac:spMkLst>
        </pc:spChg>
      </pc:sldChg>
      <pc:sldChg chg="modSp">
        <pc:chgData name="Mead, Steven" userId="S::steven.j.mead@tees.ac.uk::f4ab466b-df44-4c28-8ef2-9a3c4663d748" providerId="AD" clId="Web-{12743453-2C34-E99F-58D8-15DACB827F18}" dt="2023-11-01T17:10:47.818" v="50" actId="20577"/>
        <pc:sldMkLst>
          <pc:docMk/>
          <pc:sldMk cId="0" sldId="259"/>
        </pc:sldMkLst>
        <pc:spChg chg="mod">
          <ac:chgData name="Mead, Steven" userId="S::steven.j.mead@tees.ac.uk::f4ab466b-df44-4c28-8ef2-9a3c4663d748" providerId="AD" clId="Web-{12743453-2C34-E99F-58D8-15DACB827F18}" dt="2023-11-01T17:02:10.648" v="31" actId="20577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Mead, Steven" userId="S::steven.j.mead@tees.ac.uk::f4ab466b-df44-4c28-8ef2-9a3c4663d748" providerId="AD" clId="Web-{12743453-2C34-E99F-58D8-15DACB827F18}" dt="2023-11-01T17:10:47.818" v="50" actId="20577"/>
          <ac:spMkLst>
            <pc:docMk/>
            <pc:sldMk cId="0" sldId="259"/>
            <ac:spMk id="138" creationId="{00000000-0000-0000-0000-000000000000}"/>
          </ac:spMkLst>
        </pc:spChg>
      </pc:sldChg>
      <pc:sldChg chg="del">
        <pc:chgData name="Mead, Steven" userId="S::steven.j.mead@tees.ac.uk::f4ab466b-df44-4c28-8ef2-9a3c4663d748" providerId="AD" clId="Web-{12743453-2C34-E99F-58D8-15DACB827F18}" dt="2023-11-01T17:41:49.058" v="82"/>
        <pc:sldMkLst>
          <pc:docMk/>
          <pc:sldMk cId="0" sldId="260"/>
        </pc:sldMkLst>
      </pc:sldChg>
      <pc:sldChg chg="modSp">
        <pc:chgData name="Mead, Steven" userId="S::steven.j.mead@tees.ac.uk::f4ab466b-df44-4c28-8ef2-9a3c4663d748" providerId="AD" clId="Web-{12743453-2C34-E99F-58D8-15DACB827F18}" dt="2023-11-01T17:10:58.005" v="55" actId="20577"/>
        <pc:sldMkLst>
          <pc:docMk/>
          <pc:sldMk cId="0" sldId="261"/>
        </pc:sldMkLst>
        <pc:spChg chg="mod">
          <ac:chgData name="Mead, Steven" userId="S::steven.j.mead@tees.ac.uk::f4ab466b-df44-4c28-8ef2-9a3c4663d748" providerId="AD" clId="Web-{12743453-2C34-E99F-58D8-15DACB827F18}" dt="2023-11-01T17:10:54.021" v="54" actId="20577"/>
          <ac:spMkLst>
            <pc:docMk/>
            <pc:sldMk cId="0" sldId="261"/>
            <ac:spMk id="148" creationId="{00000000-0000-0000-0000-000000000000}"/>
          </ac:spMkLst>
        </pc:spChg>
        <pc:spChg chg="mod">
          <ac:chgData name="Mead, Steven" userId="S::steven.j.mead@tees.ac.uk::f4ab466b-df44-4c28-8ef2-9a3c4663d748" providerId="AD" clId="Web-{12743453-2C34-E99F-58D8-15DACB827F18}" dt="2023-11-01T17:10:58.005" v="55" actId="20577"/>
          <ac:spMkLst>
            <pc:docMk/>
            <pc:sldMk cId="0" sldId="261"/>
            <ac:spMk id="149" creationId="{00000000-0000-0000-0000-000000000000}"/>
          </ac:spMkLst>
        </pc:spChg>
      </pc:sldChg>
      <pc:sldChg chg="modSp">
        <pc:chgData name="Mead, Steven" userId="S::steven.j.mead@tees.ac.uk::f4ab466b-df44-4c28-8ef2-9a3c4663d748" providerId="AD" clId="Web-{12743453-2C34-E99F-58D8-15DACB827F18}" dt="2023-11-01T17:12:51.336" v="81" actId="20577"/>
        <pc:sldMkLst>
          <pc:docMk/>
          <pc:sldMk cId="0" sldId="262"/>
        </pc:sldMkLst>
        <pc:spChg chg="mod">
          <ac:chgData name="Mead, Steven" userId="S::steven.j.mead@tees.ac.uk::f4ab466b-df44-4c28-8ef2-9a3c4663d748" providerId="AD" clId="Web-{12743453-2C34-E99F-58D8-15DACB827F18}" dt="2023-11-01T17:11:14.318" v="60" actId="20577"/>
          <ac:spMkLst>
            <pc:docMk/>
            <pc:sldMk cId="0" sldId="262"/>
            <ac:spMk id="152" creationId="{00000000-0000-0000-0000-000000000000}"/>
          </ac:spMkLst>
        </pc:spChg>
        <pc:spChg chg="mod">
          <ac:chgData name="Mead, Steven" userId="S::steven.j.mead@tees.ac.uk::f4ab466b-df44-4c28-8ef2-9a3c4663d748" providerId="AD" clId="Web-{12743453-2C34-E99F-58D8-15DACB827F18}" dt="2023-11-01T17:11:04.177" v="58" actId="20577"/>
          <ac:spMkLst>
            <pc:docMk/>
            <pc:sldMk cId="0" sldId="262"/>
            <ac:spMk id="153" creationId="{00000000-0000-0000-0000-000000000000}"/>
          </ac:spMkLst>
        </pc:spChg>
        <pc:spChg chg="mod">
          <ac:chgData name="Mead, Steven" userId="S::steven.j.mead@tees.ac.uk::f4ab466b-df44-4c28-8ef2-9a3c4663d748" providerId="AD" clId="Web-{12743453-2C34-E99F-58D8-15DACB827F18}" dt="2023-11-01T17:12:51.336" v="81" actId="20577"/>
          <ac:spMkLst>
            <pc:docMk/>
            <pc:sldMk cId="0" sldId="262"/>
            <ac:spMk id="155" creationId="{00000000-0000-0000-0000-000000000000}"/>
          </ac:spMkLst>
        </pc:spChg>
      </pc:sldChg>
      <pc:sldChg chg="del">
        <pc:chgData name="Mead, Steven" userId="S::steven.j.mead@tees.ac.uk::f4ab466b-df44-4c28-8ef2-9a3c4663d748" providerId="AD" clId="Web-{12743453-2C34-E99F-58D8-15DACB827F18}" dt="2023-11-01T17:11:20.334" v="77"/>
        <pc:sldMkLst>
          <pc:docMk/>
          <pc:sldMk cId="1647107672" sldId="263"/>
        </pc:sldMkLst>
        <pc:spChg chg="mod ord">
          <ac:chgData name="Mead, Steven" userId="S::steven.j.mead@tees.ac.uk::f4ab466b-df44-4c28-8ef2-9a3c4663d748" providerId="AD" clId="Web-{12743453-2C34-E99F-58D8-15DACB827F18}" dt="2023-11-01T17:41:57.824" v="84"/>
          <ac:spMkLst>
            <pc:docMk/>
            <pc:sldMk cId="1647107672" sldId="263"/>
            <ac:spMk id="2" creationId="{DF1D15B1-6E53-2073-80E3-407B0BBA0FCE}"/>
          </ac:spMkLst>
        </pc:spChg>
        <pc:spChg chg="del">
          <ac:chgData name="Mead, Steven" userId="S::steven.j.mead@tees.ac.uk::f4ab466b-df44-4c28-8ef2-9a3c4663d748" providerId="AD" clId="Web-{12743453-2C34-E99F-58D8-15DACB827F18}" dt="2023-11-01T17:41:57.824" v="84"/>
          <ac:spMkLst>
            <pc:docMk/>
            <pc:sldMk cId="1647107672" sldId="263"/>
            <ac:spMk id="3" creationId="{6A55EC9B-6B0A-CFA4-64B7-AD39DB011732}"/>
          </ac:spMkLst>
        </pc:spChg>
        <pc:spChg chg="mod ord">
          <ac:chgData name="Mead, Steven" userId="S::steven.j.mead@tees.ac.uk::f4ab466b-df44-4c28-8ef2-9a3c4663d748" providerId="AD" clId="Web-{12743453-2C34-E99F-58D8-15DACB827F18}" dt="2023-11-01T17:42:08.950" v="102" actId="20577"/>
          <ac:spMkLst>
            <pc:docMk/>
            <pc:sldMk cId="1647107672" sldId="263"/>
            <ac:spMk id="4" creationId="{AD7BA53A-2A02-70A8-5F49-9B8A16853F81}"/>
          </ac:spMkLst>
        </pc:spChg>
      </pc:sldChg>
      <pc:sldChg chg="new">
        <pc:chgData name="Mead, Steven" userId="S::steven.j.mead@tees.ac.uk::f4ab466b-df44-4c28-8ef2-9a3c4663d748" providerId="AD" clId="Web-{12743453-2C34-E99F-58D8-15DACB827F18}" dt="2023-11-01T17:42:12.622" v="103"/>
        <pc:sldMkLst>
          <pc:docMk/>
          <pc:sldMk cId="1786701854" sldId="264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34" v="75"/>
        <pc:sldMkLst>
          <pc:docMk/>
          <pc:sldMk cId="0" sldId="265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74"/>
        <pc:sldMkLst>
          <pc:docMk/>
          <pc:sldMk cId="2789091008" sldId="266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73"/>
        <pc:sldMkLst>
          <pc:docMk/>
          <pc:sldMk cId="1171960937" sldId="267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72"/>
        <pc:sldMkLst>
          <pc:docMk/>
          <pc:sldMk cId="2401486334" sldId="268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71"/>
        <pc:sldMkLst>
          <pc:docMk/>
          <pc:sldMk cId="375407589" sldId="269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70"/>
        <pc:sldMkLst>
          <pc:docMk/>
          <pc:sldMk cId="1774846097" sldId="270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69"/>
        <pc:sldMkLst>
          <pc:docMk/>
          <pc:sldMk cId="157922610" sldId="271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18" v="68"/>
        <pc:sldMkLst>
          <pc:docMk/>
          <pc:sldMk cId="210620914" sldId="272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7"/>
        <pc:sldMkLst>
          <pc:docMk/>
          <pc:sldMk cId="338625747" sldId="273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6"/>
        <pc:sldMkLst>
          <pc:docMk/>
          <pc:sldMk cId="1001329749" sldId="274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3"/>
        <pc:sldMkLst>
          <pc:docMk/>
          <pc:sldMk cId="0" sldId="275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2"/>
        <pc:sldMkLst>
          <pc:docMk/>
          <pc:sldMk cId="0" sldId="276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1"/>
        <pc:sldMkLst>
          <pc:docMk/>
          <pc:sldMk cId="0" sldId="277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5"/>
        <pc:sldMkLst>
          <pc:docMk/>
          <pc:sldMk cId="1633365311" sldId="278"/>
        </pc:sldMkLst>
      </pc:sldChg>
      <pc:sldChg chg="del">
        <pc:chgData name="Mead, Steven" userId="S::steven.j.mead@tees.ac.uk::f4ab466b-df44-4c28-8ef2-9a3c4663d748" providerId="AD" clId="Web-{12743453-2C34-E99F-58D8-15DACB827F18}" dt="2023-11-01T17:11:20.303" v="64"/>
        <pc:sldMkLst>
          <pc:docMk/>
          <pc:sldMk cId="3655528180" sldId="279"/>
        </pc:sldMkLst>
      </pc:sldChg>
    </pc:docChg>
  </pc:docChgLst>
  <pc:docChgLst>
    <pc:chgData name="Mead, Steven" userId="S::steven.j.mead@tees.ac.uk::f4ab466b-df44-4c28-8ef2-9a3c4663d748" providerId="AD" clId="Web-{08EC5F82-C359-BF65-56FB-8BF022C4811A}"/>
    <pc:docChg chg="addSld modSld sldOrd">
      <pc:chgData name="Mead, Steven" userId="S::steven.j.mead@tees.ac.uk::f4ab466b-df44-4c28-8ef2-9a3c4663d748" providerId="AD" clId="Web-{08EC5F82-C359-BF65-56FB-8BF022C4811A}" dt="2023-11-08T19:38:31.434" v="2066" actId="20577"/>
      <pc:docMkLst>
        <pc:docMk/>
      </pc:docMkLst>
      <pc:sldChg chg="modSp">
        <pc:chgData name="Mead, Steven" userId="S::steven.j.mead@tees.ac.uk::f4ab466b-df44-4c28-8ef2-9a3c4663d748" providerId="AD" clId="Web-{08EC5F82-C359-BF65-56FB-8BF022C4811A}" dt="2023-11-08T17:42:39.299" v="59" actId="20577"/>
        <pc:sldMkLst>
          <pc:docMk/>
          <pc:sldMk cId="0" sldId="262"/>
        </pc:sldMkLst>
        <pc:spChg chg="mod">
          <ac:chgData name="Mead, Steven" userId="S::steven.j.mead@tees.ac.uk::f4ab466b-df44-4c28-8ef2-9a3c4663d748" providerId="AD" clId="Web-{08EC5F82-C359-BF65-56FB-8BF022C4811A}" dt="2023-11-08T17:42:39.299" v="59" actId="20577"/>
          <ac:spMkLst>
            <pc:docMk/>
            <pc:sldMk cId="0" sldId="262"/>
            <ac:spMk id="155" creationId="{00000000-0000-0000-0000-000000000000}"/>
          </ac:spMkLst>
        </pc:spChg>
      </pc:sldChg>
      <pc:sldChg chg="modSp">
        <pc:chgData name="Mead, Steven" userId="S::steven.j.mead@tees.ac.uk::f4ab466b-df44-4c28-8ef2-9a3c4663d748" providerId="AD" clId="Web-{08EC5F82-C359-BF65-56FB-8BF022C4811A}" dt="2023-11-08T19:00:41.854" v="1328" actId="20577"/>
        <pc:sldMkLst>
          <pc:docMk/>
          <pc:sldMk cId="157922610" sldId="271"/>
        </pc:sldMkLst>
        <pc:spChg chg="mod">
          <ac:chgData name="Mead, Steven" userId="S::steven.j.mead@tees.ac.uk::f4ab466b-df44-4c28-8ef2-9a3c4663d748" providerId="AD" clId="Web-{08EC5F82-C359-BF65-56FB-8BF022C4811A}" dt="2023-11-08T19:00:41.854" v="1328" actId="20577"/>
          <ac:spMkLst>
            <pc:docMk/>
            <pc:sldMk cId="157922610" sldId="271"/>
            <ac:spMk id="7" creationId="{7D5A4592-8587-B062-274A-BAC0B2EFE70B}"/>
          </ac:spMkLst>
        </pc:spChg>
        <pc:spChg chg="mod">
          <ac:chgData name="Mead, Steven" userId="S::steven.j.mead@tees.ac.uk::f4ab466b-df44-4c28-8ef2-9a3c4663d748" providerId="AD" clId="Web-{08EC5F82-C359-BF65-56FB-8BF022C4811A}" dt="2023-11-08T19:00:30.291" v="1323" actId="20577"/>
          <ac:spMkLst>
            <pc:docMk/>
            <pc:sldMk cId="157922610" sldId="271"/>
            <ac:spMk id="8" creationId="{3972CCB1-747C-2087-973D-CCEB2E81BE54}"/>
          </ac:spMkLst>
        </pc:spChg>
      </pc:sldChg>
      <pc:sldChg chg="addSp delSp modSp">
        <pc:chgData name="Mead, Steven" userId="S::steven.j.mead@tees.ac.uk::f4ab466b-df44-4c28-8ef2-9a3c4663d748" providerId="AD" clId="Web-{08EC5F82-C359-BF65-56FB-8BF022C4811A}" dt="2023-11-08T17:39:57.292" v="0"/>
        <pc:sldMkLst>
          <pc:docMk/>
          <pc:sldMk cId="3398720354" sldId="395"/>
        </pc:sldMkLst>
        <pc:spChg chg="del">
          <ac:chgData name="Mead, Steven" userId="S::steven.j.mead@tees.ac.uk::f4ab466b-df44-4c28-8ef2-9a3c4663d748" providerId="AD" clId="Web-{08EC5F82-C359-BF65-56FB-8BF022C4811A}" dt="2023-11-08T17:39:57.292" v="0"/>
          <ac:spMkLst>
            <pc:docMk/>
            <pc:sldMk cId="3398720354" sldId="395"/>
            <ac:spMk id="5" creationId="{F590C5FF-70C6-EF6D-4C90-79169D1BEB04}"/>
          </ac:spMkLst>
        </pc:spChg>
        <pc:picChg chg="add mod ord">
          <ac:chgData name="Mead, Steven" userId="S::steven.j.mead@tees.ac.uk::f4ab466b-df44-4c28-8ef2-9a3c4663d748" providerId="AD" clId="Web-{08EC5F82-C359-BF65-56FB-8BF022C4811A}" dt="2023-11-08T17:39:57.292" v="0"/>
          <ac:picMkLst>
            <pc:docMk/>
            <pc:sldMk cId="3398720354" sldId="395"/>
            <ac:picMk id="2" creationId="{A87997DA-BFA6-5D4D-AC00-852284F2C535}"/>
          </ac:picMkLst>
        </pc:picChg>
      </pc:sldChg>
      <pc:sldChg chg="delSp modSp new mod modClrScheme chgLayout">
        <pc:chgData name="Mead, Steven" userId="S::steven.j.mead@tees.ac.uk::f4ab466b-df44-4c28-8ef2-9a3c4663d748" providerId="AD" clId="Web-{08EC5F82-C359-BF65-56FB-8BF022C4811A}" dt="2023-11-08T17:43:12.566" v="79" actId="20577"/>
        <pc:sldMkLst>
          <pc:docMk/>
          <pc:sldMk cId="3894765879" sldId="396"/>
        </pc:sldMkLst>
        <pc:spChg chg="mod ord">
          <ac:chgData name="Mead, Steven" userId="S::steven.j.mead@tees.ac.uk::f4ab466b-df44-4c28-8ef2-9a3c4663d748" providerId="AD" clId="Web-{08EC5F82-C359-BF65-56FB-8BF022C4811A}" dt="2023-11-08T17:43:12.566" v="79" actId="20577"/>
          <ac:spMkLst>
            <pc:docMk/>
            <pc:sldMk cId="3894765879" sldId="396"/>
            <ac:spMk id="2" creationId="{36184421-183D-3B1A-78B1-92AD5FFCAA56}"/>
          </ac:spMkLst>
        </pc:spChg>
        <pc:spChg chg="mod ord">
          <ac:chgData name="Mead, Steven" userId="S::steven.j.mead@tees.ac.uk::f4ab466b-df44-4c28-8ef2-9a3c4663d748" providerId="AD" clId="Web-{08EC5F82-C359-BF65-56FB-8BF022C4811A}" dt="2023-11-08T17:43:03.331" v="61"/>
          <ac:spMkLst>
            <pc:docMk/>
            <pc:sldMk cId="3894765879" sldId="396"/>
            <ac:spMk id="3" creationId="{AEAD9287-8A82-D0EC-31C6-AA0ADDE84BAA}"/>
          </ac:spMkLst>
        </pc:spChg>
        <pc:spChg chg="del">
          <ac:chgData name="Mead, Steven" userId="S::steven.j.mead@tees.ac.uk::f4ab466b-df44-4c28-8ef2-9a3c4663d748" providerId="AD" clId="Web-{08EC5F82-C359-BF65-56FB-8BF022C4811A}" dt="2023-11-08T17:43:03.331" v="61"/>
          <ac:spMkLst>
            <pc:docMk/>
            <pc:sldMk cId="3894765879" sldId="396"/>
            <ac:spMk id="4" creationId="{970B6431-A9CE-6D19-EE90-FC295B3C2702}"/>
          </ac:spMkLst>
        </pc:spChg>
      </pc:sldChg>
      <pc:sldChg chg="addSp delSp modSp new mod modClrScheme chgLayout">
        <pc:chgData name="Mead, Steven" userId="S::steven.j.mead@tees.ac.uk::f4ab466b-df44-4c28-8ef2-9a3c4663d748" providerId="AD" clId="Web-{08EC5F82-C359-BF65-56FB-8BF022C4811A}" dt="2023-11-08T19:38:31.434" v="2066" actId="20577"/>
        <pc:sldMkLst>
          <pc:docMk/>
          <pc:sldMk cId="2361983109" sldId="397"/>
        </pc:sldMkLst>
        <pc:spChg chg="mod ord">
          <ac:chgData name="Mead, Steven" userId="S::steven.j.mead@tees.ac.uk::f4ab466b-df44-4c28-8ef2-9a3c4663d748" providerId="AD" clId="Web-{08EC5F82-C359-BF65-56FB-8BF022C4811A}" dt="2023-11-08T17:47:15.197" v="113" actId="20577"/>
          <ac:spMkLst>
            <pc:docMk/>
            <pc:sldMk cId="2361983109" sldId="397"/>
            <ac:spMk id="2" creationId="{676C7CA2-BE1A-DB5D-D730-A3B2F1E1A8B6}"/>
          </ac:spMkLst>
        </pc:spChg>
        <pc:spChg chg="mod ord">
          <ac:chgData name="Mead, Steven" userId="S::steven.j.mead@tees.ac.uk::f4ab466b-df44-4c28-8ef2-9a3c4663d748" providerId="AD" clId="Web-{08EC5F82-C359-BF65-56FB-8BF022C4811A}" dt="2023-11-08T19:38:31.434" v="2066" actId="20577"/>
          <ac:spMkLst>
            <pc:docMk/>
            <pc:sldMk cId="2361983109" sldId="397"/>
            <ac:spMk id="3" creationId="{6CABC093-2DAA-E447-D0CC-849006667697}"/>
          </ac:spMkLst>
        </pc:spChg>
        <pc:spChg chg="add del mod ord">
          <ac:chgData name="Mead, Steven" userId="S::steven.j.mead@tees.ac.uk::f4ab466b-df44-4c28-8ef2-9a3c4663d748" providerId="AD" clId="Web-{08EC5F82-C359-BF65-56FB-8BF022C4811A}" dt="2023-11-08T17:46:26.540" v="82"/>
          <ac:spMkLst>
            <pc:docMk/>
            <pc:sldMk cId="2361983109" sldId="397"/>
            <ac:spMk id="4" creationId="{659DF8EE-B0E8-14E4-7AA3-854F51B54953}"/>
          </ac:spMkLst>
        </pc:spChg>
        <pc:picChg chg="add mod ord">
          <ac:chgData name="Mead, Steven" userId="S::steven.j.mead@tees.ac.uk::f4ab466b-df44-4c28-8ef2-9a3c4663d748" providerId="AD" clId="Web-{08EC5F82-C359-BF65-56FB-8BF022C4811A}" dt="2023-11-08T17:46:26.540" v="82"/>
          <ac:picMkLst>
            <pc:docMk/>
            <pc:sldMk cId="2361983109" sldId="397"/>
            <ac:picMk id="5" creationId="{1D2EC88B-4BF5-3191-9E3E-C81A3B0CA3B2}"/>
          </ac:picMkLst>
        </pc:picChg>
      </pc:sldChg>
      <pc:sldChg chg="addSp modSp new">
        <pc:chgData name="Mead, Steven" userId="S::steven.j.mead@tees.ac.uk::f4ab466b-df44-4c28-8ef2-9a3c4663d748" providerId="AD" clId="Web-{08EC5F82-C359-BF65-56FB-8BF022C4811A}" dt="2023-11-08T18:50:53.089" v="624" actId="14100"/>
        <pc:sldMkLst>
          <pc:docMk/>
          <pc:sldMk cId="2936483504" sldId="398"/>
        </pc:sldMkLst>
        <pc:spChg chg="mod">
          <ac:chgData name="Mead, Steven" userId="S::steven.j.mead@tees.ac.uk::f4ab466b-df44-4c28-8ef2-9a3c4663d748" providerId="AD" clId="Web-{08EC5F82-C359-BF65-56FB-8BF022C4811A}" dt="2023-11-08T17:50:35.062" v="330" actId="20577"/>
          <ac:spMkLst>
            <pc:docMk/>
            <pc:sldMk cId="2936483504" sldId="398"/>
            <ac:spMk id="2" creationId="{24037E62-A315-C937-1C6B-ABE3DEC67B66}"/>
          </ac:spMkLst>
        </pc:spChg>
        <pc:spChg chg="mod">
          <ac:chgData name="Mead, Steven" userId="S::steven.j.mead@tees.ac.uk::f4ab466b-df44-4c28-8ef2-9a3c4663d748" providerId="AD" clId="Web-{08EC5F82-C359-BF65-56FB-8BF022C4811A}" dt="2023-11-08T18:13:50.325" v="388" actId="20577"/>
          <ac:spMkLst>
            <pc:docMk/>
            <pc:sldMk cId="2936483504" sldId="398"/>
            <ac:spMk id="3" creationId="{2966AAD2-B3CA-91AB-8713-427A53AC3A5F}"/>
          </ac:spMkLst>
        </pc:spChg>
        <pc:spChg chg="mod">
          <ac:chgData name="Mead, Steven" userId="S::steven.j.mead@tees.ac.uk::f4ab466b-df44-4c28-8ef2-9a3c4663d748" providerId="AD" clId="Web-{08EC5F82-C359-BF65-56FB-8BF022C4811A}" dt="2023-11-08T18:14:57.721" v="421" actId="20577"/>
          <ac:spMkLst>
            <pc:docMk/>
            <pc:sldMk cId="2936483504" sldId="398"/>
            <ac:spMk id="4" creationId="{25B1B3A7-27BB-0757-C0B2-B20FC228AC3B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8:17:41.719" v="457"/>
          <ac:spMkLst>
            <pc:docMk/>
            <pc:sldMk cId="2936483504" sldId="398"/>
            <ac:spMk id="5" creationId="{96D6C37B-3ED7-8B2B-A39C-95B4395B5A8C}"/>
          </ac:spMkLst>
        </pc:spChg>
        <pc:spChg chg="mod">
          <ac:chgData name="Mead, Steven" userId="S::steven.j.mead@tees.ac.uk::f4ab466b-df44-4c28-8ef2-9a3c4663d748" providerId="AD" clId="Web-{08EC5F82-C359-BF65-56FB-8BF022C4811A}" dt="2023-11-08T18:50:53.089" v="624" actId="14100"/>
          <ac:spMkLst>
            <pc:docMk/>
            <pc:sldMk cId="2936483504" sldId="398"/>
            <ac:spMk id="7" creationId="{A33B3144-C04D-D7D3-ED4A-EFB65E0E0EC3}"/>
          </ac:spMkLst>
        </pc:spChg>
        <pc:picChg chg="add mod">
          <ac:chgData name="Mead, Steven" userId="S::steven.j.mead@tees.ac.uk::f4ab466b-df44-4c28-8ef2-9a3c4663d748" providerId="AD" clId="Web-{08EC5F82-C359-BF65-56FB-8BF022C4811A}" dt="2023-11-08T18:18:51.880" v="461" actId="1076"/>
          <ac:picMkLst>
            <pc:docMk/>
            <pc:sldMk cId="2936483504" sldId="398"/>
            <ac:picMk id="6" creationId="{0DA053E4-0F69-90E2-1CA9-AF6C01FC1657}"/>
          </ac:picMkLst>
        </pc:picChg>
      </pc:sldChg>
      <pc:sldChg chg="delSp modSp new mod ord modClrScheme chgLayout">
        <pc:chgData name="Mead, Steven" userId="S::steven.j.mead@tees.ac.uk::f4ab466b-df44-4c28-8ef2-9a3c4663d748" providerId="AD" clId="Web-{08EC5F82-C359-BF65-56FB-8BF022C4811A}" dt="2023-11-08T19:30:22.297" v="2061"/>
        <pc:sldMkLst>
          <pc:docMk/>
          <pc:sldMk cId="3801166245" sldId="399"/>
        </pc:sldMkLst>
        <pc:spChg chg="mod ord">
          <ac:chgData name="Mead, Steven" userId="S::steven.j.mead@tees.ac.uk::f4ab466b-df44-4c28-8ef2-9a3c4663d748" providerId="AD" clId="Web-{08EC5F82-C359-BF65-56FB-8BF022C4811A}" dt="2023-11-08T18:20:22.419" v="527" actId="20577"/>
          <ac:spMkLst>
            <pc:docMk/>
            <pc:sldMk cId="3801166245" sldId="399"/>
            <ac:spMk id="2" creationId="{FE248039-DFCA-3A17-09F2-EEB4518131DD}"/>
          </ac:spMkLst>
        </pc:spChg>
        <pc:spChg chg="mod ord">
          <ac:chgData name="Mead, Steven" userId="S::steven.j.mead@tees.ac.uk::f4ab466b-df44-4c28-8ef2-9a3c4663d748" providerId="AD" clId="Web-{08EC5F82-C359-BF65-56FB-8BF022C4811A}" dt="2023-11-08T19:03:37.868" v="1363" actId="20577"/>
          <ac:spMkLst>
            <pc:docMk/>
            <pc:sldMk cId="3801166245" sldId="399"/>
            <ac:spMk id="3" creationId="{53A818E0-94C8-96F3-6318-DB744830D380}"/>
          </ac:spMkLst>
        </pc:spChg>
        <pc:spChg chg="del">
          <ac:chgData name="Mead, Steven" userId="S::steven.j.mead@tees.ac.uk::f4ab466b-df44-4c28-8ef2-9a3c4663d748" providerId="AD" clId="Web-{08EC5F82-C359-BF65-56FB-8BF022C4811A}" dt="2023-11-08T18:19:26.696" v="463"/>
          <ac:spMkLst>
            <pc:docMk/>
            <pc:sldMk cId="3801166245" sldId="399"/>
            <ac:spMk id="4" creationId="{85F74AE1-0AD3-CB22-C8A8-0F222953F4A7}"/>
          </ac:spMkLst>
        </pc:spChg>
      </pc:sldChg>
      <pc:sldChg chg="addSp delSp modSp new mod ord modClrScheme chgLayout">
        <pc:chgData name="Mead, Steven" userId="S::steven.j.mead@tees.ac.uk::f4ab466b-df44-4c28-8ef2-9a3c4663d748" providerId="AD" clId="Web-{08EC5F82-C359-BF65-56FB-8BF022C4811A}" dt="2023-11-08T19:30:22.297" v="2060"/>
        <pc:sldMkLst>
          <pc:docMk/>
          <pc:sldMk cId="3993205888" sldId="400"/>
        </pc:sldMkLst>
        <pc:spChg chg="mod ord">
          <ac:chgData name="Mead, Steven" userId="S::steven.j.mead@tees.ac.uk::f4ab466b-df44-4c28-8ef2-9a3c4663d748" providerId="AD" clId="Web-{08EC5F82-C359-BF65-56FB-8BF022C4811A}" dt="2023-11-08T18:21:05.719" v="554" actId="20577"/>
          <ac:spMkLst>
            <pc:docMk/>
            <pc:sldMk cId="3993205888" sldId="400"/>
            <ac:spMk id="2" creationId="{211AD537-DFD2-9B04-2201-02F8DEE6AEBE}"/>
          </ac:spMkLst>
        </pc:spChg>
        <pc:spChg chg="del mod ord">
          <ac:chgData name="Mead, Steven" userId="S::steven.j.mead@tees.ac.uk::f4ab466b-df44-4c28-8ef2-9a3c4663d748" providerId="AD" clId="Web-{08EC5F82-C359-BF65-56FB-8BF022C4811A}" dt="2023-11-08T18:20:53.421" v="537"/>
          <ac:spMkLst>
            <pc:docMk/>
            <pc:sldMk cId="3993205888" sldId="400"/>
            <ac:spMk id="3" creationId="{95503421-16A4-9412-165F-55E958FD4C13}"/>
          </ac:spMkLst>
        </pc:spChg>
        <pc:spChg chg="add del mod ord">
          <ac:chgData name="Mead, Steven" userId="S::steven.j.mead@tees.ac.uk::f4ab466b-df44-4c28-8ef2-9a3c4663d748" providerId="AD" clId="Web-{08EC5F82-C359-BF65-56FB-8BF022C4811A}" dt="2023-11-08T18:20:53.421" v="537"/>
          <ac:spMkLst>
            <pc:docMk/>
            <pc:sldMk cId="3993205888" sldId="400"/>
            <ac:spMk id="4" creationId="{A765CFB0-72DD-C8AF-0A5F-15A15C62D76F}"/>
          </ac:spMkLst>
        </pc:spChg>
        <pc:spChg chg="add del mod">
          <ac:chgData name="Mead, Steven" userId="S::steven.j.mead@tees.ac.uk::f4ab466b-df44-4c28-8ef2-9a3c4663d748" providerId="AD" clId="Web-{08EC5F82-C359-BF65-56FB-8BF022C4811A}" dt="2023-11-08T18:33:37.523" v="564"/>
          <ac:spMkLst>
            <pc:docMk/>
            <pc:sldMk cId="3993205888" sldId="400"/>
            <ac:spMk id="5" creationId="{2FA002D3-4AFB-0E6A-CDE9-95F34B4E4776}"/>
          </ac:spMkLst>
        </pc:spChg>
        <pc:spChg chg="mod">
          <ac:chgData name="Mead, Steven" userId="S::steven.j.mead@tees.ac.uk::f4ab466b-df44-4c28-8ef2-9a3c4663d748" providerId="AD" clId="Web-{08EC5F82-C359-BF65-56FB-8BF022C4811A}" dt="2023-11-08T19:28:46.920" v="2041" actId="20577"/>
          <ac:spMkLst>
            <pc:docMk/>
            <pc:sldMk cId="3993205888" sldId="400"/>
            <ac:spMk id="7" creationId="{B2F51993-5328-53CE-4958-519AFF167663}"/>
          </ac:spMkLst>
        </pc:spChg>
      </pc:sldChg>
      <pc:sldChg chg="addSp modSp ord addAnim">
        <pc:chgData name="Mead, Steven" userId="S::steven.j.mead@tees.ac.uk::f4ab466b-df44-4c28-8ef2-9a3c4663d748" providerId="AD" clId="Web-{08EC5F82-C359-BF65-56FB-8BF022C4811A}" dt="2023-11-08T19:30:22.297" v="2059"/>
        <pc:sldMkLst>
          <pc:docMk/>
          <pc:sldMk cId="2760262056" sldId="401"/>
        </pc:sldMkLst>
        <pc:spChg chg="add mod">
          <ac:chgData name="Mead, Steven" userId="S::steven.j.mead@tees.ac.uk::f4ab466b-df44-4c28-8ef2-9a3c4663d748" providerId="AD" clId="Web-{08EC5F82-C359-BF65-56FB-8BF022C4811A}" dt="2023-11-08T19:16:24.819" v="1908" actId="14100"/>
          <ac:spMkLst>
            <pc:docMk/>
            <pc:sldMk cId="2760262056" sldId="401"/>
            <ac:spMk id="3" creationId="{F8322453-B52F-A3DD-F5CB-239AEB94041F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9:16:33.148" v="1910" actId="14100"/>
          <ac:spMkLst>
            <pc:docMk/>
            <pc:sldMk cId="2760262056" sldId="401"/>
            <ac:spMk id="6" creationId="{D00A8DAE-9235-A79E-F029-C6BB523E74AD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9:17:04.338" v="1924" actId="20577"/>
          <ac:spMkLst>
            <pc:docMk/>
            <pc:sldMk cId="2760262056" sldId="401"/>
            <ac:spMk id="8" creationId="{518661CD-CD3B-CD02-95FF-A326DEAD6208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9:17:50.201" v="1928" actId="1076"/>
          <ac:spMkLst>
            <pc:docMk/>
            <pc:sldMk cId="2760262056" sldId="401"/>
            <ac:spMk id="9" creationId="{734E920E-1889-5092-852C-54A06EAA7D2A}"/>
          </ac:spMkLst>
        </pc:spChg>
        <pc:picChg chg="add mod">
          <ac:chgData name="Mead, Steven" userId="S::steven.j.mead@tees.ac.uk::f4ab466b-df44-4c28-8ef2-9a3c4663d748" providerId="AD" clId="Web-{08EC5F82-C359-BF65-56FB-8BF022C4811A}" dt="2023-11-08T19:07:37.074" v="1429" actId="1076"/>
          <ac:picMkLst>
            <pc:docMk/>
            <pc:sldMk cId="2760262056" sldId="401"/>
            <ac:picMk id="4" creationId="{48DEF3A6-3D8F-3162-36EA-9F453334BBE3}"/>
          </ac:picMkLst>
        </pc:picChg>
      </pc:sldChg>
      <pc:sldChg chg="addSp delSp modSp">
        <pc:chgData name="Mead, Steven" userId="S::steven.j.mead@tees.ac.uk::f4ab466b-df44-4c28-8ef2-9a3c4663d748" providerId="AD" clId="Web-{08EC5F82-C359-BF65-56FB-8BF022C4811A}" dt="2023-11-08T18:50:03.538" v="622" actId="14100"/>
        <pc:sldMkLst>
          <pc:docMk/>
          <pc:sldMk cId="1762819298" sldId="402"/>
        </pc:sldMkLst>
        <pc:spChg chg="mod">
          <ac:chgData name="Mead, Steven" userId="S::steven.j.mead@tees.ac.uk::f4ab466b-df44-4c28-8ef2-9a3c4663d748" providerId="AD" clId="Web-{08EC5F82-C359-BF65-56FB-8BF022C4811A}" dt="2023-11-08T18:49:33.504" v="618" actId="14100"/>
          <ac:spMkLst>
            <pc:docMk/>
            <pc:sldMk cId="1762819298" sldId="402"/>
            <ac:spMk id="3" creationId="{CBC1E39C-9B83-7B6A-16DE-BC6F2CEF38D7}"/>
          </ac:spMkLst>
        </pc:spChg>
        <pc:spChg chg="del">
          <ac:chgData name="Mead, Steven" userId="S::steven.j.mead@tees.ac.uk::f4ab466b-df44-4c28-8ef2-9a3c4663d748" providerId="AD" clId="Web-{08EC5F82-C359-BF65-56FB-8BF022C4811A}" dt="2023-11-08T18:47:57.106" v="565"/>
          <ac:spMkLst>
            <pc:docMk/>
            <pc:sldMk cId="1762819298" sldId="402"/>
            <ac:spMk id="4" creationId="{4C2B32FB-BC61-FBB8-58CC-F7BC450921DB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8:48:56.673" v="609" actId="1076"/>
          <ac:spMkLst>
            <pc:docMk/>
            <pc:sldMk cId="1762819298" sldId="402"/>
            <ac:spMk id="5" creationId="{19BCDD63-4B69-2576-A0FC-07191CEC74D1}"/>
          </ac:spMkLst>
        </pc:spChg>
        <pc:picChg chg="add mod">
          <ac:chgData name="Mead, Steven" userId="S::steven.j.mead@tees.ac.uk::f4ab466b-df44-4c28-8ef2-9a3c4663d748" providerId="AD" clId="Web-{08EC5F82-C359-BF65-56FB-8BF022C4811A}" dt="2023-11-08T18:50:03.538" v="622" actId="14100"/>
          <ac:picMkLst>
            <pc:docMk/>
            <pc:sldMk cId="1762819298" sldId="402"/>
            <ac:picMk id="6" creationId="{3F7F969F-1743-E025-09E0-923B666AD8EA}"/>
          </ac:picMkLst>
        </pc:picChg>
      </pc:sldChg>
      <pc:sldChg chg="delSp modSp new mod modClrScheme chgLayout">
        <pc:chgData name="Mead, Steven" userId="S::steven.j.mead@tees.ac.uk::f4ab466b-df44-4c28-8ef2-9a3c4663d748" providerId="AD" clId="Web-{08EC5F82-C359-BF65-56FB-8BF022C4811A}" dt="2023-11-08T18:59:17.379" v="1224" actId="20577"/>
        <pc:sldMkLst>
          <pc:docMk/>
          <pc:sldMk cId="3711660601" sldId="403"/>
        </pc:sldMkLst>
        <pc:spChg chg="mod ord">
          <ac:chgData name="Mead, Steven" userId="S::steven.j.mead@tees.ac.uk::f4ab466b-df44-4c28-8ef2-9a3c4663d748" providerId="AD" clId="Web-{08EC5F82-C359-BF65-56FB-8BF022C4811A}" dt="2023-11-08T18:52:20.189" v="634" actId="20577"/>
          <ac:spMkLst>
            <pc:docMk/>
            <pc:sldMk cId="3711660601" sldId="403"/>
            <ac:spMk id="2" creationId="{50B9EF0F-6CE7-6451-014C-D997C95E4BC5}"/>
          </ac:spMkLst>
        </pc:spChg>
        <pc:spChg chg="mod ord">
          <ac:chgData name="Mead, Steven" userId="S::steven.j.mead@tees.ac.uk::f4ab466b-df44-4c28-8ef2-9a3c4663d748" providerId="AD" clId="Web-{08EC5F82-C359-BF65-56FB-8BF022C4811A}" dt="2023-11-08T18:59:17.379" v="1224" actId="20577"/>
          <ac:spMkLst>
            <pc:docMk/>
            <pc:sldMk cId="3711660601" sldId="403"/>
            <ac:spMk id="3" creationId="{E4B84050-7F8A-45FD-AC7A-CA985599EB73}"/>
          </ac:spMkLst>
        </pc:spChg>
        <pc:spChg chg="del">
          <ac:chgData name="Mead, Steven" userId="S::steven.j.mead@tees.ac.uk::f4ab466b-df44-4c28-8ef2-9a3c4663d748" providerId="AD" clId="Web-{08EC5F82-C359-BF65-56FB-8BF022C4811A}" dt="2023-11-08T18:52:12.236" v="626"/>
          <ac:spMkLst>
            <pc:docMk/>
            <pc:sldMk cId="3711660601" sldId="403"/>
            <ac:spMk id="4" creationId="{B5241B02-AEFB-49D2-8FAF-18DE87AE60F0}"/>
          </ac:spMkLst>
        </pc:spChg>
      </pc:sldChg>
      <pc:sldChg chg="addSp modSp new ord">
        <pc:chgData name="Mead, Steven" userId="S::steven.j.mead@tees.ac.uk::f4ab466b-df44-4c28-8ef2-9a3c4663d748" providerId="AD" clId="Web-{08EC5F82-C359-BF65-56FB-8BF022C4811A}" dt="2023-11-08T19:37:52.589" v="2064" actId="1076"/>
        <pc:sldMkLst>
          <pc:docMk/>
          <pc:sldMk cId="1413616200" sldId="404"/>
        </pc:sldMkLst>
        <pc:spChg chg="mod">
          <ac:chgData name="Mead, Steven" userId="S::steven.j.mead@tees.ac.uk::f4ab466b-df44-4c28-8ef2-9a3c4663d748" providerId="AD" clId="Web-{08EC5F82-C359-BF65-56FB-8BF022C4811A}" dt="2023-11-08T19:23:24.912" v="1952" actId="20577"/>
          <ac:spMkLst>
            <pc:docMk/>
            <pc:sldMk cId="1413616200" sldId="404"/>
            <ac:spMk id="2" creationId="{B7C64AC1-98E6-9B45-0E54-58DE6576C7F8}"/>
          </ac:spMkLst>
        </pc:spChg>
        <pc:spChg chg="add mod">
          <ac:chgData name="Mead, Steven" userId="S::steven.j.mead@tees.ac.uk::f4ab466b-df44-4c28-8ef2-9a3c4663d748" providerId="AD" clId="Web-{08EC5F82-C359-BF65-56FB-8BF022C4811A}" dt="2023-11-08T19:29:46.562" v="2057" actId="14100"/>
          <ac:spMkLst>
            <pc:docMk/>
            <pc:sldMk cId="1413616200" sldId="404"/>
            <ac:spMk id="3" creationId="{F0889E39-DE05-DBB4-0699-667C0B57F843}"/>
          </ac:spMkLst>
        </pc:spChg>
        <pc:picChg chg="add mod">
          <ac:chgData name="Mead, Steven" userId="S::steven.j.mead@tees.ac.uk::f4ab466b-df44-4c28-8ef2-9a3c4663d748" providerId="AD" clId="Web-{08EC5F82-C359-BF65-56FB-8BF022C4811A}" dt="2023-11-08T19:37:52.589" v="2064" actId="1076"/>
          <ac:picMkLst>
            <pc:docMk/>
            <pc:sldMk cId="1413616200" sldId="404"/>
            <ac:picMk id="5" creationId="{18DB88B4-606F-B036-CC55-63B294DF1220}"/>
          </ac:picMkLst>
        </pc:picChg>
      </pc:sldChg>
    </pc:docChg>
  </pc:docChgLst>
  <pc:docChgLst>
    <pc:chgData name="Mead, Steven" userId="S::steven.j.mead@tees.ac.uk::f4ab466b-df44-4c28-8ef2-9a3c4663d748" providerId="AD" clId="Web-{5E5BC930-D571-8917-85EB-88F1CFE34F77}"/>
    <pc:docChg chg="addSld modSld sldOrd">
      <pc:chgData name="Mead, Steven" userId="S::steven.j.mead@tees.ac.uk::f4ab466b-df44-4c28-8ef2-9a3c4663d748" providerId="AD" clId="Web-{5E5BC930-D571-8917-85EB-88F1CFE34F77}" dt="2023-11-08T16:42:53.333" v="803" actId="20577"/>
      <pc:docMkLst>
        <pc:docMk/>
      </pc:docMkLst>
      <pc:sldChg chg="addSp delSp modSp">
        <pc:chgData name="Mead, Steven" userId="S::steven.j.mead@tees.ac.uk::f4ab466b-df44-4c28-8ef2-9a3c4663d748" providerId="AD" clId="Web-{5E5BC930-D571-8917-85EB-88F1CFE34F77}" dt="2023-11-08T16:26:49.047" v="733" actId="1076"/>
        <pc:sldMkLst>
          <pc:docMk/>
          <pc:sldMk cId="1001329749" sldId="274"/>
        </pc:sldMkLst>
        <pc:spChg chg="del">
          <ac:chgData name="Mead, Steven" userId="S::steven.j.mead@tees.ac.uk::f4ab466b-df44-4c28-8ef2-9a3c4663d748" providerId="AD" clId="Web-{5E5BC930-D571-8917-85EB-88F1CFE34F77}" dt="2023-11-08T16:23:56.415" v="708"/>
          <ac:spMkLst>
            <pc:docMk/>
            <pc:sldMk cId="1001329749" sldId="274"/>
            <ac:spMk id="3" creationId="{D6561DEF-DC62-A6B2-22D0-FE7EF06CA5DA}"/>
          </ac:spMkLst>
        </pc:spChg>
        <pc:spChg chg="del">
          <ac:chgData name="Mead, Steven" userId="S::steven.j.mead@tees.ac.uk::f4ab466b-df44-4c28-8ef2-9a3c4663d748" providerId="AD" clId="Web-{5E5BC930-D571-8917-85EB-88F1CFE34F77}" dt="2023-11-08T16:23:56.415" v="707"/>
          <ac:spMkLst>
            <pc:docMk/>
            <pc:sldMk cId="1001329749" sldId="274"/>
            <ac:spMk id="4" creationId="{80EEB606-5754-ECF4-3B27-1497AE654ACC}"/>
          </ac:spMkLst>
        </pc:spChg>
        <pc:picChg chg="add del mod">
          <ac:chgData name="Mead, Steven" userId="S::steven.j.mead@tees.ac.uk::f4ab466b-df44-4c28-8ef2-9a3c4663d748" providerId="AD" clId="Web-{5E5BC930-D571-8917-85EB-88F1CFE34F77}" dt="2023-11-08T16:23:58.869" v="710"/>
          <ac:picMkLst>
            <pc:docMk/>
            <pc:sldMk cId="1001329749" sldId="274"/>
            <ac:picMk id="5" creationId="{D296EAF1-E3E4-FFC7-5905-E3E62DDF653D}"/>
          </ac:picMkLst>
        </pc:picChg>
        <pc:picChg chg="add mod">
          <ac:chgData name="Mead, Steven" userId="S::steven.j.mead@tees.ac.uk::f4ab466b-df44-4c28-8ef2-9a3c4663d748" providerId="AD" clId="Web-{5E5BC930-D571-8917-85EB-88F1CFE34F77}" dt="2023-11-08T16:26:31.343" v="729" actId="1076"/>
          <ac:picMkLst>
            <pc:docMk/>
            <pc:sldMk cId="1001329749" sldId="274"/>
            <ac:picMk id="6" creationId="{7270885E-F653-463C-CE94-5FCA8808D0AD}"/>
          </ac:picMkLst>
        </pc:picChg>
        <pc:picChg chg="add mod">
          <ac:chgData name="Mead, Steven" userId="S::steven.j.mead@tees.ac.uk::f4ab466b-df44-4c28-8ef2-9a3c4663d748" providerId="AD" clId="Web-{5E5BC930-D571-8917-85EB-88F1CFE34F77}" dt="2023-11-08T16:26:49.047" v="733" actId="1076"/>
          <ac:picMkLst>
            <pc:docMk/>
            <pc:sldMk cId="1001329749" sldId="274"/>
            <ac:picMk id="7" creationId="{C6FDFBFE-7A83-53AE-5104-8881EFDEFC1F}"/>
          </ac:picMkLst>
        </pc:picChg>
        <pc:picChg chg="add mod">
          <ac:chgData name="Mead, Steven" userId="S::steven.j.mead@tees.ac.uk::f4ab466b-df44-4c28-8ef2-9a3c4663d748" providerId="AD" clId="Web-{5E5BC930-D571-8917-85EB-88F1CFE34F77}" dt="2023-11-08T16:26:31.359" v="731" actId="1076"/>
          <ac:picMkLst>
            <pc:docMk/>
            <pc:sldMk cId="1001329749" sldId="274"/>
            <ac:picMk id="8" creationId="{CE03DFE2-E71D-29EC-78CB-8ACCC660CF4F}"/>
          </ac:picMkLst>
        </pc:picChg>
      </pc:sldChg>
      <pc:sldChg chg="modSp ord">
        <pc:chgData name="Mead, Steven" userId="S::steven.j.mead@tees.ac.uk::f4ab466b-df44-4c28-8ef2-9a3c4663d748" providerId="AD" clId="Web-{5E5BC930-D571-8917-85EB-88F1CFE34F77}" dt="2023-11-08T15:51:58.171" v="663" actId="20577"/>
        <pc:sldMkLst>
          <pc:docMk/>
          <pc:sldMk cId="4213523017" sldId="385"/>
        </pc:sldMkLst>
        <pc:spChg chg="mod">
          <ac:chgData name="Mead, Steven" userId="S::steven.j.mead@tees.ac.uk::f4ab466b-df44-4c28-8ef2-9a3c4663d748" providerId="AD" clId="Web-{5E5BC930-D571-8917-85EB-88F1CFE34F77}" dt="2023-11-08T15:51:58.171" v="663" actId="20577"/>
          <ac:spMkLst>
            <pc:docMk/>
            <pc:sldMk cId="4213523017" sldId="385"/>
            <ac:spMk id="2" creationId="{095A5B5E-5D87-C4FB-9CBB-9D22708F1066}"/>
          </ac:spMkLst>
        </pc:spChg>
      </pc:sldChg>
      <pc:sldChg chg="modSp ord">
        <pc:chgData name="Mead, Steven" userId="S::steven.j.mead@tees.ac.uk::f4ab466b-df44-4c28-8ef2-9a3c4663d748" providerId="AD" clId="Web-{5E5BC930-D571-8917-85EB-88F1CFE34F77}" dt="2023-11-08T15:52:29.907" v="669" actId="20577"/>
        <pc:sldMkLst>
          <pc:docMk/>
          <pc:sldMk cId="3715430719" sldId="387"/>
        </pc:sldMkLst>
        <pc:spChg chg="mod">
          <ac:chgData name="Mead, Steven" userId="S::steven.j.mead@tees.ac.uk::f4ab466b-df44-4c28-8ef2-9a3c4663d748" providerId="AD" clId="Web-{5E5BC930-D571-8917-85EB-88F1CFE34F77}" dt="2023-11-08T15:52:02.203" v="665" actId="20577"/>
          <ac:spMkLst>
            <pc:docMk/>
            <pc:sldMk cId="3715430719" sldId="387"/>
            <ac:spMk id="2" creationId="{095A5B5E-5D87-C4FB-9CBB-9D22708F1066}"/>
          </ac:spMkLst>
        </pc:spChg>
        <pc:spChg chg="mod">
          <ac:chgData name="Mead, Steven" userId="S::steven.j.mead@tees.ac.uk::f4ab466b-df44-4c28-8ef2-9a3c4663d748" providerId="AD" clId="Web-{5E5BC930-D571-8917-85EB-88F1CFE34F77}" dt="2023-11-08T15:52:29.907" v="669" actId="20577"/>
          <ac:spMkLst>
            <pc:docMk/>
            <pc:sldMk cId="3715430719" sldId="387"/>
            <ac:spMk id="3" creationId="{3C39FA2A-73DE-F69E-7448-3AE4E2D91ED7}"/>
          </ac:spMkLst>
        </pc:spChg>
      </pc:sldChg>
      <pc:sldChg chg="addSp modSp">
        <pc:chgData name="Mead, Steven" userId="S::steven.j.mead@tees.ac.uk::f4ab466b-df44-4c28-8ef2-9a3c4663d748" providerId="AD" clId="Web-{5E5BC930-D571-8917-85EB-88F1CFE34F77}" dt="2023-11-08T15:35:05.555" v="172" actId="20577"/>
        <pc:sldMkLst>
          <pc:docMk/>
          <pc:sldMk cId="180274772" sldId="388"/>
        </pc:sldMkLst>
        <pc:spChg chg="mod">
          <ac:chgData name="Mead, Steven" userId="S::steven.j.mead@tees.ac.uk::f4ab466b-df44-4c28-8ef2-9a3c4663d748" providerId="AD" clId="Web-{5E5BC930-D571-8917-85EB-88F1CFE34F77}" dt="2023-11-08T15:35:01.726" v="170" actId="20577"/>
          <ac:spMkLst>
            <pc:docMk/>
            <pc:sldMk cId="180274772" sldId="388"/>
            <ac:spMk id="3" creationId="{95B29B81-831F-DDE1-18AD-82204319F305}"/>
          </ac:spMkLst>
        </pc:spChg>
        <pc:spChg chg="mod">
          <ac:chgData name="Mead, Steven" userId="S::steven.j.mead@tees.ac.uk::f4ab466b-df44-4c28-8ef2-9a3c4663d748" providerId="AD" clId="Web-{5E5BC930-D571-8917-85EB-88F1CFE34F77}" dt="2023-11-08T15:35:05.555" v="172" actId="20577"/>
          <ac:spMkLst>
            <pc:docMk/>
            <pc:sldMk cId="180274772" sldId="388"/>
            <ac:spMk id="4" creationId="{87585EC1-11DD-1359-072A-1E6D019D1CE8}"/>
          </ac:spMkLst>
        </pc:spChg>
        <pc:picChg chg="add mod modCrop">
          <ac:chgData name="Mead, Steven" userId="S::steven.j.mead@tees.ac.uk::f4ab466b-df44-4c28-8ef2-9a3c4663d748" providerId="AD" clId="Web-{5E5BC930-D571-8917-85EB-88F1CFE34F77}" dt="2023-11-08T15:33:39.004" v="115"/>
          <ac:picMkLst>
            <pc:docMk/>
            <pc:sldMk cId="180274772" sldId="388"/>
            <ac:picMk id="5" creationId="{FF144B96-8383-9FB9-798C-13CCBEB61CAD}"/>
          </ac:picMkLst>
        </pc:picChg>
        <pc:picChg chg="add mod">
          <ac:chgData name="Mead, Steven" userId="S::steven.j.mead@tees.ac.uk::f4ab466b-df44-4c28-8ef2-9a3c4663d748" providerId="AD" clId="Web-{5E5BC930-D571-8917-85EB-88F1CFE34F77}" dt="2023-11-08T15:34:11.584" v="117" actId="1076"/>
          <ac:picMkLst>
            <pc:docMk/>
            <pc:sldMk cId="180274772" sldId="388"/>
            <ac:picMk id="6" creationId="{DB57266A-3C13-8A2A-124E-F133CFCA0D97}"/>
          </ac:picMkLst>
        </pc:picChg>
      </pc:sldChg>
      <pc:sldChg chg="addSp delSp modSp new">
        <pc:chgData name="Mead, Steven" userId="S::steven.j.mead@tees.ac.uk::f4ab466b-df44-4c28-8ef2-9a3c4663d748" providerId="AD" clId="Web-{5E5BC930-D571-8917-85EB-88F1CFE34F77}" dt="2023-11-08T15:41:44.226" v="431" actId="20577"/>
        <pc:sldMkLst>
          <pc:docMk/>
          <pc:sldMk cId="1384947747" sldId="389"/>
        </pc:sldMkLst>
        <pc:spChg chg="mod">
          <ac:chgData name="Mead, Steven" userId="S::steven.j.mead@tees.ac.uk::f4ab466b-df44-4c28-8ef2-9a3c4663d748" providerId="AD" clId="Web-{5E5BC930-D571-8917-85EB-88F1CFE34F77}" dt="2023-11-08T15:35:27.680" v="181" actId="20577"/>
          <ac:spMkLst>
            <pc:docMk/>
            <pc:sldMk cId="1384947747" sldId="389"/>
            <ac:spMk id="2" creationId="{C84EBBE1-6A67-6C83-CD85-682280A848F8}"/>
          </ac:spMkLst>
        </pc:spChg>
        <pc:spChg chg="mod">
          <ac:chgData name="Mead, Steven" userId="S::steven.j.mead@tees.ac.uk::f4ab466b-df44-4c28-8ef2-9a3c4663d748" providerId="AD" clId="Web-{5E5BC930-D571-8917-85EB-88F1CFE34F77}" dt="2023-11-08T15:41:44.226" v="431" actId="20577"/>
          <ac:spMkLst>
            <pc:docMk/>
            <pc:sldMk cId="1384947747" sldId="389"/>
            <ac:spMk id="3" creationId="{5A12FA9E-4DB4-7B75-3730-936FD7033446}"/>
          </ac:spMkLst>
        </pc:spChg>
        <pc:spChg chg="mod">
          <ac:chgData name="Mead, Steven" userId="S::steven.j.mead@tees.ac.uk::f4ab466b-df44-4c28-8ef2-9a3c4663d748" providerId="AD" clId="Web-{5E5BC930-D571-8917-85EB-88F1CFE34F77}" dt="2023-11-08T15:39:15.377" v="283" actId="20577"/>
          <ac:spMkLst>
            <pc:docMk/>
            <pc:sldMk cId="1384947747" sldId="389"/>
            <ac:spMk id="4" creationId="{81EA58CE-2FBD-8732-706B-74DFE69C7B10}"/>
          </ac:spMkLst>
        </pc:spChg>
        <pc:picChg chg="add mod">
          <ac:chgData name="Mead, Steven" userId="S::steven.j.mead@tees.ac.uk::f4ab466b-df44-4c28-8ef2-9a3c4663d748" providerId="AD" clId="Web-{5E5BC930-D571-8917-85EB-88F1CFE34F77}" dt="2023-11-08T15:38:14.624" v="270" actId="1076"/>
          <ac:picMkLst>
            <pc:docMk/>
            <pc:sldMk cId="1384947747" sldId="389"/>
            <ac:picMk id="5" creationId="{3CB04AB7-6547-FB01-FDDA-74822E19EEA1}"/>
          </ac:picMkLst>
        </pc:picChg>
        <pc:picChg chg="add del mod">
          <ac:chgData name="Mead, Steven" userId="S::steven.j.mead@tees.ac.uk::f4ab466b-df44-4c28-8ef2-9a3c4663d748" providerId="AD" clId="Web-{5E5BC930-D571-8917-85EB-88F1CFE34F77}" dt="2023-11-08T15:39:16.533" v="285"/>
          <ac:picMkLst>
            <pc:docMk/>
            <pc:sldMk cId="1384947747" sldId="389"/>
            <ac:picMk id="6" creationId="{C9C130E6-7A03-BFA6-0FD6-B3AF5CC4755A}"/>
          </ac:picMkLst>
        </pc:picChg>
        <pc:picChg chg="add mod">
          <ac:chgData name="Mead, Steven" userId="S::steven.j.mead@tees.ac.uk::f4ab466b-df44-4c28-8ef2-9a3c4663d748" providerId="AD" clId="Web-{5E5BC930-D571-8917-85EB-88F1CFE34F77}" dt="2023-11-08T15:39:25.158" v="287" actId="1076"/>
          <ac:picMkLst>
            <pc:docMk/>
            <pc:sldMk cId="1384947747" sldId="389"/>
            <ac:picMk id="7" creationId="{D328CBB2-3617-1E12-3540-C31778E2606B}"/>
          </ac:picMkLst>
        </pc:picChg>
      </pc:sldChg>
      <pc:sldChg chg="addSp delSp modSp add replId">
        <pc:chgData name="Mead, Steven" userId="S::steven.j.mead@tees.ac.uk::f4ab466b-df44-4c28-8ef2-9a3c4663d748" providerId="AD" clId="Web-{5E5BC930-D571-8917-85EB-88F1CFE34F77}" dt="2023-11-08T15:51:15.466" v="648" actId="20577"/>
        <pc:sldMkLst>
          <pc:docMk/>
          <pc:sldMk cId="1296236030" sldId="390"/>
        </pc:sldMkLst>
        <pc:spChg chg="mod">
          <ac:chgData name="Mead, Steven" userId="S::steven.j.mead@tees.ac.uk::f4ab466b-df44-4c28-8ef2-9a3c4663d748" providerId="AD" clId="Web-{5E5BC930-D571-8917-85EB-88F1CFE34F77}" dt="2023-11-08T15:44:51.452" v="465" actId="20577"/>
          <ac:spMkLst>
            <pc:docMk/>
            <pc:sldMk cId="1296236030" sldId="390"/>
            <ac:spMk id="2" creationId="{C84EBBE1-6A67-6C83-CD85-682280A848F8}"/>
          </ac:spMkLst>
        </pc:spChg>
        <pc:spChg chg="mod">
          <ac:chgData name="Mead, Steven" userId="S::steven.j.mead@tees.ac.uk::f4ab466b-df44-4c28-8ef2-9a3c4663d748" providerId="AD" clId="Web-{5E5BC930-D571-8917-85EB-88F1CFE34F77}" dt="2023-11-08T15:51:15.466" v="648" actId="20577"/>
          <ac:spMkLst>
            <pc:docMk/>
            <pc:sldMk cId="1296236030" sldId="390"/>
            <ac:spMk id="3" creationId="{5A12FA9E-4DB4-7B75-3730-936FD7033446}"/>
          </ac:spMkLst>
        </pc:spChg>
        <pc:spChg chg="mod">
          <ac:chgData name="Mead, Steven" userId="S::steven.j.mead@tees.ac.uk::f4ab466b-df44-4c28-8ef2-9a3c4663d748" providerId="AD" clId="Web-{5E5BC930-D571-8917-85EB-88F1CFE34F77}" dt="2023-11-08T15:46:52.425" v="477" actId="20577"/>
          <ac:spMkLst>
            <pc:docMk/>
            <pc:sldMk cId="1296236030" sldId="390"/>
            <ac:spMk id="4" creationId="{81EA58CE-2FBD-8732-706B-74DFE69C7B10}"/>
          </ac:spMkLst>
        </pc:spChg>
        <pc:picChg chg="add mod">
          <ac:chgData name="Mead, Steven" userId="S::steven.j.mead@tees.ac.uk::f4ab466b-df44-4c28-8ef2-9a3c4663d748" providerId="AD" clId="Web-{5E5BC930-D571-8917-85EB-88F1CFE34F77}" dt="2023-11-08T15:47:00.832" v="479" actId="1076"/>
          <ac:picMkLst>
            <pc:docMk/>
            <pc:sldMk cId="1296236030" sldId="390"/>
            <ac:picMk id="6" creationId="{E3DE67AC-08CF-3F73-EC65-294E8D00F60E}"/>
          </ac:picMkLst>
        </pc:picChg>
        <pc:picChg chg="del">
          <ac:chgData name="Mead, Steven" userId="S::steven.j.mead@tees.ac.uk::f4ab466b-df44-4c28-8ef2-9a3c4663d748" providerId="AD" clId="Web-{5E5BC930-D571-8917-85EB-88F1CFE34F77}" dt="2023-11-08T15:46:14.752" v="475"/>
          <ac:picMkLst>
            <pc:docMk/>
            <pc:sldMk cId="1296236030" sldId="390"/>
            <ac:picMk id="7" creationId="{D328CBB2-3617-1E12-3540-C31778E2606B}"/>
          </ac:picMkLst>
        </pc:picChg>
      </pc:sldChg>
      <pc:sldChg chg="addSp delSp modSp new">
        <pc:chgData name="Mead, Steven" userId="S::steven.j.mead@tees.ac.uk::f4ab466b-df44-4c28-8ef2-9a3c4663d748" providerId="AD" clId="Web-{5E5BC930-D571-8917-85EB-88F1CFE34F77}" dt="2023-11-08T16:16:54.884" v="706" actId="1076"/>
        <pc:sldMkLst>
          <pc:docMk/>
          <pc:sldMk cId="139436641" sldId="391"/>
        </pc:sldMkLst>
        <pc:spChg chg="mod">
          <ac:chgData name="Mead, Steven" userId="S::steven.j.mead@tees.ac.uk::f4ab466b-df44-4c28-8ef2-9a3c4663d748" providerId="AD" clId="Web-{5E5BC930-D571-8917-85EB-88F1CFE34F77}" dt="2023-11-08T16:16:04.523" v="699" actId="20577"/>
          <ac:spMkLst>
            <pc:docMk/>
            <pc:sldMk cId="139436641" sldId="391"/>
            <ac:spMk id="2" creationId="{19FC4CC8-4F33-0FFB-B03D-6E9D1D268BCB}"/>
          </ac:spMkLst>
        </pc:spChg>
        <pc:spChg chg="del mod">
          <ac:chgData name="Mead, Steven" userId="S::steven.j.mead@tees.ac.uk::f4ab466b-df44-4c28-8ef2-9a3c4663d748" providerId="AD" clId="Web-{5E5BC930-D571-8917-85EB-88F1CFE34F77}" dt="2023-11-08T16:15:49.319" v="681"/>
          <ac:spMkLst>
            <pc:docMk/>
            <pc:sldMk cId="139436641" sldId="391"/>
            <ac:spMk id="3" creationId="{3414E0C0-0A32-F8BC-F8A3-726DE39FEF8B}"/>
          </ac:spMkLst>
        </pc:spChg>
        <pc:spChg chg="mod">
          <ac:chgData name="Mead, Steven" userId="S::steven.j.mead@tees.ac.uk::f4ab466b-df44-4c28-8ef2-9a3c4663d748" providerId="AD" clId="Web-{5E5BC930-D571-8917-85EB-88F1CFE34F77}" dt="2023-11-08T16:08:20.005" v="680" actId="20577"/>
          <ac:spMkLst>
            <pc:docMk/>
            <pc:sldMk cId="139436641" sldId="391"/>
            <ac:spMk id="4" creationId="{5A4F1F61-F051-59AB-9E44-4D7BDECFCB58}"/>
          </ac:spMkLst>
        </pc:spChg>
        <pc:spChg chg="add mod">
          <ac:chgData name="Mead, Steven" userId="S::steven.j.mead@tees.ac.uk::f4ab466b-df44-4c28-8ef2-9a3c4663d748" providerId="AD" clId="Web-{5E5BC930-D571-8917-85EB-88F1CFE34F77}" dt="2023-11-08T16:16:28.367" v="701" actId="1076"/>
          <ac:spMkLst>
            <pc:docMk/>
            <pc:sldMk cId="139436641" sldId="391"/>
            <ac:spMk id="5" creationId="{0C32C77C-B84B-562B-D47F-CBC822E6D448}"/>
          </ac:spMkLst>
        </pc:spChg>
        <pc:spChg chg="add mod">
          <ac:chgData name="Mead, Steven" userId="S::steven.j.mead@tees.ac.uk::f4ab466b-df44-4c28-8ef2-9a3c4663d748" providerId="AD" clId="Web-{5E5BC930-D571-8917-85EB-88F1CFE34F77}" dt="2023-11-08T16:16:54.884" v="706" actId="1076"/>
          <ac:spMkLst>
            <pc:docMk/>
            <pc:sldMk cId="139436641" sldId="391"/>
            <ac:spMk id="6" creationId="{357052A0-0071-BBC6-737D-3DD3F34B45DD}"/>
          </ac:spMkLst>
        </pc:spChg>
      </pc:sldChg>
      <pc:sldChg chg="modSp new">
        <pc:chgData name="Mead, Steven" userId="S::steven.j.mead@tees.ac.uk::f4ab466b-df44-4c28-8ef2-9a3c4663d748" providerId="AD" clId="Web-{5E5BC930-D571-8917-85EB-88F1CFE34F77}" dt="2023-11-08T16:42:53.333" v="803" actId="20577"/>
        <pc:sldMkLst>
          <pc:docMk/>
          <pc:sldMk cId="2529450989" sldId="392"/>
        </pc:sldMkLst>
        <pc:spChg chg="mod">
          <ac:chgData name="Mead, Steven" userId="S::steven.j.mead@tees.ac.uk::f4ab466b-df44-4c28-8ef2-9a3c4663d748" providerId="AD" clId="Web-{5E5BC930-D571-8917-85EB-88F1CFE34F77}" dt="2023-11-08T16:29:14.974" v="746" actId="20577"/>
          <ac:spMkLst>
            <pc:docMk/>
            <pc:sldMk cId="2529450989" sldId="392"/>
            <ac:spMk id="2" creationId="{93AFEA82-26E8-6E81-B554-E3DE57389E39}"/>
          </ac:spMkLst>
        </pc:spChg>
        <pc:spChg chg="mod">
          <ac:chgData name="Mead, Steven" userId="S::steven.j.mead@tees.ac.uk::f4ab466b-df44-4c28-8ef2-9a3c4663d748" providerId="AD" clId="Web-{5E5BC930-D571-8917-85EB-88F1CFE34F77}" dt="2023-11-08T16:42:53.333" v="803" actId="20577"/>
          <ac:spMkLst>
            <pc:docMk/>
            <pc:sldMk cId="2529450989" sldId="392"/>
            <ac:spMk id="4" creationId="{9B0DCBC6-A138-2567-BD2C-4268075467AF}"/>
          </ac:spMkLst>
        </pc:spChg>
      </pc:sldChg>
      <pc:sldChg chg="addSp delSp modSp new">
        <pc:chgData name="Mead, Steven" userId="S::steven.j.mead@tees.ac.uk::f4ab466b-df44-4c28-8ef2-9a3c4663d748" providerId="AD" clId="Web-{5E5BC930-D571-8917-85EB-88F1CFE34F77}" dt="2023-11-08T16:42:01.894" v="774" actId="1076"/>
        <pc:sldMkLst>
          <pc:docMk/>
          <pc:sldMk cId="102683160" sldId="394"/>
        </pc:sldMkLst>
        <pc:spChg chg="del">
          <ac:chgData name="Mead, Steven" userId="S::steven.j.mead@tees.ac.uk::f4ab466b-df44-4c28-8ef2-9a3c4663d748" providerId="AD" clId="Web-{5E5BC930-D571-8917-85EB-88F1CFE34F77}" dt="2023-11-08T16:41:46.346" v="768"/>
          <ac:spMkLst>
            <pc:docMk/>
            <pc:sldMk cId="102683160" sldId="394"/>
            <ac:spMk id="3" creationId="{0C82DDD1-023A-97BB-982F-35DF3333A9AC}"/>
          </ac:spMkLst>
        </pc:spChg>
        <pc:spChg chg="del">
          <ac:chgData name="Mead, Steven" userId="S::steven.j.mead@tees.ac.uk::f4ab466b-df44-4c28-8ef2-9a3c4663d748" providerId="AD" clId="Web-{5E5BC930-D571-8917-85EB-88F1CFE34F77}" dt="2023-11-08T16:41:49.253" v="769"/>
          <ac:spMkLst>
            <pc:docMk/>
            <pc:sldMk cId="102683160" sldId="394"/>
            <ac:spMk id="4" creationId="{524C4BE7-0EF8-695A-A92A-1C82AB3E4EB1}"/>
          </ac:spMkLst>
        </pc:spChg>
        <pc:picChg chg="add mod">
          <ac:chgData name="Mead, Steven" userId="S::steven.j.mead@tees.ac.uk::f4ab466b-df44-4c28-8ef2-9a3c4663d748" providerId="AD" clId="Web-{5E5BC930-D571-8917-85EB-88F1CFE34F77}" dt="2023-11-08T16:42:01.894" v="774" actId="1076"/>
          <ac:picMkLst>
            <pc:docMk/>
            <pc:sldMk cId="102683160" sldId="394"/>
            <ac:picMk id="5" creationId="{7BBB6298-72CE-56C2-0B11-ED38B1A9DDEF}"/>
          </ac:picMkLst>
        </pc:picChg>
      </pc:sldChg>
    </pc:docChg>
  </pc:docChgLst>
  <pc:docChgLst>
    <pc:chgData name="Mead, Steven" userId="S::steven.j.mead@tees.ac.uk::f4ab466b-df44-4c28-8ef2-9a3c4663d748" providerId="AD" clId="Web-{6A12B698-BAC4-8F96-FDCE-FECBD283E383}"/>
    <pc:docChg chg="addSld delSld modSld sldOrd">
      <pc:chgData name="Mead, Steven" userId="S::steven.j.mead@tees.ac.uk::f4ab466b-df44-4c28-8ef2-9a3c4663d748" providerId="AD" clId="Web-{6A12B698-BAC4-8F96-FDCE-FECBD283E383}" dt="2023-11-01T18:17:02.290" v="163" actId="20577"/>
      <pc:docMkLst>
        <pc:docMk/>
      </pc:docMkLst>
      <pc:sldChg chg="modSp">
        <pc:chgData name="Mead, Steven" userId="S::steven.j.mead@tees.ac.uk::f4ab466b-df44-4c28-8ef2-9a3c4663d748" providerId="AD" clId="Web-{6A12B698-BAC4-8F96-FDCE-FECBD283E383}" dt="2023-11-01T17:47:04.728" v="23" actId="20577"/>
        <pc:sldMkLst>
          <pc:docMk/>
          <pc:sldMk cId="0" sldId="259"/>
        </pc:sldMkLst>
        <pc:spChg chg="mod">
          <ac:chgData name="Mead, Steven" userId="S::steven.j.mead@tees.ac.uk::f4ab466b-df44-4c28-8ef2-9a3c4663d748" providerId="AD" clId="Web-{6A12B698-BAC4-8F96-FDCE-FECBD283E383}" dt="2023-11-01T17:45:40.881" v="2" actId="20577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Mead, Steven" userId="S::steven.j.mead@tees.ac.uk::f4ab466b-df44-4c28-8ef2-9a3c4663d748" providerId="AD" clId="Web-{6A12B698-BAC4-8F96-FDCE-FECBD283E383}" dt="2023-11-01T17:45:47.209" v="7" actId="20577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Mead, Steven" userId="S::steven.j.mead@tees.ac.uk::f4ab466b-df44-4c28-8ef2-9a3c4663d748" providerId="AD" clId="Web-{6A12B698-BAC4-8F96-FDCE-FECBD283E383}" dt="2023-11-01T17:47:04.728" v="23" actId="20577"/>
          <ac:spMkLst>
            <pc:docMk/>
            <pc:sldMk cId="0" sldId="259"/>
            <ac:spMk id="140" creationId="{00000000-0000-0000-0000-000000000000}"/>
          </ac:spMkLst>
        </pc:spChg>
      </pc:sldChg>
      <pc:sldChg chg="addSp delSp modSp new mod ord modClrScheme chgLayout">
        <pc:chgData name="Mead, Steven" userId="S::steven.j.mead@tees.ac.uk::f4ab466b-df44-4c28-8ef2-9a3c4663d748" providerId="AD" clId="Web-{6A12B698-BAC4-8F96-FDCE-FECBD283E383}" dt="2023-11-01T18:08:48.507" v="115" actId="1076"/>
        <pc:sldMkLst>
          <pc:docMk/>
          <pc:sldMk cId="1518819301" sldId="264"/>
        </pc:sldMkLst>
        <pc:spChg chg="mod ord">
          <ac:chgData name="Mead, Steven" userId="S::steven.j.mead@tees.ac.uk::f4ab466b-df44-4c28-8ef2-9a3c4663d748" providerId="AD" clId="Web-{6A12B698-BAC4-8F96-FDCE-FECBD283E383}" dt="2023-11-01T17:47:52.714" v="58" actId="20577"/>
          <ac:spMkLst>
            <pc:docMk/>
            <pc:sldMk cId="1518819301" sldId="264"/>
            <ac:spMk id="2" creationId="{B65035A4-4335-304E-C184-B34BFCFB4F5D}"/>
          </ac:spMkLst>
        </pc:spChg>
        <pc:spChg chg="del">
          <ac:chgData name="Mead, Steven" userId="S::steven.j.mead@tees.ac.uk::f4ab466b-df44-4c28-8ef2-9a3c4663d748" providerId="AD" clId="Web-{6A12B698-BAC4-8F96-FDCE-FECBD283E383}" dt="2023-11-01T17:47:20.837" v="27"/>
          <ac:spMkLst>
            <pc:docMk/>
            <pc:sldMk cId="1518819301" sldId="264"/>
            <ac:spMk id="3" creationId="{F551F21B-BB52-362F-4B72-AAD078478DA1}"/>
          </ac:spMkLst>
        </pc:spChg>
        <pc:spChg chg="add mod">
          <ac:chgData name="Mead, Steven" userId="S::steven.j.mead@tees.ac.uk::f4ab466b-df44-4c28-8ef2-9a3c4663d748" providerId="AD" clId="Web-{6A12B698-BAC4-8F96-FDCE-FECBD283E383}" dt="2023-11-01T17:49:33.467" v="101" actId="1076"/>
          <ac:spMkLst>
            <pc:docMk/>
            <pc:sldMk cId="1518819301" sldId="264"/>
            <ac:spMk id="4" creationId="{C6C7F2C2-4638-CFB5-177F-49FE15F5A7B5}"/>
          </ac:spMkLst>
        </pc:spChg>
        <pc:spChg chg="add del mod">
          <ac:chgData name="Mead, Steven" userId="S::steven.j.mead@tees.ac.uk::f4ab466b-df44-4c28-8ef2-9a3c4663d748" providerId="AD" clId="Web-{6A12B698-BAC4-8F96-FDCE-FECBD283E383}" dt="2023-11-01T18:04:25.107" v="105"/>
          <ac:spMkLst>
            <pc:docMk/>
            <pc:sldMk cId="1518819301" sldId="264"/>
            <ac:spMk id="5" creationId="{254E3EB0-C65A-E064-99C0-72CAC7C2EF52}"/>
          </ac:spMkLst>
        </pc:spChg>
        <pc:picChg chg="add del mod">
          <ac:chgData name="Mead, Steven" userId="S::steven.j.mead@tees.ac.uk::f4ab466b-df44-4c28-8ef2-9a3c4663d748" providerId="AD" clId="Web-{6A12B698-BAC4-8F96-FDCE-FECBD283E383}" dt="2023-11-01T18:08:28.803" v="109"/>
          <ac:picMkLst>
            <pc:docMk/>
            <pc:sldMk cId="1518819301" sldId="264"/>
            <ac:picMk id="6" creationId="{DDBBA3F6-79C8-A1B9-5A75-5FD5430B7B4A}"/>
          </ac:picMkLst>
        </pc:picChg>
        <pc:picChg chg="add mod">
          <ac:chgData name="Mead, Steven" userId="S::steven.j.mead@tees.ac.uk::f4ab466b-df44-4c28-8ef2-9a3c4663d748" providerId="AD" clId="Web-{6A12B698-BAC4-8F96-FDCE-FECBD283E383}" dt="2023-11-01T18:08:48.507" v="115" actId="1076"/>
          <ac:picMkLst>
            <pc:docMk/>
            <pc:sldMk cId="1518819301" sldId="264"/>
            <ac:picMk id="7" creationId="{623CB15D-D214-47AB-B8F9-787B9C62CD31}"/>
          </ac:picMkLst>
        </pc:picChg>
      </pc:sldChg>
      <pc:sldChg chg="del">
        <pc:chgData name="Mead, Steven" userId="S::steven.j.mead@tees.ac.uk::f4ab466b-df44-4c28-8ef2-9a3c4663d748" providerId="AD" clId="Web-{6A12B698-BAC4-8F96-FDCE-FECBD283E383}" dt="2023-11-01T17:47:07.853" v="24"/>
        <pc:sldMkLst>
          <pc:docMk/>
          <pc:sldMk cId="1786701854" sldId="264"/>
        </pc:sldMkLst>
      </pc:sldChg>
      <pc:sldChg chg="modSp new del">
        <pc:chgData name="Mead, Steven" userId="S::steven.j.mead@tees.ac.uk::f4ab466b-df44-4c28-8ef2-9a3c4663d748" providerId="AD" clId="Web-{6A12B698-BAC4-8F96-FDCE-FECBD283E383}" dt="2023-11-01T18:09:21.899" v="124"/>
        <pc:sldMkLst>
          <pc:docMk/>
          <pc:sldMk cId="1469105807" sldId="265"/>
        </pc:sldMkLst>
        <pc:spChg chg="mod">
          <ac:chgData name="Mead, Steven" userId="S::steven.j.mead@tees.ac.uk::f4ab466b-df44-4c28-8ef2-9a3c4663d748" providerId="AD" clId="Web-{6A12B698-BAC4-8F96-FDCE-FECBD283E383}" dt="2023-11-01T18:09:13.523" v="122" actId="20577"/>
          <ac:spMkLst>
            <pc:docMk/>
            <pc:sldMk cId="1469105807" sldId="265"/>
            <ac:spMk id="2" creationId="{7B5662CD-0576-6B69-6A7B-BC0E9EE36FC2}"/>
          </ac:spMkLst>
        </pc:spChg>
      </pc:sldChg>
      <pc:sldChg chg="modSp add replId">
        <pc:chgData name="Mead, Steven" userId="S::steven.j.mead@tees.ac.uk::f4ab466b-df44-4c28-8ef2-9a3c4663d748" providerId="AD" clId="Web-{6A12B698-BAC4-8F96-FDCE-FECBD283E383}" dt="2023-11-01T18:17:02.290" v="163" actId="20577"/>
        <pc:sldMkLst>
          <pc:docMk/>
          <pc:sldMk cId="2789091008" sldId="266"/>
        </pc:sldMkLst>
        <pc:spChg chg="mod">
          <ac:chgData name="Mead, Steven" userId="S::steven.j.mead@tees.ac.uk::f4ab466b-df44-4c28-8ef2-9a3c4663d748" providerId="AD" clId="Web-{6A12B698-BAC4-8F96-FDCE-FECBD283E383}" dt="2023-11-01T18:09:32.946" v="130" actId="20577"/>
          <ac:spMkLst>
            <pc:docMk/>
            <pc:sldMk cId="2789091008" sldId="266"/>
            <ac:spMk id="152" creationId="{00000000-0000-0000-0000-000000000000}"/>
          </ac:spMkLst>
        </pc:spChg>
        <pc:spChg chg="mod">
          <ac:chgData name="Mead, Steven" userId="S::steven.j.mead@tees.ac.uk::f4ab466b-df44-4c28-8ef2-9a3c4663d748" providerId="AD" clId="Web-{6A12B698-BAC4-8F96-FDCE-FECBD283E383}" dt="2023-11-01T18:17:02.290" v="163" actId="20577"/>
          <ac:spMkLst>
            <pc:docMk/>
            <pc:sldMk cId="2789091008" sldId="266"/>
            <ac:spMk id="155" creationId="{00000000-0000-0000-0000-000000000000}"/>
          </ac:spMkLst>
        </pc:spChg>
      </pc:sldChg>
    </pc:docChg>
  </pc:docChgLst>
  <pc:docChgLst>
    <pc:chgData name="Mead, Steven" userId="S::steven.j.mead@tees.ac.uk::f4ab466b-df44-4c28-8ef2-9a3c4663d748" providerId="AD" clId="Web-{C74F01F5-67A1-AE9E-9222-81714F875A0A}"/>
    <pc:docChg chg="addSld modSld">
      <pc:chgData name="Mead, Steven" userId="S::steven.j.mead@tees.ac.uk::f4ab466b-df44-4c28-8ef2-9a3c4663d748" providerId="AD" clId="Web-{C74F01F5-67A1-AE9E-9222-81714F875A0A}" dt="2023-11-01T20:12:50.184" v="207"/>
      <pc:docMkLst>
        <pc:docMk/>
      </pc:docMkLst>
      <pc:sldChg chg="addSp delSp modSp mod modClrScheme chgLayout">
        <pc:chgData name="Mead, Steven" userId="S::steven.j.mead@tees.ac.uk::f4ab466b-df44-4c28-8ef2-9a3c4663d748" providerId="AD" clId="Web-{C74F01F5-67A1-AE9E-9222-81714F875A0A}" dt="2023-11-01T19:34:31.983" v="190" actId="20577"/>
        <pc:sldMkLst>
          <pc:docMk/>
          <pc:sldMk cId="0" sldId="262"/>
        </pc:sldMkLst>
        <pc:spChg chg="add del mod ord">
          <ac:chgData name="Mead, Steven" userId="S::steven.j.mead@tees.ac.uk::f4ab466b-df44-4c28-8ef2-9a3c4663d748" providerId="AD" clId="Web-{C74F01F5-67A1-AE9E-9222-81714F875A0A}" dt="2023-11-01T19:26:40.596" v="142"/>
          <ac:spMkLst>
            <pc:docMk/>
            <pc:sldMk cId="0" sldId="262"/>
            <ac:spMk id="3" creationId="{2BA37986-6C7C-7396-E33E-8830A199E483}"/>
          </ac:spMkLst>
        </pc:spChg>
        <pc:spChg chg="add mod">
          <ac:chgData name="Mead, Steven" userId="S::steven.j.mead@tees.ac.uk::f4ab466b-df44-4c28-8ef2-9a3c4663d748" providerId="AD" clId="Web-{C74F01F5-67A1-AE9E-9222-81714F875A0A}" dt="2023-11-01T19:27:46.879" v="167" actId="1076"/>
          <ac:spMkLst>
            <pc:docMk/>
            <pc:sldMk cId="0" sldId="262"/>
            <ac:spMk id="4" creationId="{022681E5-FB9E-8A36-514F-B86C1C97C5A6}"/>
          </ac:spMkLst>
        </pc:spChg>
        <pc:spChg chg="mod ord">
          <ac:chgData name="Mead, Steven" userId="S::steven.j.mead@tees.ac.uk::f4ab466b-df44-4c28-8ef2-9a3c4663d748" providerId="AD" clId="Web-{C74F01F5-67A1-AE9E-9222-81714F875A0A}" dt="2023-11-01T19:26:35.658" v="141"/>
          <ac:spMkLst>
            <pc:docMk/>
            <pc:sldMk cId="0" sldId="262"/>
            <ac:spMk id="152" creationId="{00000000-0000-0000-0000-000000000000}"/>
          </ac:spMkLst>
        </pc:spChg>
        <pc:spChg chg="mod ord">
          <ac:chgData name="Mead, Steven" userId="S::steven.j.mead@tees.ac.uk::f4ab466b-df44-4c28-8ef2-9a3c4663d748" providerId="AD" clId="Web-{C74F01F5-67A1-AE9E-9222-81714F875A0A}" dt="2023-11-01T19:26:35.658" v="141"/>
          <ac:spMkLst>
            <pc:docMk/>
            <pc:sldMk cId="0" sldId="262"/>
            <ac:spMk id="153" creationId="{00000000-0000-0000-0000-000000000000}"/>
          </ac:spMkLst>
        </pc:spChg>
        <pc:spChg chg="mod">
          <ac:chgData name="Mead, Steven" userId="S::steven.j.mead@tees.ac.uk::f4ab466b-df44-4c28-8ef2-9a3c4663d748" providerId="AD" clId="Web-{C74F01F5-67A1-AE9E-9222-81714F875A0A}" dt="2023-11-01T19:34:31.983" v="190" actId="20577"/>
          <ac:spMkLst>
            <pc:docMk/>
            <pc:sldMk cId="0" sldId="262"/>
            <ac:spMk id="155" creationId="{00000000-0000-0000-0000-000000000000}"/>
          </ac:spMkLst>
        </pc:spChg>
        <pc:spChg chg="mod ord">
          <ac:chgData name="Mead, Steven" userId="S::steven.j.mead@tees.ac.uk::f4ab466b-df44-4c28-8ef2-9a3c4663d748" providerId="AD" clId="Web-{C74F01F5-67A1-AE9E-9222-81714F875A0A}" dt="2023-11-01T19:26:35.658" v="141"/>
          <ac:spMkLst>
            <pc:docMk/>
            <pc:sldMk cId="0" sldId="262"/>
            <ac:spMk id="157" creationId="{00000000-0000-0000-0000-000000000000}"/>
          </ac:spMkLst>
        </pc:spChg>
        <pc:picChg chg="add mod">
          <ac:chgData name="Mead, Steven" userId="S::steven.j.mead@tees.ac.uk::f4ab466b-df44-4c28-8ef2-9a3c4663d748" providerId="AD" clId="Web-{C74F01F5-67A1-AE9E-9222-81714F875A0A}" dt="2023-11-01T19:27:11.425" v="148" actId="1076"/>
          <ac:picMkLst>
            <pc:docMk/>
            <pc:sldMk cId="0" sldId="262"/>
            <ac:picMk id="2" creationId="{70383505-B044-1A3C-1BB7-E78E0EDF5333}"/>
          </ac:picMkLst>
        </pc:picChg>
      </pc:sldChg>
      <pc:sldChg chg="modSp">
        <pc:chgData name="Mead, Steven" userId="S::steven.j.mead@tees.ac.uk::f4ab466b-df44-4c28-8ef2-9a3c4663d748" providerId="AD" clId="Web-{C74F01F5-67A1-AE9E-9222-81714F875A0A}" dt="2023-11-01T19:20:18.023" v="1" actId="20577"/>
        <pc:sldMkLst>
          <pc:docMk/>
          <pc:sldMk cId="1518819301" sldId="264"/>
        </pc:sldMkLst>
        <pc:spChg chg="mod">
          <ac:chgData name="Mead, Steven" userId="S::steven.j.mead@tees.ac.uk::f4ab466b-df44-4c28-8ef2-9a3c4663d748" providerId="AD" clId="Web-{C74F01F5-67A1-AE9E-9222-81714F875A0A}" dt="2023-11-01T19:20:18.023" v="1" actId="20577"/>
          <ac:spMkLst>
            <pc:docMk/>
            <pc:sldMk cId="1518819301" sldId="264"/>
            <ac:spMk id="4" creationId="{C6C7F2C2-4638-CFB5-177F-49FE15F5A7B5}"/>
          </ac:spMkLst>
        </pc:spChg>
      </pc:sldChg>
      <pc:sldChg chg="modSp">
        <pc:chgData name="Mead, Steven" userId="S::steven.j.mead@tees.ac.uk::f4ab466b-df44-4c28-8ef2-9a3c4663d748" providerId="AD" clId="Web-{C74F01F5-67A1-AE9E-9222-81714F875A0A}" dt="2023-11-01T19:21:04.649" v="13" actId="20577"/>
        <pc:sldMkLst>
          <pc:docMk/>
          <pc:sldMk cId="2789091008" sldId="266"/>
        </pc:sldMkLst>
        <pc:spChg chg="mod">
          <ac:chgData name="Mead, Steven" userId="S::steven.j.mead@tees.ac.uk::f4ab466b-df44-4c28-8ef2-9a3c4663d748" providerId="AD" clId="Web-{C74F01F5-67A1-AE9E-9222-81714F875A0A}" dt="2023-11-01T19:20:47.524" v="5" actId="20577"/>
          <ac:spMkLst>
            <pc:docMk/>
            <pc:sldMk cId="2789091008" sldId="266"/>
            <ac:spMk id="152" creationId="{00000000-0000-0000-0000-000000000000}"/>
          </ac:spMkLst>
        </pc:spChg>
        <pc:spChg chg="mod">
          <ac:chgData name="Mead, Steven" userId="S::steven.j.mead@tees.ac.uk::f4ab466b-df44-4c28-8ef2-9a3c4663d748" providerId="AD" clId="Web-{C74F01F5-67A1-AE9E-9222-81714F875A0A}" dt="2023-11-01T19:21:04.649" v="13" actId="20577"/>
          <ac:spMkLst>
            <pc:docMk/>
            <pc:sldMk cId="2789091008" sldId="266"/>
            <ac:spMk id="153" creationId="{00000000-0000-0000-0000-000000000000}"/>
          </ac:spMkLst>
        </pc:spChg>
      </pc:sldChg>
      <pc:sldChg chg="addSp delSp modSp add replId">
        <pc:chgData name="Mead, Steven" userId="S::steven.j.mead@tees.ac.uk::f4ab466b-df44-4c28-8ef2-9a3c4663d748" providerId="AD" clId="Web-{C74F01F5-67A1-AE9E-9222-81714F875A0A}" dt="2023-11-01T19:37:16.175" v="206" actId="1076"/>
        <pc:sldMkLst>
          <pc:docMk/>
          <pc:sldMk cId="1171960937" sldId="267"/>
        </pc:sldMkLst>
        <pc:spChg chg="mod">
          <ac:chgData name="Mead, Steven" userId="S::steven.j.mead@tees.ac.uk::f4ab466b-df44-4c28-8ef2-9a3c4663d748" providerId="AD" clId="Web-{C74F01F5-67A1-AE9E-9222-81714F875A0A}" dt="2023-11-01T19:35:34.204" v="193" actId="20577"/>
          <ac:spMkLst>
            <pc:docMk/>
            <pc:sldMk cId="1171960937" sldId="267"/>
            <ac:spMk id="155" creationId="{00000000-0000-0000-0000-000000000000}"/>
          </ac:spMkLst>
        </pc:spChg>
        <pc:picChg chg="add del mod">
          <ac:chgData name="Mead, Steven" userId="S::steven.j.mead@tees.ac.uk::f4ab466b-df44-4c28-8ef2-9a3c4663d748" providerId="AD" clId="Web-{C74F01F5-67A1-AE9E-9222-81714F875A0A}" dt="2023-11-01T19:37:00.815" v="202"/>
          <ac:picMkLst>
            <pc:docMk/>
            <pc:sldMk cId="1171960937" sldId="267"/>
            <ac:picMk id="3" creationId="{FE99EEE7-D43B-F062-4570-6B1BE4AFE860}"/>
          </ac:picMkLst>
        </pc:picChg>
        <pc:picChg chg="add mod">
          <ac:chgData name="Mead, Steven" userId="S::steven.j.mead@tees.ac.uk::f4ab466b-df44-4c28-8ef2-9a3c4663d748" providerId="AD" clId="Web-{C74F01F5-67A1-AE9E-9222-81714F875A0A}" dt="2023-11-01T19:37:16.175" v="206" actId="1076"/>
          <ac:picMkLst>
            <pc:docMk/>
            <pc:sldMk cId="1171960937" sldId="267"/>
            <ac:picMk id="5" creationId="{32190638-5BCA-2D19-3517-AF6118161D53}"/>
          </ac:picMkLst>
        </pc:picChg>
      </pc:sldChg>
      <pc:sldChg chg="new">
        <pc:chgData name="Mead, Steven" userId="S::steven.j.mead@tees.ac.uk::f4ab466b-df44-4c28-8ef2-9a3c4663d748" providerId="AD" clId="Web-{C74F01F5-67A1-AE9E-9222-81714F875A0A}" dt="2023-11-01T20:12:50.184" v="207"/>
        <pc:sldMkLst>
          <pc:docMk/>
          <pc:sldMk cId="2401486334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15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05347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18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14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32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09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0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65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6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52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85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Lecture: #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693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3719" y="4354364"/>
            <a:ext cx="11408231" cy="11017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buSzTx/>
              <a:buFontTx/>
              <a:buNone/>
              <a:defRPr sz="2200"/>
            </a:lvl1pPr>
            <a:lvl2pPr marL="0" indent="457200" algn="ctr">
              <a:lnSpc>
                <a:spcPct val="90000"/>
              </a:lnSpc>
              <a:buSzTx/>
              <a:buFontTx/>
              <a:buNone/>
              <a:defRPr sz="2200"/>
            </a:lvl2pPr>
            <a:lvl3pPr marL="0" indent="914400" algn="ctr">
              <a:lnSpc>
                <a:spcPct val="90000"/>
              </a:lnSpc>
              <a:buSzTx/>
              <a:buFontTx/>
              <a:buNone/>
              <a:defRPr sz="2200"/>
            </a:lvl3pPr>
            <a:lvl4pPr marL="1651000" indent="-279400" algn="ctr">
              <a:lnSpc>
                <a:spcPct val="90000"/>
              </a:lnSpc>
              <a:buFontTx/>
              <a:defRPr sz="2200"/>
            </a:lvl4pPr>
            <a:lvl5pPr marL="0" indent="1828800" algn="ctr">
              <a:lnSpc>
                <a:spcPct val="90000"/>
              </a:lnSpc>
              <a:buSzTx/>
              <a:buFontTx/>
              <a:buNone/>
              <a:defRPr sz="2200"/>
            </a:lvl5pPr>
          </a:lstStyle>
          <a:p>
            <a:r>
              <a:t>Click to edit description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3" name="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383719" y="3113371"/>
            <a:ext cx="11408231" cy="110172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SzTx/>
              <a:buFontTx/>
              <a:buNone/>
              <a:defRPr sz="3200"/>
            </a:lvl1pPr>
          </a:lstStyle>
          <a:p>
            <a:r>
              <a:t>Click to edit title</a:t>
            </a:r>
          </a:p>
        </p:txBody>
      </p:sp>
      <p:sp>
        <p:nvSpPr>
          <p:cNvPr id="104" name="Name"/>
          <p:cNvSpPr>
            <a:spLocks noGrp="1"/>
          </p:cNvSpPr>
          <p:nvPr>
            <p:ph type="body" sz="quarter" idx="22" hasCustomPrompt="1"/>
          </p:nvPr>
        </p:nvSpPr>
        <p:spPr>
          <a:xfrm>
            <a:off x="383719" y="2045571"/>
            <a:ext cx="11408231" cy="9850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buSzTx/>
              <a:buFontTx/>
              <a:buNone/>
              <a:defRPr sz="3200" b="1"/>
            </a:lvl1pPr>
          </a:lstStyle>
          <a:p>
            <a:r>
              <a:t>Click to edit module name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33123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9999" y="1352550"/>
            <a:ext cx="5637578" cy="5023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FontTx/>
              <a:buNone/>
              <a:defRPr sz="2200" b="1"/>
            </a:lvl1pPr>
            <a:lvl2pPr marL="0" indent="457200">
              <a:buSzTx/>
              <a:buFontTx/>
              <a:buNone/>
              <a:defRPr sz="2200" b="1"/>
            </a:lvl2pPr>
            <a:lvl3pPr marL="0" indent="914400">
              <a:buSzTx/>
              <a:buFontTx/>
              <a:buNone/>
              <a:defRPr sz="2200" b="1"/>
            </a:lvl3pPr>
            <a:lvl4pPr marL="0" indent="1371600">
              <a:buSzTx/>
              <a:buFontTx/>
              <a:buNone/>
              <a:defRPr sz="2200" b="1"/>
            </a:lvl4pPr>
            <a:lvl5pPr marL="0" indent="1828800">
              <a:buSzTx/>
              <a:buFontTx/>
              <a:buNone/>
              <a:defRPr sz="22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199" y="1352550"/>
            <a:ext cx="5665308" cy="50233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FontTx/>
              <a:buNone/>
              <a:defRPr sz="2200" b="1"/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59999" y="325499"/>
            <a:ext cx="9470896" cy="7956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8304117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97000"/>
            <a:ext cx="11478986" cy="477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Lecture: # 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65126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673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beaver.io/download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655F98-1479-4D33-B660-DC98FF6A3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Software for Digital Innovation</a:t>
            </a:r>
            <a:br>
              <a:rPr lang="en-GB" dirty="0"/>
            </a:br>
            <a:r>
              <a:rPr lang="en-GB" dirty="0"/>
              <a:t>(CIS4044-N)</a:t>
            </a:r>
          </a:p>
        </p:txBody>
      </p:sp>
      <p:sp>
        <p:nvSpPr>
          <p:cNvPr id="122" name="Text Placeholder 15"/>
          <p:cNvSpPr txBox="1"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Lecture 7</a:t>
            </a:r>
          </a:p>
          <a:p>
            <a:r>
              <a:rPr lang="en-GB" dirty="0">
                <a:cs typeface="Calibri"/>
              </a:rPr>
              <a:t>Python and SQLite3 Part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But first... Quick </a:t>
            </a:r>
            <a:r>
              <a:rPr lang="en-US" dirty="0"/>
              <a:t>SQLite</a:t>
            </a:r>
            <a:r>
              <a:rPr dirty="0"/>
              <a:t> recap</a:t>
            </a:r>
          </a:p>
        </p:txBody>
      </p:sp>
      <p:sp>
        <p:nvSpPr>
          <p:cNvPr id="133" name="Text Placeholder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those who need it.</a:t>
            </a:r>
          </a:p>
        </p:txBody>
      </p:sp>
      <p:sp>
        <p:nvSpPr>
          <p:cNvPr id="134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11679423" y="6504365"/>
            <a:ext cx="181836" cy="23927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4350-F46C-6FCF-3F05-89983B5B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977E-E837-2C51-CFDA-8332FB64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53088"/>
            <a:ext cx="11477506" cy="4274912"/>
          </a:xfrm>
        </p:spPr>
        <p:txBody>
          <a:bodyPr>
            <a:normAutofit/>
          </a:bodyPr>
          <a:lstStyle/>
          <a:p>
            <a:r>
              <a:rPr lang="en-GB" dirty="0"/>
              <a:t>A database is an organised collection of structured data</a:t>
            </a:r>
          </a:p>
          <a:p>
            <a:r>
              <a:rPr lang="en-GB" dirty="0"/>
              <a:t>Most commonly arranged into a series of </a:t>
            </a:r>
            <a:r>
              <a:rPr lang="en-GB" b="1" i="1" dirty="0"/>
              <a:t>related</a:t>
            </a:r>
            <a:r>
              <a:rPr lang="en-GB" dirty="0"/>
              <a:t> tables</a:t>
            </a:r>
          </a:p>
          <a:p>
            <a:r>
              <a:rPr lang="en-GB" dirty="0"/>
              <a:t>This approach can be more efficient and effective than many alternative approaches</a:t>
            </a:r>
          </a:p>
          <a:p>
            <a:r>
              <a:rPr lang="en-GB" dirty="0"/>
              <a:t>A large number of database management systems are available – we will be using SQLite3 in this module.</a:t>
            </a:r>
          </a:p>
        </p:txBody>
      </p:sp>
    </p:spTree>
    <p:extLst>
      <p:ext uri="{BB962C8B-B14F-4D97-AF65-F5344CB8AC3E}">
        <p14:creationId xmlns:p14="http://schemas.microsoft.com/office/powerpoint/2010/main" val="373168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1EBC-2B13-4BFB-AD73-2D2ADA43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SQLite3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7E41A-6AB8-49BE-9483-5BC94A92C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Relational Database</a:t>
            </a:r>
            <a:r>
              <a:rPr lang="en-GB" dirty="0"/>
              <a:t> features without the hassle of managing a server – it is file-based</a:t>
            </a:r>
          </a:p>
          <a:p>
            <a:endParaRPr lang="en-GB" dirty="0"/>
          </a:p>
          <a:p>
            <a:r>
              <a:rPr lang="en-GB" dirty="0"/>
              <a:t>It is portable – it is file-based, allowing you to move the database around easily</a:t>
            </a:r>
          </a:p>
          <a:p>
            <a:endParaRPr lang="en-GB" dirty="0"/>
          </a:p>
          <a:p>
            <a:r>
              <a:rPr lang="en-GB" dirty="0"/>
              <a:t>Developing and testing applications requiring relational database is much easier – all data and files are local</a:t>
            </a:r>
          </a:p>
        </p:txBody>
      </p:sp>
    </p:spTree>
    <p:extLst>
      <p:ext uri="{BB962C8B-B14F-4D97-AF65-F5344CB8AC3E}">
        <p14:creationId xmlns:p14="http://schemas.microsoft.com/office/powerpoint/2010/main" val="23100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3F3C-B2C3-75D8-5C75-A3EF83DC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9B81-831F-DDE1-18AD-82204319F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SELECT is a SQL statement to retrieve data from a table or tables</a:t>
            </a:r>
          </a:p>
          <a:p>
            <a:r>
              <a:rPr lang="en-GB" b="1">
                <a:ea typeface="Calibri"/>
                <a:cs typeface="Calibri"/>
              </a:rPr>
              <a:t>*</a:t>
            </a:r>
            <a:r>
              <a:rPr lang="en-GB">
                <a:ea typeface="Calibri"/>
                <a:cs typeface="Calibri"/>
              </a:rPr>
              <a:t> mean select </a:t>
            </a:r>
            <a:r>
              <a:rPr lang="en-GB" b="1">
                <a:ea typeface="Calibri"/>
                <a:cs typeface="Calibri"/>
              </a:rPr>
              <a:t>all columns</a:t>
            </a:r>
            <a:r>
              <a:rPr lang="en-GB">
                <a:ea typeface="Calibri"/>
                <a:cs typeface="Calibri"/>
              </a:rPr>
              <a:t> from the named table(s)</a:t>
            </a:r>
          </a:p>
          <a:p>
            <a:r>
              <a:rPr lang="en-GB">
                <a:ea typeface="Calibri"/>
                <a:cs typeface="Calibri"/>
              </a:rPr>
              <a:t>We can specify specific columns that we want to include only</a:t>
            </a: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85EC1-11DD-1359-072A-1E6D019D1C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 anchorCtr="0">
            <a:normAutofit/>
          </a:bodyPr>
          <a:lstStyle/>
          <a:p>
            <a:pPr>
              <a:buNone/>
            </a:pPr>
            <a:r>
              <a:rPr lang="en-GB" sz="24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GB" sz="2400" b="1">
                <a:latin typeface="Consolas"/>
                <a:ea typeface="+mn-lt"/>
                <a:cs typeface="+mn-lt"/>
              </a:rPr>
              <a:t> * </a:t>
            </a:r>
            <a:endParaRPr lang="en-US" sz="2400">
              <a:ea typeface="Calibri"/>
              <a:cs typeface="Calibri"/>
            </a:endParaRPr>
          </a:p>
          <a:p>
            <a:pPr>
              <a:buNone/>
            </a:pPr>
            <a:r>
              <a:rPr lang="en-GB" sz="24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GB" sz="2400" b="1">
                <a:latin typeface="Consolas"/>
                <a:ea typeface="+mn-lt"/>
                <a:cs typeface="+mn-lt"/>
              </a:rPr>
              <a:t> [students]</a:t>
            </a:r>
            <a:endParaRPr lang="en-GB" sz="2400"/>
          </a:p>
          <a:p>
            <a:pPr>
              <a:buNone/>
            </a:pPr>
            <a:endParaRPr lang="en-GB" sz="3200" b="1">
              <a:latin typeface="Consolas"/>
              <a:ea typeface="Calibri"/>
              <a:cs typeface="Calibri"/>
            </a:endParaRPr>
          </a:p>
          <a:p>
            <a:pPr>
              <a:buNone/>
            </a:pPr>
            <a:endParaRPr lang="en-GB" sz="3200" b="1">
              <a:latin typeface="Consolas"/>
              <a:ea typeface="Calibri"/>
              <a:cs typeface="Calibri"/>
            </a:endParaRPr>
          </a:p>
          <a:p>
            <a:pPr>
              <a:buNone/>
            </a:pPr>
            <a:r>
              <a:rPr lang="en-GB" sz="24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GB" sz="2400" b="1">
                <a:latin typeface="Consolas"/>
                <a:ea typeface="+mn-lt"/>
                <a:cs typeface="+mn-lt"/>
              </a:rPr>
              <a:t> id, </a:t>
            </a:r>
            <a:r>
              <a:rPr lang="en-GB" sz="2400" b="1" err="1">
                <a:latin typeface="Consolas"/>
                <a:ea typeface="+mn-lt"/>
                <a:cs typeface="+mn-lt"/>
              </a:rPr>
              <a:t>last_name</a:t>
            </a:r>
            <a:endParaRPr lang="en-GB" sz="2400" b="1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GB" sz="24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GB" sz="2400" b="1">
                <a:latin typeface="Consolas"/>
                <a:ea typeface="+mn-lt"/>
                <a:cs typeface="+mn-lt"/>
              </a:rPr>
              <a:t> [students]</a:t>
            </a:r>
            <a:endParaRPr lang="en-GB" sz="2400" b="1">
              <a:latin typeface="Consolas"/>
            </a:endParaRPr>
          </a:p>
          <a:p>
            <a:pPr>
              <a:buNone/>
            </a:pPr>
            <a:endParaRPr lang="en-GB" sz="3200" b="1">
              <a:latin typeface="Consolas"/>
              <a:ea typeface="Calibri"/>
              <a:cs typeface="Calibri"/>
            </a:endParaRPr>
          </a:p>
        </p:txBody>
      </p:sp>
      <p:pic>
        <p:nvPicPr>
          <p:cNvPr id="5" name="Picture 4" descr="A screenshot of a table&#10;&#10;Description automatically generated">
            <a:extLst>
              <a:ext uri="{FF2B5EF4-FFF2-40B4-BE49-F238E27FC236}">
                <a16:creationId xmlns:a16="http://schemas.microsoft.com/office/drawing/2014/main" id="{FF144B96-8383-9FB9-798C-13CCBEB61C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28"/>
          <a:stretch/>
        </p:blipFill>
        <p:spPr>
          <a:xfrm>
            <a:off x="6372993" y="2344297"/>
            <a:ext cx="5295013" cy="108543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B57266A-3C13-8A2A-124E-F133CFCA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347" y="4591815"/>
            <a:ext cx="24098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BBE1-6A67-6C83-CD85-682280A8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WHERE clause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FA9E-4DB4-7B75-3730-936FD7033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38341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can filter data based on some criteria – </a:t>
            </a:r>
            <a:r>
              <a:rPr lang="en-US" dirty="0" err="1">
                <a:ea typeface="Calibri"/>
                <a:cs typeface="Calibri"/>
              </a:rPr>
              <a:t>boolean</a:t>
            </a:r>
            <a:r>
              <a:rPr lang="en-US" dirty="0">
                <a:ea typeface="Calibri"/>
                <a:cs typeface="Calibri"/>
              </a:rPr>
              <a:t> operations similar to Python's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LIKE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dirty="0">
                <a:ea typeface="Calibri"/>
                <a:cs typeface="Calibri"/>
              </a:rPr>
              <a:t>allows full or partial matches on text, the </a:t>
            </a:r>
            <a:r>
              <a:rPr lang="en-US" b="1" dirty="0">
                <a:ea typeface="Calibri"/>
                <a:cs typeface="Calibri"/>
              </a:rPr>
              <a:t>%</a:t>
            </a:r>
            <a:r>
              <a:rPr lang="en-US" dirty="0">
                <a:ea typeface="Calibri"/>
                <a:cs typeface="Calibri"/>
              </a:rPr>
              <a:t> is a </a:t>
            </a:r>
            <a:r>
              <a:rPr lang="en-US" b="1" dirty="0">
                <a:ea typeface="Calibri"/>
                <a:cs typeface="Calibri"/>
              </a:rPr>
              <a:t>wildcard</a:t>
            </a:r>
            <a:r>
              <a:rPr lang="en-US" dirty="0">
                <a:ea typeface="Calibri"/>
                <a:cs typeface="Calibri"/>
              </a:rPr>
              <a:t>, matching anything after </a:t>
            </a:r>
            <a:r>
              <a:rPr lang="en-US" b="1" dirty="0">
                <a:ea typeface="Calibri"/>
                <a:cs typeface="Calibri"/>
              </a:rPr>
              <a:t>A26</a:t>
            </a:r>
          </a:p>
          <a:p>
            <a:pPr lvl="1"/>
            <a:endParaRPr lang="en-US" b="1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Similarities to Python’s </a:t>
            </a:r>
            <a:r>
              <a:rPr lang="en-US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dirty="0">
                <a:cs typeface="Calibri"/>
              </a:rPr>
              <a:t>operator: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A58CE-2FBD-8732-706B-74DFE69C7B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id, </a:t>
            </a:r>
            <a:r>
              <a:rPr lang="en-US" sz="24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[students]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id </a:t>
            </a: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LIKE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"A26%"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endParaRPr lang="en-US" sz="2400" b="1" dirty="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2400" b="1" dirty="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id, </a:t>
            </a:r>
            <a:r>
              <a:rPr lang="en-US" sz="24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[students]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r>
              <a:rPr lang="en-US" sz="24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"Tanner"</a:t>
            </a:r>
            <a:endParaRPr lang="en-US" sz="2400" b="1" dirty="0">
              <a:latin typeface="Consolas"/>
            </a:endParaRPr>
          </a:p>
          <a:p>
            <a:pPr>
              <a:buNone/>
            </a:pPr>
            <a:endParaRPr lang="en-US" sz="2400" b="1" dirty="0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nsolas"/>
              <a:ea typeface="+mn-lt"/>
              <a:cs typeface="+mn-l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B04AB7-6547-FB01-FDDA-74822E19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56" y="2962981"/>
            <a:ext cx="2381250" cy="81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8CBB2-3617-1E12-3540-C31778E2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06" y="5387564"/>
            <a:ext cx="2419350" cy="466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8D655C-DA01-DE96-5E88-DA3DD7FF3D47}"/>
              </a:ext>
            </a:extLst>
          </p:cNvPr>
          <p:cNvSpPr txBox="1"/>
          <p:nvPr/>
        </p:nvSpPr>
        <p:spPr>
          <a:xfrm>
            <a:off x="962092" y="5000879"/>
            <a:ext cx="5210107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AF00DB"/>
                </a:solidFill>
                <a:latin typeface="Consolas"/>
                <a:ea typeface="+mn-lt"/>
                <a:cs typeface="+mn-lt"/>
              </a:rPr>
              <a:t>if</a:t>
            </a:r>
            <a:r>
              <a:rPr lang="en-US" sz="2800" b="1" dirty="0">
                <a:latin typeface="Consolas"/>
                <a:ea typeface="+mn-lt"/>
                <a:cs typeface="+mn-lt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nsolas"/>
                <a:ea typeface="+mn-lt"/>
                <a:cs typeface="+mn-lt"/>
              </a:rPr>
              <a:t>"even"</a:t>
            </a:r>
            <a:r>
              <a:rPr lang="en-US" sz="2800" b="1" dirty="0">
                <a:latin typeface="Consolas"/>
                <a:ea typeface="+mn-lt"/>
                <a:cs typeface="+mn-lt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in</a:t>
            </a:r>
            <a:r>
              <a:rPr lang="en-US" sz="2800" b="1" dirty="0">
                <a:latin typeface="Consolas"/>
                <a:ea typeface="+mn-lt"/>
                <a:cs typeface="+mn-lt"/>
              </a:rPr>
              <a:t> </a:t>
            </a:r>
            <a:r>
              <a:rPr lang="en-US" sz="2800" b="1" dirty="0">
                <a:solidFill>
                  <a:srgbClr val="A31515"/>
                </a:solidFill>
                <a:latin typeface="Consolas"/>
                <a:ea typeface="+mn-lt"/>
                <a:cs typeface="+mn-lt"/>
              </a:rPr>
              <a:t>"Steven"</a:t>
            </a:r>
            <a:r>
              <a:rPr lang="en-US" sz="2800" b="1" dirty="0">
                <a:latin typeface="Consolas"/>
                <a:ea typeface="+mn-lt"/>
                <a:cs typeface="+mn-lt"/>
              </a:rPr>
              <a:t>:</a:t>
            </a:r>
            <a:endParaRPr lang="en-US" sz="2800" b="1" dirty="0">
              <a:latin typeface="Consolas"/>
            </a:endParaRPr>
          </a:p>
          <a:p>
            <a:r>
              <a:rPr lang="en-US" sz="2800" b="1" dirty="0">
                <a:solidFill>
                  <a:srgbClr val="008000"/>
                </a:solidFill>
                <a:latin typeface="Consolas"/>
                <a:ea typeface="+mn-lt"/>
                <a:cs typeface="+mn-lt"/>
              </a:rPr>
              <a:t>   # ... do something ...</a:t>
            </a:r>
          </a:p>
        </p:txBody>
      </p:sp>
    </p:spTree>
    <p:extLst>
      <p:ext uri="{BB962C8B-B14F-4D97-AF65-F5344CB8AC3E}">
        <p14:creationId xmlns:p14="http://schemas.microsoft.com/office/powerpoint/2010/main" val="138494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BBE1-6A67-6C83-CD85-682280A8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WHERE clauses with 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AND</a:t>
            </a:r>
            <a:r>
              <a:rPr lang="en-US">
                <a:ea typeface="Calibri Light"/>
                <a:cs typeface="Calibri Light"/>
              </a:rPr>
              <a:t> &amp; 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FA9E-4DB4-7B75-3730-936FD70334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can filter data based on some criteria – logical operators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AND</a:t>
            </a:r>
            <a:r>
              <a:rPr lang="en-US" sz="2000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800" dirty="0">
                <a:ea typeface="Calibri"/>
                <a:cs typeface="Calibri"/>
              </a:rPr>
              <a:t>all conditions must match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OR</a:t>
            </a:r>
            <a:r>
              <a:rPr lang="en-US" sz="2800" dirty="0">
                <a:ea typeface="Calibri"/>
                <a:cs typeface="Calibri"/>
              </a:rPr>
              <a:t> any of the conditions must match</a:t>
            </a:r>
          </a:p>
          <a:p>
            <a:pPr lvl="1"/>
            <a:r>
              <a:rPr lang="en-US" sz="2800" dirty="0">
                <a:ea typeface="Calibri"/>
                <a:cs typeface="Calibri"/>
              </a:rPr>
              <a:t>Like Python, precedence rules apply </a:t>
            </a:r>
            <a:r>
              <a:rPr lang="en-US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AND</a:t>
            </a:r>
            <a:r>
              <a:rPr lang="en-US" sz="2800" dirty="0">
                <a:ea typeface="Calibri"/>
                <a:cs typeface="Calibri"/>
              </a:rPr>
              <a:t> &gt; </a:t>
            </a:r>
            <a:r>
              <a:rPr lang="en-US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OR</a:t>
            </a:r>
            <a:r>
              <a:rPr lang="en-US" sz="2800" dirty="0">
                <a:ea typeface="Calibri"/>
                <a:cs typeface="Calibri"/>
              </a:rPr>
              <a:t> where there are conditional expressions in the same statement</a:t>
            </a:r>
          </a:p>
          <a:p>
            <a:pPr lvl="1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A58CE-2FBD-8732-706B-74DFE69C7B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pPr>
              <a:buNone/>
            </a:pPr>
            <a:r>
              <a:rPr lang="en-US" sz="16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id, </a:t>
            </a:r>
            <a:r>
              <a:rPr lang="en-US" sz="1600" b="1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endParaRPr lang="en-US" sz="1600" b="1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16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[students]</a:t>
            </a:r>
            <a:endParaRPr lang="en-US" sz="1600" b="1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16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WHERE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600" b="1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"Tanner" </a:t>
            </a:r>
            <a:r>
              <a:rPr lang="en-US" sz="16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OR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id </a:t>
            </a:r>
            <a:r>
              <a:rPr lang="en-US" sz="16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LIKE</a:t>
            </a:r>
            <a:r>
              <a:rPr lang="en-US" sz="16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"%324%"</a:t>
            </a:r>
            <a:endParaRPr lang="en-US" sz="1600" b="1"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2400" b="1">
              <a:latin typeface="Consolas"/>
              <a:ea typeface="Calibri"/>
              <a:cs typeface="Calibri"/>
            </a:endParaRPr>
          </a:p>
          <a:p>
            <a:pPr>
              <a:buNone/>
            </a:pPr>
            <a:endParaRPr lang="en-US" sz="2400" b="1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2400" b="1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*</a:t>
            </a:r>
            <a:endParaRPr lang="en-US" sz="2000" b="1">
              <a:latin typeface="Consolas"/>
            </a:endParaRPr>
          </a:p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[students]</a:t>
            </a:r>
            <a:endParaRPr lang="en-US" sz="2000" b="1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WHERE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last_name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"Tanner"</a:t>
            </a:r>
          </a:p>
          <a:p>
            <a:pPr>
              <a:buNone/>
            </a:pPr>
            <a:r>
              <a:rPr lang="en-US" sz="20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    AND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first_name</a:t>
            </a:r>
            <a:r>
              <a:rPr lang="en-US" sz="2000" b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"M"</a:t>
            </a:r>
            <a:endParaRPr lang="en-US" sz="2000" b="1">
              <a:latin typeface="Consolas"/>
            </a:endParaRPr>
          </a:p>
          <a:p>
            <a:pPr>
              <a:buNone/>
            </a:pPr>
            <a:endParaRPr lang="en-US" sz="2400" b="1">
              <a:latin typeface="Consolas"/>
              <a:ea typeface="Calibri"/>
              <a:cs typeface="Calibri"/>
            </a:endParaRPr>
          </a:p>
          <a:p>
            <a:pPr>
              <a:buNone/>
            </a:pPr>
            <a:endParaRPr lang="en-US" sz="2400" b="1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2400" b="1">
              <a:solidFill>
                <a:srgbClr val="0000FF"/>
              </a:solidFill>
              <a:latin typeface="Consolas"/>
              <a:ea typeface="+mn-lt"/>
              <a:cs typeface="+mn-l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B04AB7-6547-FB01-FDDA-74822E19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56" y="2962981"/>
            <a:ext cx="2381250" cy="81915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3DE67AC-08CF-3F73-EC65-294E8D00F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622" y="5790333"/>
            <a:ext cx="2743200" cy="39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3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5B5E-5D87-C4FB-9CBB-9D22708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Python and SQL - Connection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A2A-73DE-F69E-7448-3AE4E2D91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6069081" cy="48815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Opening an SQLite connection in Python is done through the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sqlite3</a:t>
            </a:r>
            <a:r>
              <a:rPr lang="en-GB" b="1" dirty="0">
                <a:latin typeface="Consolas" panose="020B0609020204030204" pitchFamily="49" charset="0"/>
              </a:rPr>
              <a:t>.</a:t>
            </a:r>
            <a:r>
              <a:rPr lang="en-GB" b="1" dirty="0">
                <a:solidFill>
                  <a:srgbClr val="795E2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connect</a:t>
            </a:r>
            <a:r>
              <a:rPr lang="en-GB" b="1" dirty="0">
                <a:latin typeface="Consolas" panose="020B0609020204030204" pitchFamily="49" charset="0"/>
              </a:rPr>
              <a:t>(…) </a:t>
            </a:r>
            <a:r>
              <a:rPr lang="en-GB" dirty="0"/>
              <a:t>function</a:t>
            </a:r>
          </a:p>
          <a:p>
            <a:r>
              <a:rPr lang="en-GB" dirty="0"/>
              <a:t>Pass in the database file as the argument (usual </a:t>
            </a:r>
            <a:r>
              <a:rPr lang="en-GB" dirty="0" err="1"/>
              <a:t>filepath</a:t>
            </a:r>
            <a:r>
              <a:rPr lang="en-GB" dirty="0"/>
              <a:t> rules apply)</a:t>
            </a:r>
          </a:p>
          <a:p>
            <a:r>
              <a:rPr lang="en-GB" dirty="0"/>
              <a:t>As the connection will be a live (and very expensive) resource, you should use </a:t>
            </a:r>
            <a:r>
              <a:rPr lang="en-GB" b="1" dirty="0">
                <a:solidFill>
                  <a:srgbClr val="00108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with</a:t>
            </a:r>
            <a:r>
              <a:rPr lang="en-GB" dirty="0"/>
              <a:t> keyword</a:t>
            </a:r>
          </a:p>
          <a:p>
            <a:r>
              <a:rPr lang="en-GB" dirty="0"/>
              <a:t>If the database doesn't exist when opening a connection, this will also create it!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6BF440A-CD19-6DC7-D5F9-4C3A42AD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3286" y="1295400"/>
            <a:ext cx="4984701" cy="48815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conn: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Database queries and operations...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2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5B5E-5D87-C4FB-9CBB-9D22708F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Python and SQL - </a:t>
            </a:r>
            <a:r>
              <a:rPr lang="en-GB" dirty="0"/>
              <a:t>Cursor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A2A-73DE-F69E-7448-3AE4E2D91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6323605" cy="4881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Once a connection is open, we need to create a </a:t>
            </a:r>
            <a:r>
              <a:rPr lang="en-GB" i="1" dirty="0"/>
              <a:t>cursor</a:t>
            </a:r>
            <a:r>
              <a:rPr lang="en-GB" dirty="0"/>
              <a:t> to read and manipulate our database</a:t>
            </a:r>
          </a:p>
          <a:p>
            <a:r>
              <a:rPr lang="en-GB" dirty="0"/>
              <a:t>This is achieved through using the .</a:t>
            </a:r>
            <a:r>
              <a:rPr lang="en-GB" b="1" dirty="0">
                <a:solidFill>
                  <a:srgbClr val="795E26"/>
                </a:solidFill>
              </a:rPr>
              <a:t>cursor</a:t>
            </a:r>
            <a:r>
              <a:rPr lang="en-GB" dirty="0"/>
              <a:t>() function of the open connection</a:t>
            </a:r>
            <a:endParaRPr lang="en-GB">
              <a:ea typeface="Calibri"/>
              <a:cs typeface="Calibri"/>
            </a:endParaRPr>
          </a:p>
          <a:p>
            <a:r>
              <a:rPr lang="en-GB" dirty="0"/>
              <a:t>All the operations we will apply to our database will be executed through this cursor</a:t>
            </a:r>
            <a:endParaRPr lang="en-GB">
              <a:ea typeface="Calibri"/>
              <a:cs typeface="Calibri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3FFB4E2-3D57-997F-5B3A-853DD36C0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3286" y="1295400"/>
            <a:ext cx="4984701" cy="48815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AF00DB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AF00DB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solidFill>
                <a:srgbClr val="267F99"/>
              </a:solidFill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 </a:t>
            </a:r>
            <a:r>
              <a:rPr lang="en-GB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example.db</a:t>
            </a:r>
            <a:r>
              <a:rPr lang="en-GB" sz="16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conn: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Database queries and operations...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1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GB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GB" sz="16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3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4CC8-4F33-0FFB-B03D-6E9D1D26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Basic Python/SQL pattern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F1F61-F051-59AB-9E44-4D7BDECFCB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AF00DB"/>
                </a:solidFill>
                <a:effectLst/>
                <a:latin typeface="Consolas"/>
              </a:rPr>
              <a:t>with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 sqlite3.connect(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"../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db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/CIS4044-N-Example.db"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) </a:t>
            </a:r>
            <a:r>
              <a:rPr lang="en-GB" sz="1200" b="1" dirty="0">
                <a:solidFill>
                  <a:srgbClr val="AF00DB"/>
                </a:solidFill>
                <a:effectLst/>
                <a:latin typeface="Consolas"/>
              </a:rPr>
              <a:t>as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 conn:</a:t>
            </a:r>
          </a:p>
          <a:p>
            <a:pPr marL="0" indent="0">
              <a:buNone/>
            </a:pPr>
            <a:br>
              <a:rPr lang="en-GB" sz="1200" b="1" dirty="0">
                <a:effectLst/>
                <a:latin typeface="Consolas" panose="020B0609020204030204" pitchFamily="49" charset="0"/>
              </a:rPr>
            </a:b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sz="1200" b="1" dirty="0" err="1">
                <a:solidFill>
                  <a:srgbClr val="000000"/>
                </a:solidFill>
                <a:effectLst/>
                <a:latin typeface="Consolas"/>
              </a:rPr>
              <a:t>conn.row_factory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 = sqlite3.Row </a:t>
            </a:r>
            <a:r>
              <a:rPr lang="en-GB" sz="1200" b="1" dirty="0">
                <a:solidFill>
                  <a:srgbClr val="008000"/>
                </a:solidFill>
                <a:effectLst/>
                <a:latin typeface="Consolas"/>
              </a:rPr>
              <a:t># Use row column names</a:t>
            </a:r>
            <a:r>
              <a:rPr lang="en-GB" sz="1200" b="1" dirty="0">
                <a:solidFill>
                  <a:srgbClr val="008000"/>
                </a:solidFill>
                <a:latin typeface="Consolas"/>
              </a:rPr>
              <a:t> 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</a:t>
            </a:r>
            <a:r>
              <a:rPr lang="en-GB" sz="1200" b="1" dirty="0">
                <a:solidFill>
                  <a:srgbClr val="000000"/>
                </a:solidFill>
                <a:latin typeface="Consolas"/>
              </a:rPr>
              <a:t>  </a:t>
            </a:r>
            <a:endParaRPr lang="en-GB" sz="1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cursor = </a:t>
            </a:r>
            <a:r>
              <a:rPr lang="en-GB" sz="1200" b="1" dirty="0" err="1">
                <a:solidFill>
                  <a:srgbClr val="000000"/>
                </a:solidFill>
                <a:effectLst/>
                <a:latin typeface="Consolas"/>
              </a:rPr>
              <a:t>conn.cursor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()</a:t>
            </a:r>
          </a:p>
          <a:p>
            <a:pPr marL="0" indent="0">
              <a:buNone/>
            </a:pPr>
            <a:br>
              <a:rPr lang="en-GB" sz="1200" b="1" dirty="0">
                <a:effectLst/>
                <a:latin typeface="Consolas" panose="020B0609020204030204" pitchFamily="49" charset="0"/>
              </a:rPr>
            </a:b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query = 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'''</a:t>
            </a:r>
            <a:endParaRPr lang="en-GB" sz="1200" b="1" dirty="0">
              <a:solidFill>
                <a:srgbClr val="000000"/>
              </a:solidFill>
              <a:effectLst/>
              <a:latin typeface="Consolas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SELECT id, 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last_name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, 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first_name</a:t>
            </a:r>
            <a:endParaRPr lang="en-GB" sz="1200" b="1" dirty="0">
              <a:solidFill>
                <a:srgbClr val="000000"/>
              </a:solidFill>
              <a:effectLst/>
              <a:latin typeface="Consolas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 [students]</a:t>
            </a:r>
            <a:endParaRPr lang="en-GB" sz="1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WHERE 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last_name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 = "Tanner" AND 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first_name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 = "M"</a:t>
            </a:r>
            <a:endParaRPr lang="en-GB" sz="1200" b="1" dirty="0">
              <a:solidFill>
                <a:srgbClr val="000000"/>
              </a:solidFill>
              <a:effectLst/>
              <a:latin typeface="Consolas"/>
            </a:endParaRPr>
          </a:p>
          <a:p>
            <a:pPr marL="0" indent="0">
              <a:buNone/>
            </a:pPr>
            <a:r>
              <a:rPr lang="en-GB" sz="12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</a:t>
            </a:r>
            <a:endParaRPr lang="en-GB" sz="1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GB" sz="1200" b="1" dirty="0">
                <a:effectLst/>
                <a:latin typeface="Consolas" panose="020B0609020204030204" pitchFamily="49" charset="0"/>
              </a:rPr>
            </a:b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results = </a:t>
            </a:r>
            <a:r>
              <a:rPr lang="en-GB" sz="1200" b="1" dirty="0" err="1">
                <a:solidFill>
                  <a:srgbClr val="000000"/>
                </a:solidFill>
                <a:effectLst/>
                <a:latin typeface="Consolas"/>
              </a:rPr>
              <a:t>cursor.execute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(query)</a:t>
            </a:r>
            <a:br>
              <a:rPr lang="en-GB" sz="1200" b="1" dirty="0">
                <a:effectLst/>
                <a:latin typeface="Consolas" panose="020B0609020204030204" pitchFamily="49" charset="0"/>
              </a:rPr>
            </a:b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sz="1200" b="1" dirty="0" err="1">
                <a:solidFill>
                  <a:srgbClr val="000000"/>
                </a:solidFill>
                <a:effectLst/>
                <a:latin typeface="Consolas"/>
              </a:rPr>
              <a:t>conn.commit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()</a:t>
            </a:r>
          </a:p>
          <a:p>
            <a:pPr marL="0" indent="0">
              <a:buNone/>
            </a:pPr>
            <a:br>
              <a:rPr lang="en-GB" sz="1200" b="1" dirty="0">
                <a:effectLst/>
                <a:latin typeface="Consolas" panose="020B0609020204030204" pitchFamily="49" charset="0"/>
              </a:rPr>
            </a:b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sz="1200" b="1" dirty="0">
                <a:solidFill>
                  <a:srgbClr val="AF00DB"/>
                </a:solidFill>
                <a:effectLst/>
                <a:latin typeface="Consolas"/>
              </a:rPr>
              <a:t>for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 row </a:t>
            </a:r>
            <a:r>
              <a:rPr lang="en-GB" sz="1200" b="1" dirty="0">
                <a:solidFill>
                  <a:srgbClr val="AF00DB"/>
                </a:solidFill>
                <a:effectLst/>
                <a:latin typeface="Consolas"/>
              </a:rPr>
              <a:t>in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 results:</a:t>
            </a:r>
          </a:p>
          <a:p>
            <a:pPr marL="0" indent="0">
              <a:buNone/>
            </a:pP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sz="1200" b="1" dirty="0">
                <a:solidFill>
                  <a:srgbClr val="795E26"/>
                </a:solidFill>
                <a:effectLst/>
                <a:latin typeface="Consolas"/>
              </a:rPr>
              <a:t>print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(</a:t>
            </a:r>
            <a:r>
              <a:rPr lang="en-GB" sz="1200" b="1" dirty="0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'id'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], </a:t>
            </a:r>
            <a:r>
              <a:rPr lang="en-GB" sz="1200" b="1" dirty="0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last_name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], </a:t>
            </a:r>
            <a:r>
              <a:rPr lang="en-GB" sz="1200" b="1" dirty="0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sz="1200" b="1" dirty="0" err="1">
                <a:solidFill>
                  <a:srgbClr val="A31515"/>
                </a:solidFill>
                <a:effectLst/>
                <a:latin typeface="Consolas"/>
              </a:rPr>
              <a:t>first_name</a:t>
            </a:r>
            <a:r>
              <a:rPr lang="en-GB" sz="1200" b="1" dirty="0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sz="1200" b="1" dirty="0">
                <a:solidFill>
                  <a:srgbClr val="000000"/>
                </a:solidFill>
                <a:effectLst/>
                <a:latin typeface="Consolas"/>
              </a:rPr>
              <a:t>])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C32C77C-B84B-562B-D47F-CBC822E6D448}"/>
              </a:ext>
            </a:extLst>
          </p:cNvPr>
          <p:cNvSpPr/>
          <p:nvPr/>
        </p:nvSpPr>
        <p:spPr>
          <a:xfrm rot="10800000">
            <a:off x="5644444" y="1495777"/>
            <a:ext cx="451555" cy="8654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57052A0-0071-BBC6-737D-3DD3F34B45DD}"/>
              </a:ext>
            </a:extLst>
          </p:cNvPr>
          <p:cNvSpPr/>
          <p:nvPr/>
        </p:nvSpPr>
        <p:spPr>
          <a:xfrm rot="10800000">
            <a:off x="5597406" y="2808513"/>
            <a:ext cx="451555" cy="11990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4B0EADF-274E-3A28-F228-3D1B7E604047}"/>
              </a:ext>
            </a:extLst>
          </p:cNvPr>
          <p:cNvSpPr/>
          <p:nvPr/>
        </p:nvSpPr>
        <p:spPr>
          <a:xfrm rot="10800000">
            <a:off x="5597404" y="4246410"/>
            <a:ext cx="451555" cy="6859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36A7AE-1E5A-4F94-D642-D27565E0173D}"/>
              </a:ext>
            </a:extLst>
          </p:cNvPr>
          <p:cNvSpPr/>
          <p:nvPr/>
        </p:nvSpPr>
        <p:spPr>
          <a:xfrm>
            <a:off x="1070112" y="1389002"/>
            <a:ext cx="4062047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Connect to the database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E4C1CB-4BA9-2659-615E-3DEB59C3B222}"/>
              </a:ext>
            </a:extLst>
          </p:cNvPr>
          <p:cNvSpPr/>
          <p:nvPr/>
        </p:nvSpPr>
        <p:spPr>
          <a:xfrm>
            <a:off x="1070111" y="2808512"/>
            <a:ext cx="4062047" cy="10776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Build a query string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426D6E-E620-25E7-05C0-B2F9D71563AD}"/>
              </a:ext>
            </a:extLst>
          </p:cNvPr>
          <p:cNvSpPr/>
          <p:nvPr/>
        </p:nvSpPr>
        <p:spPr>
          <a:xfrm>
            <a:off x="1070111" y="4246410"/>
            <a:ext cx="4062047" cy="6859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Execute the query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12EC6BF-E9DD-BC33-A3E4-3DC078690416}"/>
              </a:ext>
            </a:extLst>
          </p:cNvPr>
          <p:cNvSpPr/>
          <p:nvPr/>
        </p:nvSpPr>
        <p:spPr>
          <a:xfrm rot="10800000">
            <a:off x="5597405" y="5171250"/>
            <a:ext cx="451555" cy="4575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273C82-7C34-4B86-4CC4-F282B73ACC82}"/>
              </a:ext>
            </a:extLst>
          </p:cNvPr>
          <p:cNvSpPr/>
          <p:nvPr/>
        </p:nvSpPr>
        <p:spPr>
          <a:xfrm>
            <a:off x="1070111" y="5057042"/>
            <a:ext cx="4062047" cy="6859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Process the results</a:t>
            </a:r>
          </a:p>
        </p:txBody>
      </p:sp>
    </p:spTree>
    <p:extLst>
      <p:ext uri="{BB962C8B-B14F-4D97-AF65-F5344CB8AC3E}">
        <p14:creationId xmlns:p14="http://schemas.microsoft.com/office/powerpoint/2010/main" val="13943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Placeholder 3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>
                <a:cs typeface="Calibri"/>
              </a:rPr>
              <a:t>SQLite3 database with multiple tables</a:t>
            </a:r>
          </a:p>
        </p:txBody>
      </p:sp>
      <p:sp>
        <p:nvSpPr>
          <p:cNvPr id="139" name="Text Placeholder 4"/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>
            <a:lvl1pPr marL="0" indent="0">
              <a:buSzTx/>
              <a:buFontTx/>
              <a:buNone/>
              <a:defRPr sz="2200" b="1"/>
            </a:lvl1pPr>
          </a:lstStyle>
          <a:p>
            <a:r>
              <a:rPr lang="en-US"/>
              <a:t>Python</a:t>
            </a:r>
          </a:p>
        </p:txBody>
      </p:sp>
      <p:sp>
        <p:nvSpPr>
          <p:cNvPr id="141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680872" y="6498651"/>
            <a:ext cx="181835" cy="23927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Learning objectives</a:t>
            </a:r>
          </a:p>
        </p:txBody>
      </p:sp>
      <p:sp>
        <p:nvSpPr>
          <p:cNvPr id="138" name="Content Placeholder 2"/>
          <p:cNvSpPr txBox="1"/>
          <p:nvPr/>
        </p:nvSpPr>
        <p:spPr>
          <a:xfrm>
            <a:off x="405719" y="1981200"/>
            <a:ext cx="5546138" cy="420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GB"/>
              <a:t>Introduce</a:t>
            </a:r>
            <a:r>
              <a:t> </a:t>
            </a:r>
            <a:r>
              <a:rPr lang="en-US" b="1"/>
              <a:t>INNER JOIN</a:t>
            </a:r>
            <a:r>
              <a:rPr lang="en-US"/>
              <a:t> with 2 tables</a:t>
            </a:r>
            <a:endParaRPr/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US"/>
              <a:t>Avoid duplication of data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endParaRPr lang="en-US">
              <a:cs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GB" b="1">
                <a:cs typeface="Calibri"/>
              </a:rPr>
              <a:t>INNER JOIN</a:t>
            </a:r>
            <a:r>
              <a:rPr lang="en-GB">
                <a:cs typeface="Calibri"/>
              </a:rPr>
              <a:t> with 3 tables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endParaRPr lang="en-GB">
              <a:cs typeface="Calibri"/>
            </a:endParaRP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GB">
                <a:cs typeface="Calibri"/>
              </a:rPr>
              <a:t>Use the </a:t>
            </a:r>
            <a:r>
              <a:rPr lang="en-GB" b="1">
                <a:cs typeface="Calibri"/>
              </a:rPr>
              <a:t>AVG</a:t>
            </a:r>
            <a:r>
              <a:rPr lang="en-GB">
                <a:cs typeface="Calibri"/>
              </a:rPr>
              <a:t> aggregate function and </a:t>
            </a:r>
            <a:r>
              <a:rPr lang="en-GB" b="1">
                <a:cs typeface="Calibri"/>
              </a:rPr>
              <a:t>GROUP BY</a:t>
            </a:r>
            <a:r>
              <a:rPr lang="en-GB">
                <a:cs typeface="Calibri"/>
              </a:rPr>
              <a:t> clause</a:t>
            </a:r>
            <a:endParaRPr>
              <a:cs typeface="Calibri"/>
            </a:endParaRPr>
          </a:p>
        </p:txBody>
      </p:sp>
      <p:sp>
        <p:nvSpPr>
          <p:cNvPr id="140" name="Content Placeholder 5"/>
          <p:cNvSpPr txBox="1"/>
          <p:nvPr/>
        </p:nvSpPr>
        <p:spPr>
          <a:xfrm>
            <a:off x="6217919" y="1981200"/>
            <a:ext cx="5573868" cy="1545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US"/>
              <a:t>Doing something with the data returned</a:t>
            </a:r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SzPct val="100000"/>
              <a:buFont typeface="Arial"/>
              <a:buChar char="•"/>
              <a:defRPr sz="2200"/>
            </a:pPr>
            <a:r>
              <a:rPr lang="en-GB"/>
              <a:t>Demonstrate calculating average in both Python and SQL</a:t>
            </a:r>
            <a:endParaRPr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087EA2F-E46B-83F2-DCF6-7154245DB0F5}"/>
              </a:ext>
            </a:extLst>
          </p:cNvPr>
          <p:cNvSpPr txBox="1">
            <a:spLocks/>
          </p:cNvSpPr>
          <p:nvPr/>
        </p:nvSpPr>
        <p:spPr>
          <a:xfrm>
            <a:off x="6172199" y="3568670"/>
            <a:ext cx="5665308" cy="50233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Tx/>
              <a:buFontTx/>
              <a:buNone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ICA discussion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DAEFF9-59B4-E518-AFDE-2C678DD9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Demo: People and their Titles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0EA81E-24B9-C6B6-1750-A16C15584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a single table...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7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FC91-0DCC-5B1D-8BFD-EBBABFA80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Bad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3A1A-9A6B-3A33-650E-6CBD2BEA1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19" y="1380067"/>
            <a:ext cx="6376309" cy="4796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cs typeface="Calibri"/>
              </a:rPr>
              <a:t>There are a limited number of titles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cs typeface="Calibri"/>
              </a:rPr>
              <a:t>The list to the right are some of the most common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cs typeface="Calibri"/>
              </a:rPr>
              <a:t>The user entering the data was supposed to enter one of these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cs typeface="Calibri"/>
              </a:rPr>
              <a:t>Problems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cs typeface="Calibri"/>
              </a:rPr>
              <a:t>Duplication of data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cs typeface="Calibri"/>
              </a:rPr>
              <a:t>Inconsistent data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cs typeface="Calibri"/>
              </a:rPr>
              <a:t>Just plain wrong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641CC-D6C4-8BD2-A431-3E675900E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7664" y="1262011"/>
            <a:ext cx="2170283" cy="51188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Mr.          </a:t>
            </a:r>
            <a:endParaRPr lang="en-US" sz="1300" b="1">
              <a:cs typeface="Calibri" panose="020F0502020204030204"/>
            </a:endParaRP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Mrs.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Miss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Dr. 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Ms. 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Prof.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Rev.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Lady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Sir 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Capt.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Major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Lt.-Col.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Col.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Lady         </a:t>
            </a:r>
            <a:endParaRPr lang="en-US" sz="1300" b="1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Lt.-Cmdr.    </a:t>
            </a:r>
            <a:endParaRPr lang="en-US" sz="1300" b="1" dirty="0"/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The Hon.     </a:t>
            </a:r>
            <a:endParaRPr lang="en-US" sz="1300" b="1" dirty="0"/>
          </a:p>
          <a:p>
            <a:pPr>
              <a:buNone/>
            </a:pPr>
            <a:endParaRPr lang="en-US" sz="1300" b="1" dirty="0"/>
          </a:p>
          <a:p>
            <a:pPr>
              <a:buNone/>
            </a:pPr>
            <a:endParaRPr lang="en-US" sz="1300" b="1" dirty="0">
              <a:cs typeface="Calibri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2301158-683F-C6F8-0E20-15E2D0C3318F}"/>
              </a:ext>
            </a:extLst>
          </p:cNvPr>
          <p:cNvSpPr txBox="1">
            <a:spLocks/>
          </p:cNvSpPr>
          <p:nvPr/>
        </p:nvSpPr>
        <p:spPr>
          <a:xfrm>
            <a:off x="10016542" y="1264158"/>
            <a:ext cx="2170283" cy="51188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Cmdr.   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Flt. Lt.      </a:t>
            </a:r>
          </a:p>
          <a:p>
            <a:pPr>
              <a:buNone/>
            </a:pPr>
            <a:r>
              <a:rPr lang="en-US" sz="1300" b="1" dirty="0" err="1">
                <a:ea typeface="+mn-lt"/>
                <a:cs typeface="+mn-lt"/>
              </a:rPr>
              <a:t>Brgdr</a:t>
            </a:r>
            <a:r>
              <a:rPr lang="en-US" sz="1300" b="1" dirty="0">
                <a:ea typeface="+mn-lt"/>
                <a:cs typeface="+mn-lt"/>
              </a:rPr>
              <a:t>.  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Judge   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Lord    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The Hon. </a:t>
            </a:r>
            <a:r>
              <a:rPr lang="en-US" sz="1300" b="1" dirty="0" err="1">
                <a:ea typeface="+mn-lt"/>
                <a:cs typeface="+mn-lt"/>
              </a:rPr>
              <a:t>Mrs</a:t>
            </a:r>
            <a:r>
              <a:rPr lang="en-US" sz="1300" b="1" dirty="0">
                <a:ea typeface="+mn-lt"/>
                <a:cs typeface="+mn-lt"/>
              </a:rPr>
              <a:t>  </a:t>
            </a:r>
          </a:p>
          <a:p>
            <a:pPr>
              <a:buNone/>
            </a:pPr>
            <a:r>
              <a:rPr lang="en-US" sz="1300" b="1" dirty="0" err="1">
                <a:ea typeface="+mn-lt"/>
                <a:cs typeface="+mn-lt"/>
              </a:rPr>
              <a:t>Wng</a:t>
            </a:r>
            <a:r>
              <a:rPr lang="en-US" sz="1300" b="1" dirty="0">
                <a:ea typeface="+mn-lt"/>
                <a:cs typeface="+mn-lt"/>
              </a:rPr>
              <a:t>. Cmdr.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Group Capt.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Rt. Hon. Lord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Revd. Father  </a:t>
            </a:r>
          </a:p>
          <a:p>
            <a:pPr>
              <a:buNone/>
            </a:pPr>
            <a:r>
              <a:rPr lang="en-US" sz="1300" b="1" dirty="0" err="1">
                <a:ea typeface="+mn-lt"/>
                <a:cs typeface="+mn-lt"/>
              </a:rPr>
              <a:t>Revd</a:t>
            </a:r>
            <a:r>
              <a:rPr lang="en-US" sz="1300" b="1" dirty="0">
                <a:ea typeface="+mn-lt"/>
                <a:cs typeface="+mn-lt"/>
              </a:rPr>
              <a:t> Canon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Maj.-Gen.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Air Cdre.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Viscount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Dame         </a:t>
            </a:r>
          </a:p>
          <a:p>
            <a:pPr>
              <a:buNone/>
            </a:pPr>
            <a:r>
              <a:rPr lang="en-US" sz="1300" b="1" dirty="0">
                <a:ea typeface="+mn-lt"/>
                <a:cs typeface="+mn-lt"/>
              </a:rPr>
              <a:t>Rear </a:t>
            </a:r>
            <a:r>
              <a:rPr lang="en-US" sz="1300" b="1" dirty="0" err="1">
                <a:ea typeface="+mn-lt"/>
                <a:cs typeface="+mn-lt"/>
              </a:rPr>
              <a:t>Admrl</a:t>
            </a:r>
            <a:r>
              <a:rPr lang="en-US" sz="1300" b="1" dirty="0">
                <a:ea typeface="+mn-lt"/>
                <a:cs typeface="+mn-lt"/>
              </a:rPr>
              <a:t>.   </a:t>
            </a:r>
            <a:endParaRPr lang="en-US" sz="1300" b="1" dirty="0">
              <a:cs typeface="Calibri" panose="020F0502020204030204"/>
            </a:endParaRPr>
          </a:p>
          <a:p>
            <a:pPr>
              <a:buNone/>
            </a:pPr>
            <a:endParaRPr lang="en-US" sz="1300" b="1" dirty="0">
              <a:ea typeface="+mn-lt"/>
              <a:cs typeface="+mn-lt"/>
            </a:endParaRPr>
          </a:p>
          <a:p>
            <a:pPr>
              <a:buNone/>
            </a:pPr>
            <a:endParaRPr lang="en-US" sz="1300" b="1" dirty="0"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094925-C9F4-5188-B155-0B22A6253629}"/>
              </a:ext>
            </a:extLst>
          </p:cNvPr>
          <p:cNvSpPr/>
          <p:nvPr/>
        </p:nvSpPr>
        <p:spPr>
          <a:xfrm>
            <a:off x="4300166" y="4460033"/>
            <a:ext cx="3114732" cy="17169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54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8625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091E-5763-BC72-4653-8A946535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JOIN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B506-B3BA-D8AC-54C1-9A723A2A3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Student – Title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4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BF5C-ABB7-DA7C-EF83-5A595DEE3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Titles Table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5A4592-8587-B062-274A-BAC0B2EFE7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Separate titles into its own table</a:t>
            </a:r>
          </a:p>
          <a:p>
            <a:r>
              <a:rPr lang="en-US" dirty="0">
                <a:cs typeface="Calibri"/>
              </a:rPr>
              <a:t>Relational Database terminology: </a:t>
            </a:r>
            <a:r>
              <a:rPr lang="en-US" b="1" dirty="0" err="1">
                <a:cs typeface="Calibri"/>
              </a:rPr>
              <a:t>Normalisation</a:t>
            </a:r>
            <a:endParaRPr lang="en-US" b="1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Essentially, avoid duplication and redundancy where possible</a:t>
            </a:r>
          </a:p>
          <a:p>
            <a:r>
              <a:rPr lang="en-US" dirty="0">
                <a:cs typeface="Calibri"/>
              </a:rPr>
              <a:t>The table is loaded with all the titles</a:t>
            </a:r>
          </a:p>
          <a:p>
            <a:r>
              <a:rPr lang="en-US" dirty="0">
                <a:cs typeface="Calibri"/>
              </a:rPr>
              <a:t>In the left table (students) is made to an entry in the right table (titles)</a:t>
            </a:r>
          </a:p>
          <a:p>
            <a:pPr lvl="1"/>
            <a:r>
              <a:rPr lang="en-US" dirty="0">
                <a:cs typeface="Calibri"/>
              </a:rPr>
              <a:t>A </a:t>
            </a:r>
            <a:r>
              <a:rPr lang="en-US" b="1" dirty="0">
                <a:cs typeface="Calibri"/>
              </a:rPr>
              <a:t>relation</a:t>
            </a:r>
          </a:p>
          <a:p>
            <a:r>
              <a:rPr lang="en-US" dirty="0">
                <a:cs typeface="Calibri"/>
              </a:rPr>
              <a:t>When getting the student and their title, we need to involve two tables</a:t>
            </a:r>
          </a:p>
          <a:p>
            <a:pPr lvl="1"/>
            <a:r>
              <a:rPr lang="en-US" dirty="0">
                <a:cs typeface="Calibri"/>
              </a:rPr>
              <a:t>We </a:t>
            </a:r>
            <a:r>
              <a:rPr lang="en-US" b="1" dirty="0">
                <a:cs typeface="Calibri"/>
              </a:rPr>
              <a:t>JOIN</a:t>
            </a:r>
            <a:r>
              <a:rPr lang="en-US" dirty="0">
                <a:cs typeface="Calibri"/>
              </a:rPr>
              <a:t> them on their relation (</a:t>
            </a:r>
            <a:r>
              <a:rPr lang="en-US" b="1" dirty="0" err="1">
                <a:cs typeface="Calibri"/>
              </a:rPr>
              <a:t>title_id</a:t>
            </a:r>
            <a:r>
              <a:rPr lang="en-US" dirty="0">
                <a:cs typeface="Calibri"/>
              </a:rPr>
              <a:t>, </a:t>
            </a:r>
            <a:r>
              <a:rPr lang="en-US" b="1" dirty="0">
                <a:cs typeface="Calibri"/>
              </a:rPr>
              <a:t>id</a:t>
            </a:r>
            <a:r>
              <a:rPr lang="en-US" dirty="0">
                <a:cs typeface="Calibri"/>
              </a:rPr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72CCB1-747C-2087-973D-CCEB2E81BE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257091-70B5-AA6E-2AD8-190B462FD17A}"/>
              </a:ext>
            </a:extLst>
          </p:cNvPr>
          <p:cNvGrpSpPr/>
          <p:nvPr/>
        </p:nvGrpSpPr>
        <p:grpSpPr>
          <a:xfrm>
            <a:off x="7147456" y="2148769"/>
            <a:ext cx="4322350" cy="3090027"/>
            <a:chOff x="7269752" y="1584325"/>
            <a:chExt cx="4322350" cy="30900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2E02D1A-8BD9-051B-65A6-F2976A01A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9752" y="1584325"/>
              <a:ext cx="4322350" cy="272038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4D08183-52B1-4F22-4CA5-F64BC65A660A}"/>
                </a:ext>
              </a:extLst>
            </p:cNvPr>
            <p:cNvSpPr txBox="1"/>
            <p:nvPr/>
          </p:nvSpPr>
          <p:spPr>
            <a:xfrm>
              <a:off x="8052740" y="4308592"/>
              <a:ext cx="2743200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cs typeface="Calibri"/>
                </a:rPr>
                <a:t>ERD for Student and Titles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92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EF0F-6CE7-6451-014C-D997C95E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Foreign Keys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4050-7F8A-45FD-AC7A-CA985599E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A </a:t>
            </a:r>
            <a:r>
              <a:rPr lang="en-US" b="1" dirty="0">
                <a:cs typeface="Calibri"/>
              </a:rPr>
              <a:t>Foreign Key</a:t>
            </a:r>
            <a:r>
              <a:rPr lang="en-US" dirty="0">
                <a:cs typeface="Calibri"/>
              </a:rPr>
              <a:t> (FK) is a </a:t>
            </a:r>
            <a:r>
              <a:rPr lang="en-US" b="1" dirty="0">
                <a:cs typeface="Calibri"/>
              </a:rPr>
              <a:t>reference</a:t>
            </a:r>
            <a:r>
              <a:rPr lang="en-US" dirty="0">
                <a:cs typeface="Calibri"/>
              </a:rPr>
              <a:t> to a </a:t>
            </a:r>
            <a:r>
              <a:rPr lang="en-US" b="1" dirty="0">
                <a:cs typeface="Calibri"/>
              </a:rPr>
              <a:t>unique</a:t>
            </a:r>
            <a:r>
              <a:rPr lang="en-US" dirty="0">
                <a:cs typeface="Calibri"/>
              </a:rPr>
              <a:t> row in another table</a:t>
            </a:r>
          </a:p>
          <a:p>
            <a:r>
              <a:rPr lang="en-US" dirty="0">
                <a:cs typeface="Calibri"/>
              </a:rPr>
              <a:t>For example, the </a:t>
            </a:r>
            <a:r>
              <a:rPr lang="en-US" b="1" dirty="0">
                <a:cs typeface="Calibri"/>
              </a:rPr>
              <a:t>student </a:t>
            </a:r>
            <a:r>
              <a:rPr lang="en-US" dirty="0">
                <a:cs typeface="Calibri"/>
              </a:rPr>
              <a:t>table has a column called </a:t>
            </a:r>
            <a:r>
              <a:rPr lang="en-US" b="1" dirty="0" err="1">
                <a:cs typeface="Calibri"/>
              </a:rPr>
              <a:t>title_id</a:t>
            </a:r>
            <a:r>
              <a:rPr lang="en-US" dirty="0">
                <a:cs typeface="Calibri"/>
              </a:rPr>
              <a:t> which refers a single, unique entry in the titles </a:t>
            </a:r>
            <a:r>
              <a:rPr lang="en-US" b="1" dirty="0">
                <a:cs typeface="Calibri"/>
              </a:rPr>
              <a:t>table</a:t>
            </a:r>
          </a:p>
          <a:p>
            <a:r>
              <a:rPr lang="en-US" dirty="0">
                <a:cs typeface="Calibri"/>
              </a:rPr>
              <a:t>Many </a:t>
            </a:r>
            <a:r>
              <a:rPr lang="en-US" b="1" dirty="0">
                <a:cs typeface="Calibri"/>
              </a:rPr>
              <a:t>students</a:t>
            </a:r>
            <a:r>
              <a:rPr lang="en-US" dirty="0">
                <a:cs typeface="Calibri"/>
              </a:rPr>
              <a:t> will have the same </a:t>
            </a:r>
            <a:r>
              <a:rPr lang="en-US" b="1" dirty="0" err="1">
                <a:cs typeface="Calibri"/>
              </a:rPr>
              <a:t>title_id</a:t>
            </a:r>
            <a:r>
              <a:rPr lang="en-US" dirty="0">
                <a:cs typeface="Calibri"/>
              </a:rPr>
              <a:t> (i.e. there are many </a:t>
            </a:r>
            <a:r>
              <a:rPr lang="en-US" dirty="0" err="1">
                <a:cs typeface="Calibri"/>
              </a:rPr>
              <a:t>Ms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Mr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etc</a:t>
            </a:r>
            <a:r>
              <a:rPr lang="en-US" dirty="0">
                <a:cs typeface="Calibri"/>
              </a:rPr>
              <a:t>), but those words appear only once in the </a:t>
            </a:r>
            <a:r>
              <a:rPr lang="en-US" b="1" dirty="0">
                <a:cs typeface="Calibri"/>
              </a:rPr>
              <a:t>titles</a:t>
            </a:r>
            <a:r>
              <a:rPr lang="en-US" dirty="0">
                <a:cs typeface="Calibri"/>
              </a:rPr>
              <a:t> table</a:t>
            </a:r>
          </a:p>
          <a:p>
            <a:r>
              <a:rPr lang="en-US" b="1" dirty="0" err="1">
                <a:cs typeface="Calibri"/>
              </a:rPr>
              <a:t>title_id</a:t>
            </a:r>
            <a:r>
              <a:rPr lang="en-US" dirty="0">
                <a:cs typeface="Calibri"/>
              </a:rPr>
              <a:t> in </a:t>
            </a:r>
            <a:r>
              <a:rPr lang="en-US" b="1" dirty="0">
                <a:cs typeface="Calibri"/>
              </a:rPr>
              <a:t>students</a:t>
            </a:r>
            <a:r>
              <a:rPr lang="en-US" dirty="0">
                <a:cs typeface="Calibri"/>
              </a:rPr>
              <a:t> is a </a:t>
            </a:r>
            <a:r>
              <a:rPr lang="en-US" b="1" dirty="0">
                <a:cs typeface="Calibri"/>
              </a:rPr>
              <a:t>Foreign Key</a:t>
            </a:r>
            <a:r>
              <a:rPr lang="en-US" dirty="0">
                <a:cs typeface="Calibri"/>
              </a:rPr>
              <a:t> that references the </a:t>
            </a:r>
            <a:r>
              <a:rPr lang="en-US" b="1" dirty="0">
                <a:cs typeface="Calibri"/>
              </a:rPr>
              <a:t>Primary Key</a:t>
            </a:r>
            <a:r>
              <a:rPr lang="en-US" dirty="0">
                <a:cs typeface="Calibri"/>
              </a:rPr>
              <a:t> in the </a:t>
            </a:r>
            <a:r>
              <a:rPr lang="en-US" b="1" dirty="0">
                <a:cs typeface="Calibri"/>
              </a:rPr>
              <a:t>titles</a:t>
            </a:r>
            <a:r>
              <a:rPr lang="en-US" dirty="0">
                <a:cs typeface="Calibri"/>
              </a:rPr>
              <a:t> table</a:t>
            </a:r>
          </a:p>
          <a:p>
            <a:r>
              <a:rPr lang="en-US" dirty="0">
                <a:cs typeface="Calibri"/>
              </a:rPr>
              <a:t>Outside the scope of the module, but we can add </a:t>
            </a:r>
            <a:r>
              <a:rPr lang="en-US" b="1" dirty="0">
                <a:cs typeface="Calibri"/>
              </a:rPr>
              <a:t>foreign key constraints</a:t>
            </a:r>
            <a:r>
              <a:rPr lang="en-US" dirty="0">
                <a:cs typeface="Calibri"/>
              </a:rPr>
              <a:t> so that attempts to delete what the FK references can be handled, for example preventing the deletion to ensure data integrity </a:t>
            </a:r>
          </a:p>
        </p:txBody>
      </p:sp>
    </p:spTree>
    <p:extLst>
      <p:ext uri="{BB962C8B-B14F-4D97-AF65-F5344CB8AC3E}">
        <p14:creationId xmlns:p14="http://schemas.microsoft.com/office/powerpoint/2010/main" val="3711660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EA82-26E8-6E81-B554-E3DE5738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INNER JOIN Clause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36C34-FAF5-9203-8D6B-F5A87F36E5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Probably the most common type of join</a:t>
            </a:r>
          </a:p>
          <a:p>
            <a:r>
              <a:rPr lang="en-US" dirty="0"/>
              <a:t>We join two tables on a shared value for each row</a:t>
            </a:r>
          </a:p>
          <a:p>
            <a:r>
              <a:rPr lang="en-US" dirty="0"/>
              <a:t>Here, we are using the </a:t>
            </a:r>
            <a:r>
              <a:rPr lang="en-US" b="1" dirty="0" err="1"/>
              <a:t>title_id</a:t>
            </a:r>
            <a:r>
              <a:rPr lang="en-US" dirty="0"/>
              <a:t> value stored in the students table to find its corresponding row by its </a:t>
            </a:r>
            <a:r>
              <a:rPr lang="en-US" b="1" dirty="0"/>
              <a:t>id</a:t>
            </a:r>
            <a:r>
              <a:rPr lang="en-US" dirty="0"/>
              <a:t> in the titles table</a:t>
            </a:r>
          </a:p>
          <a:p>
            <a:pPr lvl="1"/>
            <a:r>
              <a:rPr lang="en-US" b="1" dirty="0" err="1"/>
              <a:t>title_id</a:t>
            </a:r>
            <a:r>
              <a:rPr lang="en-US" dirty="0"/>
              <a:t> is said to be a </a:t>
            </a:r>
            <a:r>
              <a:rPr lang="en-US" b="1" dirty="0"/>
              <a:t>Foreign Key (FK)</a:t>
            </a:r>
            <a:r>
              <a:rPr lang="en-US" dirty="0"/>
              <a:t> as it is used to refer to a single row in a foreign table (titles)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DCBC6-A138-2567-BD2C-4268075467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ctr" anchorCtr="0">
            <a:normAutofit lnSpcReduction="10000"/>
          </a:bodyPr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</a:t>
            </a:r>
            <a:endParaRPr lang="en-US" sz="2000" b="1" dirty="0">
              <a:latin typeface="Consolas"/>
            </a:endParaRPr>
          </a:p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s.id,</a:t>
            </a:r>
            <a:endParaRPr lang="en-US" sz="2000" b="1" dirty="0">
              <a:latin typeface="Consolas"/>
            </a:endParaRPr>
          </a:p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 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t.</a:t>
            </a:r>
            <a:r>
              <a:rPr lang="en-US" sz="2000" b="1" dirty="0" err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text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title,</a:t>
            </a:r>
            <a:endParaRPr lang="en-US" sz="2000" b="1" dirty="0">
              <a:latin typeface="Consolas"/>
            </a:endParaRPr>
          </a:p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s.first_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name</a:t>
            </a:r>
            <a:r>
              <a:rPr lang="en-US" sz="2000" b="1" dirty="0">
                <a:latin typeface="Consolas"/>
                <a:ea typeface="+mn-lt"/>
                <a:cs typeface="+mn-lt"/>
              </a:rPr>
              <a:t>,</a:t>
            </a:r>
            <a:endParaRPr lang="en-US" sz="2000" b="1" dirty="0">
              <a:latin typeface="Consolas"/>
            </a:endParaRPr>
          </a:p>
          <a:p>
            <a:pPr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s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.last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_name</a:t>
            </a:r>
            <a:endParaRPr lang="en-US" sz="2000" b="1" dirty="0">
              <a:latin typeface="Consolas"/>
            </a:endParaRP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[students]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latin typeface="Consolas"/>
                <a:ea typeface="+mn-lt"/>
                <a:cs typeface="+mn-lt"/>
              </a:rPr>
              <a:t> s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INNER JOIN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[titles]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latin typeface="Consolas"/>
                <a:ea typeface="+mn-lt"/>
                <a:cs typeface="+mn-lt"/>
              </a:rPr>
              <a:t> t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ON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s.title_id</a:t>
            </a:r>
            <a:r>
              <a:rPr lang="en-US" sz="2000" b="1" dirty="0">
                <a:latin typeface="Consolas"/>
                <a:ea typeface="+mn-lt"/>
                <a:cs typeface="+mn-lt"/>
              </a:rPr>
              <a:t> = t.id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4E39B6-2489-BBE7-8DB0-ACDA6CE7BCD6}"/>
              </a:ext>
            </a:extLst>
          </p:cNvPr>
          <p:cNvSpPr/>
          <p:nvPr/>
        </p:nvSpPr>
        <p:spPr>
          <a:xfrm>
            <a:off x="6172198" y="5205046"/>
            <a:ext cx="3147647" cy="791307"/>
          </a:xfrm>
          <a:prstGeom prst="roundRect">
            <a:avLst/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904C37-121E-4BFB-46ED-F1AB8DF802D9}"/>
              </a:ext>
            </a:extLst>
          </p:cNvPr>
          <p:cNvSpPr/>
          <p:nvPr/>
        </p:nvSpPr>
        <p:spPr>
          <a:xfrm>
            <a:off x="6172197" y="4406342"/>
            <a:ext cx="3147647" cy="723146"/>
          </a:xfrm>
          <a:prstGeom prst="roundRect">
            <a:avLst/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425AD1-734F-D352-DD8B-237874169D6B}"/>
              </a:ext>
            </a:extLst>
          </p:cNvPr>
          <p:cNvSpPr/>
          <p:nvPr/>
        </p:nvSpPr>
        <p:spPr>
          <a:xfrm>
            <a:off x="9472240" y="4406342"/>
            <a:ext cx="2542865" cy="72314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Table to JOIN to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69E400-BCA1-515A-473F-41EAB01065B1}"/>
              </a:ext>
            </a:extLst>
          </p:cNvPr>
          <p:cNvSpPr/>
          <p:nvPr/>
        </p:nvSpPr>
        <p:spPr>
          <a:xfrm>
            <a:off x="9472240" y="5222631"/>
            <a:ext cx="2542865" cy="72314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Criteria for inclusion in the results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9F9A3B-CE8A-3AEB-724D-3DB2D68129D4}"/>
              </a:ext>
            </a:extLst>
          </p:cNvPr>
          <p:cNvSpPr/>
          <p:nvPr/>
        </p:nvSpPr>
        <p:spPr>
          <a:xfrm>
            <a:off x="9472240" y="1934308"/>
            <a:ext cx="2542865" cy="149469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What columns to include from each table.</a:t>
            </a:r>
          </a:p>
          <a:p>
            <a:r>
              <a:rPr lang="en-GB" b="1" dirty="0"/>
              <a:t>Note</a:t>
            </a:r>
            <a:r>
              <a:rPr lang="en-GB" dirty="0"/>
              <a:t> Giving the title text field another name</a:t>
            </a:r>
          </a:p>
        </p:txBody>
      </p:sp>
    </p:spTree>
    <p:extLst>
      <p:ext uri="{BB962C8B-B14F-4D97-AF65-F5344CB8AC3E}">
        <p14:creationId xmlns:p14="http://schemas.microsoft.com/office/powerpoint/2010/main" val="252945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INNER JOIN">
            <a:extLst>
              <a:ext uri="{FF2B5EF4-FFF2-40B4-BE49-F238E27FC236}">
                <a16:creationId xmlns:a16="http://schemas.microsoft.com/office/drawing/2014/main" id="{6E86EB68-969B-3037-4DFE-77B2881C4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970" y="1783398"/>
            <a:ext cx="4149033" cy="283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3416C3-C327-269A-BF1A-D2969D89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6FDFBFE-7A83-53AE-5104-8881EFDEF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55" y="3297277"/>
            <a:ext cx="4344363" cy="871115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E03DFE2-E71D-29EC-78CB-8ACCC660C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955" y="1670613"/>
            <a:ext cx="2049456" cy="4114800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DAF39590-323F-D966-1777-1B52483B8416}"/>
              </a:ext>
            </a:extLst>
          </p:cNvPr>
          <p:cNvSpPr/>
          <p:nvPr/>
        </p:nvSpPr>
        <p:spPr>
          <a:xfrm>
            <a:off x="2541284" y="5074602"/>
            <a:ext cx="5181749" cy="1230480"/>
          </a:xfrm>
          <a:prstGeom prst="cloudCallout">
            <a:avLst>
              <a:gd name="adj1" fmla="val 29431"/>
              <a:gd name="adj2" fmla="val -14267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All rows from both tables that satisfy the ON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28B1A-9EF2-1475-E147-4ADEDD90992D}"/>
              </a:ext>
            </a:extLst>
          </p:cNvPr>
          <p:cNvSpPr txBox="1"/>
          <p:nvPr/>
        </p:nvSpPr>
        <p:spPr>
          <a:xfrm>
            <a:off x="7816199" y="5823449"/>
            <a:ext cx="44689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Inner Join image source:</a:t>
            </a:r>
          </a:p>
          <a:p>
            <a:r>
              <a:rPr lang="en-GB" sz="1600" dirty="0"/>
              <a:t>https://www.w3schools.com/sql/sql_join_inner.asp</a:t>
            </a:r>
          </a:p>
        </p:txBody>
      </p:sp>
    </p:spTree>
    <p:extLst>
      <p:ext uri="{BB962C8B-B14F-4D97-AF65-F5344CB8AC3E}">
        <p14:creationId xmlns:p14="http://schemas.microsoft.com/office/powerpoint/2010/main" val="1001329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6A9-E940-8853-96F1-73100325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BBB6298-72CE-56C2-0B11-ED38B1A9D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19" y="1692363"/>
            <a:ext cx="7874194" cy="3846791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06A5BF0-5AD6-47B7-0AA1-964FC583977E}"/>
              </a:ext>
            </a:extLst>
          </p:cNvPr>
          <p:cNvSpPr txBox="1">
            <a:spLocks/>
          </p:cNvSpPr>
          <p:nvPr/>
        </p:nvSpPr>
        <p:spPr>
          <a:xfrm>
            <a:off x="8440614" y="1380067"/>
            <a:ext cx="4149970" cy="479689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</a:t>
            </a:r>
            <a:endParaRPr lang="en-US" sz="2000" b="1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s.id,</a:t>
            </a:r>
            <a:endParaRPr lang="en-US" sz="2000" b="1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 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t.</a:t>
            </a:r>
            <a:r>
              <a:rPr lang="en-US" sz="2000" b="1" dirty="0" err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text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title,</a:t>
            </a:r>
            <a:endParaRPr lang="en-US" sz="2000" b="1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s.first_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name</a:t>
            </a:r>
            <a:r>
              <a:rPr lang="en-US" sz="2000" b="1" dirty="0">
                <a:latin typeface="Consolas"/>
                <a:ea typeface="+mn-lt"/>
                <a:cs typeface="+mn-lt"/>
              </a:rPr>
              <a:t>,</a:t>
            </a:r>
            <a:endParaRPr lang="en-US" sz="2000" b="1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s</a:t>
            </a:r>
            <a:r>
              <a:rPr lang="en-US" sz="2000" b="1" dirty="0" err="1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.last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_name</a:t>
            </a:r>
            <a:endParaRPr lang="en-US" sz="2000" b="1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[students]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latin typeface="Consolas"/>
                <a:ea typeface="+mn-lt"/>
                <a:cs typeface="+mn-lt"/>
              </a:rPr>
              <a:t> 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INNER JOIN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[titles] </a:t>
            </a: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000" b="1" dirty="0">
                <a:latin typeface="Consolas"/>
                <a:ea typeface="+mn-lt"/>
                <a:cs typeface="+mn-lt"/>
              </a:rPr>
              <a:t> 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ON</a:t>
            </a:r>
            <a:endParaRPr lang="en-US" sz="2000" b="1" dirty="0">
              <a:latin typeface="Consolas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000" b="1" dirty="0" err="1">
                <a:latin typeface="Consolas"/>
                <a:ea typeface="+mn-lt"/>
                <a:cs typeface="+mn-lt"/>
              </a:rPr>
              <a:t>s.title_id</a:t>
            </a:r>
            <a:r>
              <a:rPr lang="en-US" sz="2000" b="1" dirty="0">
                <a:latin typeface="Consolas"/>
                <a:ea typeface="+mn-lt"/>
                <a:cs typeface="+mn-lt"/>
              </a:rPr>
              <a:t> = t.id</a:t>
            </a:r>
          </a:p>
        </p:txBody>
      </p:sp>
    </p:spTree>
    <p:extLst>
      <p:ext uri="{BB962C8B-B14F-4D97-AF65-F5344CB8AC3E}">
        <p14:creationId xmlns:p14="http://schemas.microsoft.com/office/powerpoint/2010/main" val="102683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AC55-15AA-C8BA-B5E6-2BC735F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Spreadsheet analogy</a:t>
            </a:r>
            <a:endParaRPr lang="en-US" dirty="0"/>
          </a:p>
        </p:txBody>
      </p:sp>
      <p:pic>
        <p:nvPicPr>
          <p:cNvPr id="4" name="Picture 3" descr="A screenshot of a table&#10;&#10;Description automatically generated">
            <a:extLst>
              <a:ext uri="{FF2B5EF4-FFF2-40B4-BE49-F238E27FC236}">
                <a16:creationId xmlns:a16="http://schemas.microsoft.com/office/drawing/2014/main" id="{B5F5BCFC-4EEA-8C04-E8C0-9CAE6B71C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84" y="1398292"/>
            <a:ext cx="4234195" cy="2058951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514F8C3-B565-A2F1-0013-15DA277CD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100" y="1476043"/>
            <a:ext cx="2076450" cy="20097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43A4A9E-AA28-6DDF-877A-1E74B13B434E}"/>
              </a:ext>
            </a:extLst>
          </p:cNvPr>
          <p:cNvGrpSpPr/>
          <p:nvPr/>
        </p:nvGrpSpPr>
        <p:grpSpPr>
          <a:xfrm>
            <a:off x="4341627" y="3296092"/>
            <a:ext cx="4412511" cy="2763802"/>
            <a:chOff x="4341627" y="3296092"/>
            <a:chExt cx="4412511" cy="2763802"/>
          </a:xfrm>
        </p:grpSpPr>
        <p:pic>
          <p:nvPicPr>
            <p:cNvPr id="7" name="Picture 6" descr="A table with numbers and letters&#10;&#10;Description automatically generated">
              <a:extLst>
                <a:ext uri="{FF2B5EF4-FFF2-40B4-BE49-F238E27FC236}">
                  <a16:creationId xmlns:a16="http://schemas.microsoft.com/office/drawing/2014/main" id="{DFAF9008-BB9B-7D49-AF97-11A0F6770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9894" y="3792944"/>
              <a:ext cx="2933700" cy="2266950"/>
            </a:xfrm>
            <a:prstGeom prst="rect">
              <a:avLst/>
            </a:prstGeom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345E0EBF-3DD3-42F0-73B2-04C0836A36D2}"/>
                </a:ext>
              </a:extLst>
            </p:cNvPr>
            <p:cNvSpPr/>
            <p:nvPr/>
          </p:nvSpPr>
          <p:spPr>
            <a:xfrm rot="2520000">
              <a:off x="4341627" y="3304953"/>
              <a:ext cx="974651" cy="48732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888E772-E091-60BD-E538-CACDE9B46C3F}"/>
                </a:ext>
              </a:extLst>
            </p:cNvPr>
            <p:cNvSpPr/>
            <p:nvPr/>
          </p:nvSpPr>
          <p:spPr>
            <a:xfrm rot="8400000">
              <a:off x="7779487" y="3296092"/>
              <a:ext cx="974651" cy="48732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20703C-88AF-7400-BE81-E77174181F8C}"/>
              </a:ext>
            </a:extLst>
          </p:cNvPr>
          <p:cNvSpPr/>
          <p:nvPr/>
        </p:nvSpPr>
        <p:spPr>
          <a:xfrm>
            <a:off x="386366" y="3960253"/>
            <a:ext cx="3681210" cy="22752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cs typeface="Calibri"/>
              </a:rPr>
              <a:t>Let's examine the example spreadsheet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06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D8BDB-1C64-18BE-19F5-877DF3BF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D1635-6A44-DE6F-1EA1-32F9A8E7FDE1}"/>
              </a:ext>
            </a:extLst>
          </p:cNvPr>
          <p:cNvSpPr txBox="1"/>
          <p:nvPr/>
        </p:nvSpPr>
        <p:spPr>
          <a:xfrm>
            <a:off x="1608016" y="365126"/>
            <a:ext cx="1188719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Connection set up, etc. omitted for brevity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SELECT 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s.id,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t.text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as title,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s.first_name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s.last_name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[students] AS s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INNER JOIN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[titles] AS t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ON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s.title_id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t.id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</a:t>
            </a:r>
            <a:endParaRPr lang="en-GB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0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0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0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0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20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'title’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first_name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GB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0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last_name</a:t>
            </a:r>
            <a:r>
              <a:rPr lang="en-GB" sz="20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62723F-22BD-2A61-5BFB-A1CB65893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050" y="2372989"/>
            <a:ext cx="3518950" cy="30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72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4421-183D-3B1A-78B1-92AD5FFC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Students and their marks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9287-8A82-D0EC-31C6-AA0ADDE8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65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7CA2-BE1A-DB5D-D730-A3B2F1E1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Student table; Student-Modules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BC093-2DAA-E447-D0CC-8490066676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For the moment we'll ignore modules have names, etc.</a:t>
            </a:r>
          </a:p>
          <a:p>
            <a:r>
              <a:rPr lang="en-US" dirty="0">
                <a:cs typeface="Calibri"/>
              </a:rPr>
              <a:t>The students-modules table keeps a record of all the modules that a students is enrolled on</a:t>
            </a:r>
          </a:p>
          <a:p>
            <a:r>
              <a:rPr lang="en-US" dirty="0">
                <a:cs typeface="Calibri"/>
              </a:rPr>
              <a:t>It also is being used to record a mark for that module</a:t>
            </a:r>
          </a:p>
          <a:p>
            <a:r>
              <a:rPr lang="en-US" b="1" dirty="0" err="1">
                <a:cs typeface="Calibri"/>
              </a:rPr>
              <a:t>student_id</a:t>
            </a:r>
            <a:r>
              <a:rPr lang="en-US" dirty="0">
                <a:cs typeface="Calibri"/>
              </a:rPr>
              <a:t> refers to a single student in the </a:t>
            </a:r>
            <a:r>
              <a:rPr lang="en-US" b="1" dirty="0">
                <a:cs typeface="Calibri"/>
              </a:rPr>
              <a:t>students</a:t>
            </a:r>
            <a:r>
              <a:rPr lang="en-US" dirty="0">
                <a:cs typeface="Calibri"/>
              </a:rPr>
              <a:t> table</a:t>
            </a:r>
          </a:p>
        </p:txBody>
      </p:sp>
      <p:pic>
        <p:nvPicPr>
          <p:cNvPr id="5" name="Content Placeholder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1D2EC88B-4BF5-3191-9E3E-C81A3B0CA3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21865" y="2506927"/>
            <a:ext cx="5591175" cy="2543175"/>
          </a:xfrm>
        </p:spPr>
      </p:pic>
    </p:spTree>
    <p:extLst>
      <p:ext uri="{BB962C8B-B14F-4D97-AF65-F5344CB8AC3E}">
        <p14:creationId xmlns:p14="http://schemas.microsoft.com/office/powerpoint/2010/main" val="2361983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E62-A315-C937-1C6B-ABE3DEC6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Get a student's marks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AAD2-B3CA-91AB-8713-427A53AC3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need to </a:t>
            </a:r>
            <a:r>
              <a:rPr lang="en-US" b="1" dirty="0">
                <a:cs typeface="Calibri"/>
              </a:rPr>
              <a:t>JOIN</a:t>
            </a:r>
            <a:r>
              <a:rPr lang="en-US" dirty="0">
                <a:cs typeface="Calibri"/>
              </a:rPr>
              <a:t> the </a:t>
            </a:r>
            <a:r>
              <a:rPr lang="en-US" b="1" dirty="0">
                <a:cs typeface="Calibri"/>
              </a:rPr>
              <a:t>students </a:t>
            </a:r>
            <a:r>
              <a:rPr lang="en-US" dirty="0">
                <a:cs typeface="Calibri"/>
              </a:rPr>
              <a:t>and </a:t>
            </a:r>
            <a:r>
              <a:rPr lang="en-US" b="1" dirty="0">
                <a:cs typeface="Calibri"/>
              </a:rPr>
              <a:t>students-modules</a:t>
            </a:r>
            <a:r>
              <a:rPr lang="en-US" dirty="0">
                <a:cs typeface="Calibri"/>
              </a:rPr>
              <a:t> tables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1B3A7-27BB-0757-C0B2-B20FC228AC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1800" b="1" dirty="0">
                <a:latin typeface="Consolas"/>
                <a:ea typeface="+mn-lt"/>
                <a:cs typeface="+mn-lt"/>
              </a:rPr>
              <a:t>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 s.id,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s.first_name</a:t>
            </a:r>
            <a:r>
              <a:rPr lang="en-US" sz="1800" b="1" dirty="0">
                <a:latin typeface="Consolas"/>
                <a:ea typeface="+mn-lt"/>
                <a:cs typeface="+mn-lt"/>
              </a:rPr>
              <a:t>,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s.last_name</a:t>
            </a:r>
            <a:r>
              <a:rPr lang="en-US" sz="1800" b="1" dirty="0">
                <a:latin typeface="Consolas"/>
                <a:ea typeface="+mn-lt"/>
                <a:cs typeface="+mn-lt"/>
              </a:rPr>
              <a:t>,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sm.module_code</a:t>
            </a:r>
            <a:r>
              <a:rPr lang="en-US" sz="1800" b="1" dirty="0">
                <a:latin typeface="Consolas"/>
                <a:ea typeface="+mn-lt"/>
                <a:cs typeface="+mn-lt"/>
              </a:rPr>
              <a:t>,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sm.mark</a:t>
            </a:r>
            <a:endParaRPr lang="en-US" sz="1800" b="1" dirty="0">
              <a:latin typeface="Consolas"/>
              <a:cs typeface="Calibri"/>
            </a:endParaRPr>
          </a:p>
          <a:p>
            <a:pPr>
              <a:buNone/>
            </a:pP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1800" b="1" dirty="0">
                <a:latin typeface="Consolas"/>
                <a:ea typeface="+mn-lt"/>
                <a:cs typeface="+mn-lt"/>
              </a:rPr>
              <a:t>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[students] 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1800" b="1" dirty="0">
                <a:latin typeface="Consolas"/>
                <a:ea typeface="+mn-lt"/>
                <a:cs typeface="+mn-lt"/>
              </a:rPr>
              <a:t> s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JOIN</a:t>
            </a:r>
            <a:r>
              <a:rPr lang="en-US" sz="1800" b="1" dirty="0">
                <a:latin typeface="Consolas"/>
                <a:ea typeface="+mn-lt"/>
                <a:cs typeface="+mn-lt"/>
              </a:rPr>
              <a:t>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[students-modules] </a:t>
            </a: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1800" b="1" dirty="0">
                <a:latin typeface="Consolas"/>
                <a:ea typeface="+mn-lt"/>
                <a:cs typeface="+mn-lt"/>
              </a:rPr>
              <a:t>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sm</a:t>
            </a:r>
            <a:r>
              <a:rPr lang="en-US" sz="1800" b="1" dirty="0">
                <a:latin typeface="Consolas"/>
                <a:ea typeface="+mn-lt"/>
                <a:cs typeface="+mn-lt"/>
              </a:rPr>
              <a:t>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ON</a:t>
            </a:r>
            <a:r>
              <a:rPr lang="en-US" sz="1800" b="1" dirty="0">
                <a:latin typeface="Consolas"/>
                <a:ea typeface="+mn-lt"/>
                <a:cs typeface="+mn-lt"/>
              </a:rPr>
              <a:t> </a:t>
            </a:r>
            <a:endParaRPr lang="en-US" sz="1800" b="1" dirty="0">
              <a:latin typeface="Consolas"/>
            </a:endParaRPr>
          </a:p>
          <a:p>
            <a:pPr>
              <a:buNone/>
            </a:pPr>
            <a:r>
              <a:rPr lang="en-US" sz="1800" b="1" dirty="0">
                <a:latin typeface="Consolas"/>
                <a:ea typeface="+mn-lt"/>
                <a:cs typeface="+mn-lt"/>
              </a:rPr>
              <a:t>   s.id == </a:t>
            </a:r>
            <a:r>
              <a:rPr lang="en-US" sz="1800" b="1" dirty="0" err="1">
                <a:latin typeface="Consolas"/>
                <a:ea typeface="+mn-lt"/>
                <a:cs typeface="+mn-lt"/>
              </a:rPr>
              <a:t>sm.student_id</a:t>
            </a:r>
            <a:endParaRPr lang="en-US" sz="1800" b="1" dirty="0">
              <a:latin typeface="Consola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D6C37B-3ED7-8B2B-A39C-95B4395B5A8C}"/>
              </a:ext>
            </a:extLst>
          </p:cNvPr>
          <p:cNvSpPr/>
          <p:nvPr/>
        </p:nvSpPr>
        <p:spPr>
          <a:xfrm>
            <a:off x="9576707" y="2859791"/>
            <a:ext cx="2286000" cy="1205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In this example, the FROM and JOIN tables could be swapped.</a:t>
            </a: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DA053E4-0F69-90E2-1CA9-AF6C01FC1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21" y="2432353"/>
            <a:ext cx="4993758" cy="2059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3B3144-C04D-D7D3-ED4A-EFB65E0E0EC3}"/>
              </a:ext>
            </a:extLst>
          </p:cNvPr>
          <p:cNvSpPr txBox="1"/>
          <p:nvPr/>
        </p:nvSpPr>
        <p:spPr>
          <a:xfrm>
            <a:off x="487680" y="4569992"/>
            <a:ext cx="50547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But what if we also want the module name and description? Where is that information and how do I get it?</a:t>
            </a:r>
          </a:p>
        </p:txBody>
      </p:sp>
    </p:spTree>
    <p:extLst>
      <p:ext uri="{BB962C8B-B14F-4D97-AF65-F5344CB8AC3E}">
        <p14:creationId xmlns:p14="http://schemas.microsoft.com/office/powerpoint/2010/main" val="2936483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7BA53A-2A02-70A8-5F49-9B8A1685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Students, Modules, and Marks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D15B1-6E53-2073-80E3-407B0BBA0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we’re involving 3 tables</a:t>
            </a:r>
          </a:p>
        </p:txBody>
      </p:sp>
    </p:spTree>
    <p:extLst>
      <p:ext uri="{BB962C8B-B14F-4D97-AF65-F5344CB8AC3E}">
        <p14:creationId xmlns:p14="http://schemas.microsoft.com/office/powerpoint/2010/main" val="1647107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05FAF3-62C8-7581-85BD-DECF37B9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Students and Modules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A4410-0B6B-7178-8B89-02D0B0A2DD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modules</a:t>
            </a:r>
            <a:r>
              <a:rPr lang="en-GB" dirty="0"/>
              <a:t> table contains details about modules (Code, Description, credits, and so on…)</a:t>
            </a:r>
          </a:p>
          <a:p>
            <a:r>
              <a:rPr lang="en-GB" b="1" dirty="0"/>
              <a:t>students</a:t>
            </a:r>
            <a:r>
              <a:rPr lang="en-GB" dirty="0"/>
              <a:t> table contains details about students (id, first name, last name, and so on…)</a:t>
            </a:r>
          </a:p>
          <a:p>
            <a:r>
              <a:rPr lang="en-GB" dirty="0"/>
              <a:t>We link by a </a:t>
            </a:r>
            <a:r>
              <a:rPr lang="en-GB" b="1" dirty="0"/>
              <a:t>relation</a:t>
            </a:r>
            <a:r>
              <a:rPr lang="en-GB" dirty="0"/>
              <a:t> the two</a:t>
            </a:r>
          </a:p>
          <a:p>
            <a:pPr lvl="1"/>
            <a:r>
              <a:rPr lang="en-GB" dirty="0"/>
              <a:t>We don’t want duplicates in either students or modules</a:t>
            </a:r>
          </a:p>
          <a:p>
            <a:r>
              <a:rPr lang="en-GB" dirty="0"/>
              <a:t>We have a table that refers to both the student and their modules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A87997DA-BFA6-5D4D-AC00-852284F2C5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1003" y="1535377"/>
            <a:ext cx="4152900" cy="4486275"/>
          </a:xfrm>
        </p:spPr>
      </p:pic>
    </p:spTree>
    <p:extLst>
      <p:ext uri="{BB962C8B-B14F-4D97-AF65-F5344CB8AC3E}">
        <p14:creationId xmlns:p14="http://schemas.microsoft.com/office/powerpoint/2010/main" val="3398720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04C2-4E3B-AF5E-13E0-A5D0445F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1E39C-9B83-7B6A-16DE-BC6F2CEF3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720" y="1370660"/>
            <a:ext cx="7028376" cy="2510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The module, description, etc is found in the </a:t>
            </a:r>
            <a:r>
              <a:rPr lang="en-GB" b="1" dirty="0"/>
              <a:t>modules</a:t>
            </a:r>
            <a:r>
              <a:rPr lang="en-GB" dirty="0"/>
              <a:t> table</a:t>
            </a:r>
          </a:p>
          <a:p>
            <a:r>
              <a:rPr lang="en-GB" dirty="0"/>
              <a:t>If we want to include that information, we need to JOIN the </a:t>
            </a:r>
            <a:r>
              <a:rPr lang="en-GB" b="1" dirty="0"/>
              <a:t>modules</a:t>
            </a:r>
            <a:r>
              <a:rPr lang="en-GB" dirty="0"/>
              <a:t> table too</a:t>
            </a:r>
            <a:endParaRPr lang="en-GB" dirty="0">
              <a:cs typeface="Calibri"/>
            </a:endParaRPr>
          </a:p>
          <a:p>
            <a:r>
              <a:rPr lang="en-GB" dirty="0"/>
              <a:t>3 table JOIN</a:t>
            </a:r>
            <a:endParaRPr lang="en-GB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CDD63-4B69-2576-A0FC-07191CEC74D1}"/>
              </a:ext>
            </a:extLst>
          </p:cNvPr>
          <p:cNvSpPr txBox="1"/>
          <p:nvPr/>
        </p:nvSpPr>
        <p:spPr>
          <a:xfrm>
            <a:off x="7537215" y="1375363"/>
            <a:ext cx="444594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b="1" dirty="0">
                <a:latin typeface="Consolas"/>
              </a:rPr>
              <a:t> </a:t>
            </a:r>
          </a:p>
          <a:p>
            <a:r>
              <a:rPr lang="en-US" b="1" dirty="0">
                <a:latin typeface="Consolas"/>
              </a:rPr>
              <a:t>    s.id, </a:t>
            </a:r>
          </a:p>
          <a:p>
            <a:r>
              <a:rPr lang="en-US" b="1" dirty="0">
                <a:latin typeface="Consolas"/>
              </a:rPr>
              <a:t>    </a:t>
            </a:r>
            <a:r>
              <a:rPr lang="en-US" b="1" dirty="0" err="1">
                <a:latin typeface="Consolas"/>
              </a:rPr>
              <a:t>s.first_name</a:t>
            </a:r>
            <a:r>
              <a:rPr lang="en-US" b="1" dirty="0">
                <a:latin typeface="Consolas"/>
              </a:rPr>
              <a:t>,</a:t>
            </a:r>
          </a:p>
          <a:p>
            <a:r>
              <a:rPr lang="en-US" b="1" dirty="0">
                <a:latin typeface="Consolas"/>
              </a:rPr>
              <a:t>    </a:t>
            </a:r>
            <a:r>
              <a:rPr lang="en-US" b="1" dirty="0" err="1">
                <a:latin typeface="Consolas"/>
              </a:rPr>
              <a:t>s.last_name</a:t>
            </a:r>
            <a:r>
              <a:rPr lang="en-US" b="1" dirty="0">
                <a:latin typeface="Consolas"/>
              </a:rPr>
              <a:t>,</a:t>
            </a:r>
          </a:p>
          <a:p>
            <a:r>
              <a:rPr lang="en-US" b="1" dirty="0">
                <a:latin typeface="Consolas"/>
              </a:rPr>
              <a:t>    </a:t>
            </a:r>
            <a:r>
              <a:rPr lang="en-US" b="1" dirty="0" err="1">
                <a:latin typeface="Consolas"/>
              </a:rPr>
              <a:t>sm.module_code</a:t>
            </a:r>
            <a:r>
              <a:rPr lang="en-US" b="1" dirty="0">
                <a:latin typeface="Consolas"/>
              </a:rPr>
              <a:t>,</a:t>
            </a:r>
          </a:p>
          <a:p>
            <a:r>
              <a:rPr lang="en-US" b="1" dirty="0">
                <a:latin typeface="Consolas"/>
              </a:rPr>
              <a:t>    m.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name</a:t>
            </a:r>
            <a:r>
              <a:rPr lang="en-US" b="1" dirty="0">
                <a:latin typeface="Consolas"/>
              </a:rPr>
              <a:t>,</a:t>
            </a:r>
          </a:p>
          <a:p>
            <a:r>
              <a:rPr lang="en-US" b="1" dirty="0">
                <a:latin typeface="Consolas"/>
              </a:rPr>
              <a:t>    </a:t>
            </a:r>
            <a:r>
              <a:rPr lang="en-US" b="1" dirty="0" err="1">
                <a:latin typeface="Consolas"/>
              </a:rPr>
              <a:t>sm.mark</a:t>
            </a:r>
            <a:r>
              <a:rPr lang="en-US" b="1" dirty="0">
                <a:latin typeface="Consolas"/>
              </a:rPr>
              <a:t> </a:t>
            </a:r>
          </a:p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FROM</a:t>
            </a:r>
            <a:r>
              <a:rPr lang="en-US" b="1" dirty="0">
                <a:latin typeface="Consolas"/>
              </a:rPr>
              <a:t> </a:t>
            </a:r>
          </a:p>
          <a:p>
            <a:r>
              <a:rPr lang="en-US" b="1" dirty="0">
                <a:latin typeface="Consolas"/>
              </a:rPr>
              <a:t>    [students] 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b="1" dirty="0">
                <a:latin typeface="Consolas"/>
              </a:rPr>
              <a:t> s </a:t>
            </a:r>
          </a:p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JOIN</a:t>
            </a:r>
            <a:r>
              <a:rPr lang="en-US" b="1" dirty="0">
                <a:latin typeface="Consolas"/>
              </a:rPr>
              <a:t> </a:t>
            </a:r>
          </a:p>
          <a:p>
            <a:r>
              <a:rPr lang="en-US" b="1" dirty="0">
                <a:latin typeface="Consolas"/>
              </a:rPr>
              <a:t>    [students-modules] 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b="1" dirty="0">
                <a:latin typeface="Consolas"/>
              </a:rPr>
              <a:t> </a:t>
            </a:r>
            <a:r>
              <a:rPr lang="en-US" b="1" dirty="0" err="1">
                <a:latin typeface="Consolas"/>
              </a:rPr>
              <a:t>sm</a:t>
            </a:r>
            <a:endParaRPr lang="en-US" b="1" dirty="0">
              <a:latin typeface="Consolas"/>
            </a:endParaRPr>
          </a:p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ON</a:t>
            </a:r>
            <a:r>
              <a:rPr lang="en-US" b="1" dirty="0">
                <a:latin typeface="Consolas"/>
              </a:rPr>
              <a:t> </a:t>
            </a:r>
          </a:p>
          <a:p>
            <a:r>
              <a:rPr lang="en-US" b="1" dirty="0">
                <a:latin typeface="Consolas"/>
              </a:rPr>
              <a:t>    s.id == </a:t>
            </a:r>
            <a:r>
              <a:rPr lang="en-US" b="1" dirty="0" err="1">
                <a:latin typeface="Consolas"/>
              </a:rPr>
              <a:t>sm.student_id</a:t>
            </a:r>
            <a:endParaRPr lang="en-US" b="1" dirty="0">
              <a:latin typeface="Consolas"/>
            </a:endParaRPr>
          </a:p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JOIN</a:t>
            </a:r>
          </a:p>
          <a:p>
            <a:r>
              <a:rPr lang="en-US" b="1" dirty="0">
                <a:latin typeface="Consolas"/>
              </a:rPr>
              <a:t>    [modules] 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b="1" dirty="0">
                <a:latin typeface="Consolas"/>
              </a:rPr>
              <a:t> m</a:t>
            </a:r>
          </a:p>
          <a:p>
            <a:r>
              <a:rPr lang="en-US" b="1" dirty="0">
                <a:solidFill>
                  <a:srgbClr val="0000FF"/>
                </a:solidFill>
                <a:latin typeface="Consolas"/>
              </a:rPr>
              <a:t>ON</a:t>
            </a:r>
          </a:p>
          <a:p>
            <a:r>
              <a:rPr lang="en-US" b="1" dirty="0">
                <a:latin typeface="Consolas"/>
              </a:rPr>
              <a:t>    </a:t>
            </a:r>
            <a:r>
              <a:rPr lang="en-US" b="1" dirty="0" err="1">
                <a:latin typeface="Consolas"/>
              </a:rPr>
              <a:t>sm.module_code</a:t>
            </a:r>
            <a:r>
              <a:rPr lang="en-US" b="1" dirty="0">
                <a:latin typeface="Consolas"/>
              </a:rPr>
              <a:t> = </a:t>
            </a:r>
            <a:r>
              <a:rPr lang="en-US" b="1" dirty="0" err="1">
                <a:latin typeface="Consolas"/>
              </a:rPr>
              <a:t>m.code</a:t>
            </a:r>
            <a:r>
              <a:rPr lang="en-US" b="1" dirty="0">
                <a:latin typeface="Consolas"/>
              </a:rPr>
              <a:t>;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7F969F-1743-E025-09E0-923B666AD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5" y="4011398"/>
            <a:ext cx="6976533" cy="20713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40ED8A-BFE2-2C23-D4FF-48B9BC98C667}"/>
              </a:ext>
            </a:extLst>
          </p:cNvPr>
          <p:cNvSpPr/>
          <p:nvPr/>
        </p:nvSpPr>
        <p:spPr>
          <a:xfrm>
            <a:off x="7537215" y="3881556"/>
            <a:ext cx="3808809" cy="1138313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CB2219-51D3-FA61-7715-CB15013D6D7D}"/>
              </a:ext>
            </a:extLst>
          </p:cNvPr>
          <p:cNvSpPr/>
          <p:nvPr/>
        </p:nvSpPr>
        <p:spPr>
          <a:xfrm>
            <a:off x="7516518" y="5022979"/>
            <a:ext cx="3808809" cy="1138313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819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8039-DFCA-3A17-09F2-EEB45181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Student's mean average mark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18E0-94C8-96F3-6318-DB744830D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How many ways...</a:t>
            </a:r>
          </a:p>
          <a:p>
            <a:r>
              <a:rPr lang="en-US">
                <a:cs typeface="Calibri"/>
              </a:rPr>
              <a:t>(Fortunately, we don't need a 3 table JOIN for this...)</a:t>
            </a:r>
          </a:p>
        </p:txBody>
      </p:sp>
    </p:spTree>
    <p:extLst>
      <p:ext uri="{BB962C8B-B14F-4D97-AF65-F5344CB8AC3E}">
        <p14:creationId xmlns:p14="http://schemas.microsoft.com/office/powerpoint/2010/main" val="3801166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D537-DFD2-9B04-2201-02F8DEE6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 Python... (data from SQL)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51993-5328-53CE-4958-519AFF167663}"/>
              </a:ext>
            </a:extLst>
          </p:cNvPr>
          <p:cNvSpPr txBox="1"/>
          <p:nvPr/>
        </p:nvSpPr>
        <p:spPr>
          <a:xfrm>
            <a:off x="0" y="1547302"/>
            <a:ext cx="11965577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b="1">
                <a:solidFill>
                  <a:srgbClr val="008000"/>
                </a:solidFill>
                <a:latin typeface="Consolas"/>
                <a:ea typeface="+mn-lt"/>
                <a:cs typeface="+mn-lt"/>
              </a:rPr>
              <a:t>   # Connection set up, and query etc. omitted for brevity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</a:t>
            </a:r>
            <a:r>
              <a:rPr lang="en-GB" b="1">
                <a:solidFill>
                  <a:srgbClr val="008000"/>
                </a:solidFill>
                <a:effectLst/>
                <a:latin typeface="Consolas"/>
              </a:rPr>
              <a:t># Dictionary to hold all the student information</a:t>
            </a:r>
            <a:endParaRPr lang="en-GB" b="1">
              <a:solidFill>
                <a:srgbClr val="000000"/>
              </a:solidFill>
              <a:effectLst/>
              <a:latin typeface="Consolas"/>
            </a:endParaRP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= {}</a:t>
            </a:r>
          </a:p>
          <a:p>
            <a:br>
              <a:rPr lang="en-GB" b="1">
                <a:effectLst/>
                <a:latin typeface="Consolas" panose="020B0609020204030204" pitchFamily="49" charset="0"/>
              </a:rPr>
            </a:b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b="1">
                <a:solidFill>
                  <a:srgbClr val="AF00DB"/>
                </a:solidFill>
                <a:effectLst/>
                <a:latin typeface="Consolas"/>
              </a:rPr>
              <a:t>for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795E26"/>
                </a:solidFill>
                <a:effectLst/>
                <a:latin typeface="Consolas"/>
              </a:rPr>
              <a:t>in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results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: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= 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'id'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</a:t>
            </a:r>
          </a:p>
          <a:p>
            <a:br>
              <a:rPr lang="en-GB" b="1">
                <a:effectLst/>
                <a:latin typeface="Consolas" panose="020B0609020204030204" pitchFamily="49" charset="0"/>
              </a:rPr>
            </a:b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>
                <a:solidFill>
                  <a:srgbClr val="AF00DB"/>
                </a:solidFill>
                <a:effectLst/>
                <a:latin typeface="Consolas"/>
              </a:rPr>
              <a:t>if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795E26"/>
                </a:solidFill>
                <a:effectLst/>
                <a:latin typeface="Consolas"/>
              </a:rPr>
              <a:t>not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in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 err="1">
                <a:solidFill>
                  <a:srgbClr val="000000"/>
                </a:solidFill>
                <a:effectLst/>
                <a:latin typeface="Consolas"/>
              </a:rPr>
              <a:t>.</a:t>
            </a:r>
            <a:r>
              <a:rPr lang="en-GB" b="1" err="1">
                <a:solidFill>
                  <a:srgbClr val="795E26"/>
                </a:solidFill>
                <a:effectLst/>
                <a:latin typeface="Consolas"/>
              </a:rPr>
              <a:t>keys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():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 = { 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"mark"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: </a:t>
            </a:r>
            <a:r>
              <a:rPr lang="en-GB" b="1">
                <a:solidFill>
                  <a:srgbClr val="098658"/>
                </a:solidFill>
                <a:effectLst/>
                <a:latin typeface="Consolas"/>
              </a:rPr>
              <a:t>0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, 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"</a:t>
            </a:r>
            <a:r>
              <a:rPr lang="en-GB" b="1" err="1">
                <a:solidFill>
                  <a:srgbClr val="A31515"/>
                </a:solidFill>
                <a:effectLst/>
                <a:latin typeface="Consolas"/>
              </a:rPr>
              <a:t>module_count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"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: </a:t>
            </a:r>
            <a:r>
              <a:rPr lang="en-GB" b="1">
                <a:solidFill>
                  <a:srgbClr val="098658"/>
                </a:solidFill>
                <a:effectLst/>
                <a:latin typeface="Consolas"/>
              </a:rPr>
              <a:t>0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}</a:t>
            </a:r>
          </a:p>
          <a:p>
            <a:br>
              <a:rPr lang="en-GB" b="1">
                <a:effectLst/>
                <a:latin typeface="Consolas" panose="020B0609020204030204" pitchFamily="49" charset="0"/>
              </a:rPr>
            </a:b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'mark'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 += 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row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'mark'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b="1" err="1">
                <a:solidFill>
                  <a:srgbClr val="A31515"/>
                </a:solidFill>
                <a:effectLst/>
                <a:latin typeface="Consolas"/>
              </a:rPr>
              <a:t>module_count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 += </a:t>
            </a:r>
            <a:r>
              <a:rPr lang="en-GB" b="1">
                <a:solidFill>
                  <a:srgbClr val="098658"/>
                </a:solidFill>
                <a:effectLst/>
                <a:latin typeface="Consolas"/>
              </a:rPr>
              <a:t>1</a:t>
            </a:r>
            <a:endParaRPr lang="en-GB" b="1">
              <a:solidFill>
                <a:srgbClr val="000000"/>
              </a:solidFill>
              <a:effectLst/>
              <a:latin typeface="Consolas"/>
            </a:endParaRPr>
          </a:p>
          <a:p>
            <a:br>
              <a:rPr lang="en-GB" b="1">
                <a:effectLst/>
                <a:latin typeface="Consolas" panose="020B0609020204030204" pitchFamily="49" charset="0"/>
              </a:rPr>
            </a:b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</a:t>
            </a:r>
            <a:r>
              <a:rPr lang="en-GB" b="1">
                <a:solidFill>
                  <a:srgbClr val="AF00DB"/>
                </a:solidFill>
                <a:effectLst/>
                <a:latin typeface="Consolas"/>
              </a:rPr>
              <a:t>for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>
                <a:solidFill>
                  <a:srgbClr val="795E26"/>
                </a:solidFill>
                <a:effectLst/>
                <a:latin typeface="Consolas"/>
              </a:rPr>
              <a:t>in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 err="1">
                <a:solidFill>
                  <a:srgbClr val="000000"/>
                </a:solidFill>
                <a:effectLst/>
                <a:latin typeface="Consolas"/>
              </a:rPr>
              <a:t>.</a:t>
            </a:r>
            <a:r>
              <a:rPr lang="en-GB" b="1" err="1">
                <a:solidFill>
                  <a:srgbClr val="795E26"/>
                </a:solidFill>
                <a:effectLst/>
                <a:latin typeface="Consolas"/>
              </a:rPr>
              <a:t>keys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():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>
                <a:solidFill>
                  <a:srgbClr val="008000"/>
                </a:solidFill>
                <a:effectLst/>
                <a:latin typeface="Consolas"/>
              </a:rPr>
              <a:t># Calculate the average</a:t>
            </a:r>
            <a:endParaRPr lang="en-GB" b="1">
              <a:solidFill>
                <a:srgbClr val="000000"/>
              </a:solidFill>
              <a:effectLst/>
              <a:latin typeface="Consolas"/>
            </a:endParaRP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'mark'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 /= 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b="1" err="1">
                <a:solidFill>
                  <a:srgbClr val="A31515"/>
                </a:solidFill>
                <a:effectLst/>
                <a:latin typeface="Consolas"/>
              </a:rPr>
              <a:t>module_count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</a:t>
            </a:r>
          </a:p>
          <a:p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        </a:t>
            </a:r>
            <a:r>
              <a:rPr lang="en-GB" b="1">
                <a:solidFill>
                  <a:srgbClr val="795E26"/>
                </a:solidFill>
                <a:effectLst/>
                <a:latin typeface="Consolas"/>
              </a:rPr>
              <a:t>print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(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f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"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{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id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}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 average mark: 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{</a:t>
            </a:r>
            <a:r>
              <a:rPr lang="en-GB" b="1" err="1">
                <a:solidFill>
                  <a:srgbClr val="001080"/>
                </a:solidFill>
                <a:effectLst/>
                <a:latin typeface="Consolas"/>
              </a:rPr>
              <a:t>student_average_marks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[</a:t>
            </a:r>
            <a:r>
              <a:rPr lang="en-GB" b="1">
                <a:solidFill>
                  <a:srgbClr val="001080"/>
                </a:solidFill>
                <a:effectLst/>
                <a:latin typeface="Consolas"/>
              </a:rPr>
              <a:t>id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][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'mark'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]</a:t>
            </a:r>
            <a:r>
              <a:rPr lang="en-GB" b="1">
                <a:solidFill>
                  <a:srgbClr val="0000FF"/>
                </a:solidFill>
                <a:effectLst/>
                <a:latin typeface="Consolas"/>
              </a:rPr>
              <a:t>:.2f}</a:t>
            </a:r>
            <a:r>
              <a:rPr lang="en-GB" b="1">
                <a:solidFill>
                  <a:srgbClr val="A31515"/>
                </a:solidFill>
                <a:effectLst/>
                <a:latin typeface="Consolas"/>
              </a:rPr>
              <a:t>"</a:t>
            </a:r>
            <a:r>
              <a:rPr lang="en-GB" b="1">
                <a:solidFill>
                  <a:srgbClr val="000000"/>
                </a:solidFill>
                <a:effectLst/>
                <a:latin typeface="Consolas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7ED596-AFED-617D-2A03-D3801EFE49A1}"/>
              </a:ext>
            </a:extLst>
          </p:cNvPr>
          <p:cNvSpPr/>
          <p:nvPr/>
        </p:nvSpPr>
        <p:spPr>
          <a:xfrm>
            <a:off x="8360228" y="1547302"/>
            <a:ext cx="3605349" cy="12481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average_mark_in_python.py</a:t>
            </a:r>
          </a:p>
          <a:p>
            <a:pPr algn="ctr"/>
            <a:endParaRPr lang="en-GB" b="1" dirty="0"/>
          </a:p>
          <a:p>
            <a:pPr algn="ctr"/>
            <a:r>
              <a:rPr lang="en-GB" b="1" dirty="0"/>
              <a:t>Full code on Blackboard</a:t>
            </a:r>
          </a:p>
        </p:txBody>
      </p:sp>
    </p:spTree>
    <p:extLst>
      <p:ext uri="{BB962C8B-B14F-4D97-AF65-F5344CB8AC3E}">
        <p14:creationId xmlns:p14="http://schemas.microsoft.com/office/powerpoint/2010/main" val="3993205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5ABF-5421-19D1-FA5C-9B5A0315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SQL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22453-B52F-A3DD-F5CB-239AEB94041F}"/>
              </a:ext>
            </a:extLst>
          </p:cNvPr>
          <p:cNvSpPr txBox="1"/>
          <p:nvPr/>
        </p:nvSpPr>
        <p:spPr>
          <a:xfrm>
            <a:off x="6605209" y="1157110"/>
            <a:ext cx="500097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</a:t>
            </a:r>
            <a:r>
              <a:rPr lang="en-US" sz="2200" b="1" dirty="0">
                <a:latin typeface="Consolas"/>
                <a:ea typeface="+mn-lt"/>
                <a:cs typeface="+mn-lt"/>
              </a:rPr>
              <a:t>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s.id,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s.first_name</a:t>
            </a:r>
            <a:r>
              <a:rPr lang="en-US" sz="2200" b="1" dirty="0">
                <a:latin typeface="Consolas"/>
                <a:ea typeface="+mn-lt"/>
                <a:cs typeface="+mn-lt"/>
              </a:rPr>
              <a:t>,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s.last_name</a:t>
            </a:r>
            <a:r>
              <a:rPr lang="en-US" sz="2200" b="1" dirty="0">
                <a:latin typeface="Consolas"/>
                <a:ea typeface="+mn-lt"/>
                <a:cs typeface="+mn-lt"/>
              </a:rPr>
              <a:t>,</a:t>
            </a:r>
            <a:endParaRPr lang="en-US" sz="2200" b="1" dirty="0">
              <a:latin typeface="Consolas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</a:t>
            </a:r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AVG</a:t>
            </a:r>
            <a:r>
              <a:rPr lang="en-US" sz="2200" b="1" dirty="0">
                <a:latin typeface="Consolas"/>
                <a:ea typeface="+mn-lt"/>
                <a:cs typeface="+mn-lt"/>
              </a:rPr>
              <a:t>(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sm.mark</a:t>
            </a:r>
            <a:r>
              <a:rPr lang="en-US" sz="2200" b="1" dirty="0">
                <a:latin typeface="Consolas"/>
                <a:ea typeface="+mn-lt"/>
                <a:cs typeface="+mn-lt"/>
              </a:rPr>
              <a:t>)</a:t>
            </a:r>
            <a:endParaRPr lang="en-US" sz="2200" b="1" dirty="0">
              <a:latin typeface="Consolas"/>
            </a:endParaRPr>
          </a:p>
          <a:p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2200" b="1" dirty="0">
                <a:latin typeface="Consolas"/>
                <a:ea typeface="+mn-lt"/>
                <a:cs typeface="+mn-lt"/>
              </a:rPr>
              <a:t>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[students] </a:t>
            </a:r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200" b="1" dirty="0">
                <a:latin typeface="Consolas"/>
                <a:ea typeface="+mn-lt"/>
                <a:cs typeface="+mn-lt"/>
              </a:rPr>
              <a:t> s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JOIN</a:t>
            </a:r>
            <a:r>
              <a:rPr lang="en-US" sz="2200" b="1" dirty="0">
                <a:latin typeface="Consolas"/>
                <a:ea typeface="+mn-lt"/>
                <a:cs typeface="+mn-lt"/>
              </a:rPr>
              <a:t>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[students-modules] </a:t>
            </a:r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AS</a:t>
            </a:r>
            <a:r>
              <a:rPr lang="en-US" sz="2200" b="1" dirty="0">
                <a:latin typeface="Consolas"/>
                <a:ea typeface="+mn-lt"/>
                <a:cs typeface="+mn-lt"/>
              </a:rPr>
              <a:t>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sm</a:t>
            </a:r>
            <a:endParaRPr lang="en-US" sz="2200" b="1" dirty="0">
              <a:latin typeface="Consolas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ON</a:t>
            </a:r>
            <a:r>
              <a:rPr lang="en-US" sz="2200" b="1" dirty="0">
                <a:latin typeface="Consolas"/>
                <a:ea typeface="+mn-lt"/>
                <a:cs typeface="+mn-lt"/>
              </a:rPr>
              <a:t>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s.id == </a:t>
            </a:r>
            <a:r>
              <a:rPr lang="en-US" sz="2200" b="1" dirty="0" err="1">
                <a:latin typeface="Consolas"/>
                <a:ea typeface="+mn-lt"/>
                <a:cs typeface="+mn-lt"/>
              </a:rPr>
              <a:t>sm.student_id</a:t>
            </a:r>
            <a:endParaRPr lang="en-US" sz="2200" b="1" dirty="0">
              <a:latin typeface="Consolas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GROUP BY</a:t>
            </a:r>
            <a:r>
              <a:rPr lang="en-US" sz="2200" b="1" dirty="0">
                <a:latin typeface="Consolas"/>
                <a:ea typeface="+mn-lt"/>
                <a:cs typeface="+mn-lt"/>
              </a:rPr>
              <a:t> </a:t>
            </a:r>
            <a:endParaRPr lang="en-US" sz="2200" b="1" dirty="0">
              <a:latin typeface="Consolas"/>
              <a:cs typeface="Calibri"/>
            </a:endParaRPr>
          </a:p>
          <a:p>
            <a:r>
              <a:rPr lang="en-US" sz="2200" b="1" dirty="0">
                <a:latin typeface="Consolas"/>
                <a:ea typeface="+mn-lt"/>
                <a:cs typeface="+mn-lt"/>
              </a:rPr>
              <a:t>    s.id</a:t>
            </a:r>
            <a:endParaRPr lang="en-US" sz="2200" b="1" dirty="0">
              <a:latin typeface="Consolas"/>
            </a:endParaRPr>
          </a:p>
          <a:p>
            <a:endParaRPr lang="en-US" sz="2200" b="1" dirty="0">
              <a:latin typeface="Consola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8DEF3A6-3D8F-3162-36EA-9F453334BB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580"/>
          <a:stretch/>
        </p:blipFill>
        <p:spPr>
          <a:xfrm>
            <a:off x="585814" y="5139304"/>
            <a:ext cx="5333840" cy="169979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A8DAE-9235-A79E-F029-C6BB523E74AD}"/>
              </a:ext>
            </a:extLst>
          </p:cNvPr>
          <p:cNvSpPr/>
          <p:nvPr/>
        </p:nvSpPr>
        <p:spPr>
          <a:xfrm>
            <a:off x="6604266" y="4884238"/>
            <a:ext cx="1604832" cy="760776"/>
          </a:xfrm>
          <a:prstGeom prst="roundRect">
            <a:avLst/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661CD-CD3B-CD02-95FF-A326DEAD6208}"/>
              </a:ext>
            </a:extLst>
          </p:cNvPr>
          <p:cNvSpPr/>
          <p:nvPr/>
        </p:nvSpPr>
        <p:spPr>
          <a:xfrm>
            <a:off x="8314458" y="4882082"/>
            <a:ext cx="3714256" cy="1107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GB" sz="1600"/>
              <a:t>Similar to the dictionary key in the Python example, we're organising the data returned by the student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E920E-1889-5092-852C-54A06EAA7D2A}"/>
              </a:ext>
            </a:extLst>
          </p:cNvPr>
          <p:cNvSpPr txBox="1"/>
          <p:nvPr/>
        </p:nvSpPr>
        <p:spPr>
          <a:xfrm>
            <a:off x="478758" y="1192991"/>
            <a:ext cx="5547952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cs typeface="Calibri"/>
              </a:rPr>
              <a:t>The SQL aggregate function </a:t>
            </a:r>
            <a:r>
              <a:rPr lang="en-US" sz="2300" b="1" dirty="0">
                <a:solidFill>
                  <a:srgbClr val="0000FF"/>
                </a:solidFill>
                <a:ea typeface="+mn-lt"/>
                <a:cs typeface="+mn-lt"/>
              </a:rPr>
              <a:t>AVG</a:t>
            </a:r>
            <a:r>
              <a:rPr lang="en-US" sz="2300" dirty="0">
                <a:cs typeface="Calibri"/>
              </a:rPr>
              <a:t> function is used to compute the average for all the matching rows for each student</a:t>
            </a:r>
            <a:endParaRPr lang="en-US" sz="2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cs typeface="Calibri"/>
              </a:rPr>
              <a:t>This collapses all the rows for each student into a single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cs typeface="Calibri"/>
              </a:rPr>
              <a:t>However, we need to use </a:t>
            </a:r>
            <a:r>
              <a:rPr lang="en-US" sz="2300" b="1" dirty="0">
                <a:solidFill>
                  <a:srgbClr val="0000FF"/>
                </a:solidFill>
                <a:ea typeface="+mn-lt"/>
                <a:cs typeface="+mn-lt"/>
              </a:rPr>
              <a:t>GROUP BY</a:t>
            </a:r>
            <a:r>
              <a:rPr lang="en-US" sz="2300" dirty="0">
                <a:cs typeface="Calibri"/>
              </a:rPr>
              <a:t> to retain and orientate the data about a particular field, in this case the </a:t>
            </a:r>
            <a:r>
              <a:rPr lang="en-US" sz="2300" b="1" dirty="0">
                <a:cs typeface="Calibri" panose="020F0502020204030204"/>
              </a:rPr>
              <a:t>student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>
                <a:cs typeface="Calibri" panose="020F0502020204030204"/>
              </a:rPr>
              <a:t>If we didn't use </a:t>
            </a:r>
            <a:r>
              <a:rPr lang="en-US" sz="2300" b="1" dirty="0">
                <a:solidFill>
                  <a:srgbClr val="0000FF"/>
                </a:solidFill>
                <a:ea typeface="+mn-lt"/>
                <a:cs typeface="+mn-lt"/>
              </a:rPr>
              <a:t>GROUP BY </a:t>
            </a:r>
            <a:r>
              <a:rPr lang="en-US" sz="2300" dirty="0">
                <a:cs typeface="Calibri" panose="020F0502020204030204"/>
              </a:rPr>
              <a:t>then we'd end up with a single row</a:t>
            </a:r>
          </a:p>
        </p:txBody>
      </p:sp>
    </p:spTree>
    <p:extLst>
      <p:ext uri="{BB962C8B-B14F-4D97-AF65-F5344CB8AC3E}">
        <p14:creationId xmlns:p14="http://schemas.microsoft.com/office/powerpoint/2010/main" val="276026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4AC1-98E6-9B45-0E54-58DE6576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 Python and SQL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89E39-DE05-DBB4-0699-667C0B57F843}"/>
              </a:ext>
            </a:extLst>
          </p:cNvPr>
          <p:cNvSpPr txBox="1"/>
          <p:nvPr/>
        </p:nvSpPr>
        <p:spPr>
          <a:xfrm>
            <a:off x="383719" y="1162653"/>
            <a:ext cx="11482680" cy="5101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50" b="1" dirty="0">
                <a:solidFill>
                  <a:srgbClr val="008000"/>
                </a:solidFill>
                <a:latin typeface="Consolas"/>
                <a:ea typeface="+mn-lt"/>
                <a:cs typeface="+mn-lt"/>
              </a:rPr>
              <a:t># Connection set up, and query etc. omitted for brevity</a:t>
            </a:r>
            <a:endParaRPr lang="en-US" sz="1550" b="1" dirty="0">
              <a:latin typeface="Consolas"/>
            </a:endParaRPr>
          </a:p>
          <a:p>
            <a:r>
              <a:rPr lang="en-US" sz="1550" b="1" dirty="0">
                <a:latin typeface="Consolas"/>
              </a:rPr>
              <a:t>query = 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'''</a:t>
            </a:r>
            <a:endParaRPr lang="en-US" sz="1550" b="1" dirty="0">
              <a:latin typeface="Consolas"/>
            </a:endParaRP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SELECT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s.id, 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s.first_name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s.last_name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,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AVG(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sm.mark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) AS 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average_mark</a:t>
            </a:r>
            <a:endParaRPr lang="en-US" sz="1550" b="1" dirty="0">
              <a:solidFill>
                <a:srgbClr val="A31515"/>
              </a:solidFill>
              <a:latin typeface="Consolas"/>
            </a:endParaRP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FROM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[students] AS s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JOIN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[students-modules] AS 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sm</a:t>
            </a:r>
            <a:endParaRPr lang="en-US" sz="1550" b="1" dirty="0">
              <a:solidFill>
                <a:srgbClr val="A31515"/>
              </a:solidFill>
              <a:latin typeface="Consolas"/>
            </a:endParaRP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ON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s.id == 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sm.student_id</a:t>
            </a:r>
            <a:endParaRPr lang="en-US" sz="1550" b="1" dirty="0">
              <a:solidFill>
                <a:srgbClr val="A31515"/>
              </a:solidFill>
              <a:latin typeface="Consolas"/>
            </a:endParaRP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GROUP BY 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   s.id</a:t>
            </a:r>
          </a:p>
          <a:p>
            <a:r>
              <a:rPr lang="en-US" sz="1550" b="1" dirty="0">
                <a:solidFill>
                  <a:srgbClr val="A31515"/>
                </a:solidFill>
                <a:latin typeface="Consolas"/>
              </a:rPr>
              <a:t>'''</a:t>
            </a:r>
          </a:p>
          <a:p>
            <a:br>
              <a:rPr lang="en-US" sz="1550" b="1" dirty="0">
                <a:latin typeface="Consolas"/>
              </a:rPr>
            </a:br>
            <a:r>
              <a:rPr lang="en-US" sz="1550" b="1" dirty="0">
                <a:latin typeface="Consolas"/>
              </a:rPr>
              <a:t>results = </a:t>
            </a:r>
            <a:r>
              <a:rPr lang="en-US" sz="1550" b="1" dirty="0" err="1">
                <a:latin typeface="Consolas"/>
              </a:rPr>
              <a:t>cursor.execute</a:t>
            </a:r>
            <a:r>
              <a:rPr lang="en-US" sz="1550" b="1" dirty="0">
                <a:latin typeface="Consolas"/>
              </a:rPr>
              <a:t>(query)</a:t>
            </a:r>
          </a:p>
          <a:p>
            <a:br>
              <a:rPr lang="en-US" sz="1550" b="1" dirty="0">
                <a:latin typeface="Consolas"/>
              </a:rPr>
            </a:br>
            <a:r>
              <a:rPr lang="en-US" sz="1550" b="1" dirty="0" err="1">
                <a:latin typeface="Consolas"/>
              </a:rPr>
              <a:t>conn.commit</a:t>
            </a:r>
            <a:r>
              <a:rPr lang="en-US" sz="1550" b="1" dirty="0">
                <a:latin typeface="Consolas"/>
              </a:rPr>
              <a:t>()</a:t>
            </a:r>
          </a:p>
          <a:p>
            <a:br>
              <a:rPr lang="en-US" sz="1550" b="1" dirty="0">
                <a:latin typeface="Consolas"/>
              </a:rPr>
            </a:br>
            <a:r>
              <a:rPr lang="en-US" sz="1550" b="1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550" b="1" dirty="0">
                <a:latin typeface="Consolas"/>
              </a:rPr>
              <a:t> row </a:t>
            </a:r>
            <a:r>
              <a:rPr lang="en-US" sz="1550" b="1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550" b="1" dirty="0">
                <a:latin typeface="Consolas"/>
              </a:rPr>
              <a:t> results:</a:t>
            </a:r>
          </a:p>
          <a:p>
            <a:r>
              <a:rPr lang="en-US" sz="1550" b="1" dirty="0">
                <a:latin typeface="Consolas"/>
              </a:rPr>
              <a:t>   print(</a:t>
            </a:r>
            <a:r>
              <a:rPr lang="en-US" sz="1550" b="1" dirty="0">
                <a:solidFill>
                  <a:srgbClr val="0000FF"/>
                </a:solidFill>
                <a:latin typeface="Consolas"/>
              </a:rPr>
              <a:t>f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550" b="1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sz="1550" b="1" dirty="0">
                <a:latin typeface="Consolas"/>
              </a:rPr>
              <a:t>row[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'id'</a:t>
            </a:r>
            <a:r>
              <a:rPr lang="en-US" sz="1550" b="1" dirty="0">
                <a:latin typeface="Consolas"/>
              </a:rPr>
              <a:t>]} {row[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first_name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>
                <a:latin typeface="Consolas"/>
              </a:rPr>
              <a:t>]} {row[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last_name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>
                <a:latin typeface="Consolas"/>
              </a:rPr>
              <a:t>]}</a:t>
            </a:r>
            <a:r>
              <a:rPr lang="en-US" sz="1550" b="1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average mark: </a:t>
            </a:r>
            <a:r>
              <a:rPr lang="en-US" sz="1550" b="1" dirty="0">
                <a:latin typeface="Consolas"/>
              </a:rPr>
              <a:t>{row[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 err="1">
                <a:solidFill>
                  <a:srgbClr val="A31515"/>
                </a:solidFill>
                <a:latin typeface="Consolas"/>
              </a:rPr>
              <a:t>average_mark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550" b="1" dirty="0">
                <a:latin typeface="Consolas"/>
              </a:rPr>
              <a:t>]</a:t>
            </a:r>
            <a:r>
              <a:rPr lang="en-US" sz="1550" b="1" dirty="0">
                <a:solidFill>
                  <a:srgbClr val="0000FF"/>
                </a:solidFill>
                <a:latin typeface="Consolas"/>
              </a:rPr>
              <a:t>:.2f</a:t>
            </a:r>
            <a:r>
              <a:rPr lang="en-US" sz="1550" b="1" dirty="0">
                <a:latin typeface="Consolas"/>
              </a:rPr>
              <a:t>}</a:t>
            </a:r>
            <a:r>
              <a:rPr lang="en-US" sz="1550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55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sz="1550" b="1" dirty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8A7E55-81D7-1F30-FF7C-D6F6CF7A302A}"/>
              </a:ext>
            </a:extLst>
          </p:cNvPr>
          <p:cNvSpPr/>
          <p:nvPr/>
        </p:nvSpPr>
        <p:spPr>
          <a:xfrm>
            <a:off x="7628710" y="1547302"/>
            <a:ext cx="4336868" cy="12481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err="1"/>
              <a:t>average_mark_in_python_and</a:t>
            </a:r>
            <a:r>
              <a:rPr lang="en-GB" b="1" dirty="0"/>
              <a:t> sql.py</a:t>
            </a:r>
          </a:p>
          <a:p>
            <a:pPr algn="ctr"/>
            <a:endParaRPr lang="en-GB" b="1" dirty="0"/>
          </a:p>
          <a:p>
            <a:pPr algn="ctr"/>
            <a:r>
              <a:rPr lang="en-GB" b="1" dirty="0"/>
              <a:t>Full code on Blackboard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8DB88B4-606F-B036-CC55-63B294DF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339" y="3429000"/>
            <a:ext cx="4276060" cy="19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16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35A4-4335-304E-C184-B34BFCFB4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Full ERD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7F2C2-4638-CFB5-177F-49FE15F5A7B5}"/>
              </a:ext>
            </a:extLst>
          </p:cNvPr>
          <p:cNvSpPr txBox="1"/>
          <p:nvPr/>
        </p:nvSpPr>
        <p:spPr>
          <a:xfrm>
            <a:off x="6867406" y="5804369"/>
            <a:ext cx="52549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For information:</a:t>
            </a:r>
          </a:p>
          <a:p>
            <a:r>
              <a:rPr lang="en-US" sz="1400" dirty="0">
                <a:cs typeface="Calibri"/>
              </a:rPr>
              <a:t>The ERD diagram was generated by </a:t>
            </a:r>
            <a:r>
              <a:rPr lang="en-US" sz="1400" dirty="0">
                <a:cs typeface="Calibri"/>
                <a:hlinkClick r:id="rId2"/>
              </a:rPr>
              <a:t>DBeaver</a:t>
            </a:r>
            <a:r>
              <a:rPr lang="en-US" sz="1400" dirty="0">
                <a:cs typeface="Calibri"/>
              </a:rPr>
              <a:t> from the SQLite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CB15D-D214-47AB-B8F9-787B9C62C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883" y="1244885"/>
            <a:ext cx="5574828" cy="436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19301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 Template.pptx" id="{AB973374-495E-4CE9-AF59-28B5C8448FFC}" vid="{B1A2120D-8249-4458-B67C-2078D3018BE2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43d2115b-a55e-46b6-9df7-b03388ecfc60}" enabled="0" method="" siteId="{43d2115b-a55e-46b6-9df7-b03388ecfc6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 Template</Template>
  <TotalTime>375</TotalTime>
  <Words>2348</Words>
  <Application>Microsoft Office PowerPoint</Application>
  <PresentationFormat>Widescreen</PresentationFormat>
  <Paragraphs>352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Slide Template</vt:lpstr>
      <vt:lpstr>Software for Digital Innovation (CIS4044-N)</vt:lpstr>
      <vt:lpstr>But first... Quick SQLite recap</vt:lpstr>
      <vt:lpstr>Databases</vt:lpstr>
      <vt:lpstr>Benefits of SQLite3</vt:lpstr>
      <vt:lpstr>SELECT</vt:lpstr>
      <vt:lpstr>WHERE clause</vt:lpstr>
      <vt:lpstr>WHERE clauses with AND &amp; OR</vt:lpstr>
      <vt:lpstr>Python and SQL - Connection</vt:lpstr>
      <vt:lpstr>Python and SQL - Cursor</vt:lpstr>
      <vt:lpstr>Basic Python/SQL pattern</vt:lpstr>
      <vt:lpstr>Learning objectives</vt:lpstr>
      <vt:lpstr>Demo: People and their Titles</vt:lpstr>
      <vt:lpstr>Bad data</vt:lpstr>
      <vt:lpstr>JOIN Introduction</vt:lpstr>
      <vt:lpstr>Titles Table</vt:lpstr>
      <vt:lpstr>Foreign Keys</vt:lpstr>
      <vt:lpstr>INNER JOIN Clause</vt:lpstr>
      <vt:lpstr>INNER JOIN</vt:lpstr>
      <vt:lpstr>PowerPoint Presentation</vt:lpstr>
      <vt:lpstr>Spreadsheet analogy</vt:lpstr>
      <vt:lpstr>Python</vt:lpstr>
      <vt:lpstr>Students and their marks</vt:lpstr>
      <vt:lpstr>Student table; Student-Modules table</vt:lpstr>
      <vt:lpstr>Get a student's marks</vt:lpstr>
      <vt:lpstr>Students, Modules, and Marks</vt:lpstr>
      <vt:lpstr>Students and Modules</vt:lpstr>
      <vt:lpstr>Answer</vt:lpstr>
      <vt:lpstr>Student's mean average mark</vt:lpstr>
      <vt:lpstr>In Python... (data from SQL)</vt:lpstr>
      <vt:lpstr>In SQL …</vt:lpstr>
      <vt:lpstr>In Python and SQL</vt:lpstr>
      <vt:lpstr>Full ERD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Mead, Steven</dc:creator>
  <cp:lastModifiedBy>Mead, Steven</cp:lastModifiedBy>
  <cp:revision>316</cp:revision>
  <dcterms:modified xsi:type="dcterms:W3CDTF">2024-11-07T13:01:19Z</dcterms:modified>
</cp:coreProperties>
</file>