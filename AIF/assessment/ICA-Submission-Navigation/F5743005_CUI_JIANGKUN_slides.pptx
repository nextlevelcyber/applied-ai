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Hello. This is my AI Foundations solution: Autonomous Grid Navigation. I take one real-world problem — a warehouse delivery robot finding its way to a drop-off — and I solve it with two different families of AI technique from the module, reinforcement learning and classical search, and then I critically compare them. Let me show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task is a warehouse floor laid out as a grid. The robot starts at S and must reach the goal G. Some cells are storage racks it cannot pass; the yellow cells are congested aisles that cost five times as much to cross. Crucially, the cheapest route is not the one with the fewest steps — and finding good action sequences like this is a classic AI search problem.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Rather than pick one method, I solve the same task two ways. On the left, reinforcement learning: the robot is given no map and learns a policy by trial and error using tabular Q-learning. On the right, classical search: given a map, it plans the route directly with breadth-first search, uniform-cost search, and A-star. Comparing them is exactly the Week 8 Search-versus-RL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how the learning works. The agent picks actions ε-greedily — exploring early, exploiting later — and after every move it applies the Q-learning temporal-difference update shown here. Rewards are shaped: a small penalty per move, a big bonus at the goal. Over about fifteen hundred episodes it converges — reward climbs and the steps-per-episode collapse from two hundred to about twenty-two. That flattening is the signature of a learned, stable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search side I implemented three algorithms that share one structure and differ only in how the frontier is ordered. Breadth-first search uses a simple queue — it is optimal in the number of steps but ignores cost. Uniform-cost search, which is Dijkstra, orders by path cost and is optimal in cost. A-star adds an admissible Manhattan heuristic, staying optimal while expanding far fewer nodes.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here is the payoff. The three panels show the route each paradigm chose. Breadth-first search takes the fewest steps but plunges through the congested band for a cost of thirty-four. A-star and uniform-cost both find the cost-optimal route of twenty-two, with A-star expanding only thirty-three nodes against fifty-nine. And Q-learning — with no map at all — independently learns that same optimal route. All of this is checked automatically in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what is the trade-off? Search is exact and fast — but only because it is handed a perfect map, and a good heuristic like A-star's roughly halves the work. Reinforcement learning needs no map, which makes it the right tool for unknown or changing environments — but it pays in sample cost, and its optimality here is empirical rather than guaranteed. The verdict: plan with search when the world is known, and learn with RL when you must discover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Finally, deploying this responsibly means facing real issues. Commercially: the sim-to-real gap, scalability from the curse of dimensionality, and optimising for the whole fleet, not one robot. Professionally: safety certification, the fact that a learned policy is harder to audit than an explicit plan, and workforce impact. And its limitations point to the future — stochastic dynamics, SARSA, deep Q-networks, and a hybrid that plans with search but adapts with learning. Thank you for watching.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213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371600"/>
            <a:ext cx="146304" cy="146304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2416" y="1371600"/>
            <a:ext cx="146304" cy="146304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1371600"/>
            <a:ext cx="146304" cy="146304"/>
          </a:xfrm>
          <a:prstGeom prst="ellipse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6916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Autonomous Grid Navigation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Solution using Reinforcement Learning and Search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CIS4049-N  ·  Artificial Intelligence Foundations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 JIANGKUN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No: F5743005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warehouse delivery robot, solved two ways — and compared.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164592" cy="1645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delivery robot that plans, not just moves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1783080"/>
            <a:ext cx="118872" cy="11887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18488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→ Goal   </a:t>
            </a:r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robot must travel from its charging depot (S) to a drop-off point (G).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807208"/>
            <a:ext cx="118872" cy="11887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642616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Obstacles &amp; congestion   </a:t>
            </a:r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racks block cells; congested aisles are 5× slower to cross.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831336"/>
            <a:ext cx="118872" cy="11887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66744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Cheapest, not shortest   </a:t>
            </a:r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 with the fewest steps runs through the slow aisles — we want lowest cost.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4855464"/>
            <a:ext cx="118872" cy="11887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690872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AI   </a:t>
            </a:r>
            <a:pPr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an action sequence through a state space is a classic AI problem.</a:t>
            </a:r>
            <a:endParaRPr lang="en-US" sz="1500" dirty="0"/>
          </a:p>
        </p:txBody>
      </p:sp>
      <p:pic>
        <p:nvPicPr>
          <p:cNvPr id="13" name="Image 0" descr="/tmp/work/nav/figures/fig1_environ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600200"/>
            <a:ext cx="4937760" cy="44524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164592" cy="164592"/>
          </a:xfrm>
          <a:prstGeom prst="ellipse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task, two AI paradigms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F4F7FB"/>
          </a:solidFill>
          <a:ln w="19050">
            <a:solidFill>
              <a:srgbClr val="1A7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057400"/>
            <a:ext cx="502920" cy="502920"/>
          </a:xfrm>
          <a:prstGeom prst="ellipse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2057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188720" y="288036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 — learns from experience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Q-learning, ε-greedy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and error over rewards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Weeks 5–6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309360" y="1737360"/>
            <a:ext cx="5074920" cy="3383280"/>
          </a:xfrm>
          <a:prstGeom prst="roundRect">
            <a:avLst>
              <a:gd name="adj" fmla="val 3243"/>
            </a:avLst>
          </a:prstGeom>
          <a:solidFill>
            <a:srgbClr val="F4F7FB"/>
          </a:solidFill>
          <a:ln w="19050">
            <a:solidFill>
              <a:srgbClr val="1F6F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057400"/>
            <a:ext cx="502920" cy="502920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2057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315200" y="20574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Search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75120" y="2880360"/>
            <a:ext cx="43891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 map — plans directly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BFS, Uniform-Cost / Dijkstra, A*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state-space search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Weeks 7–9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5440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compared:  </a:t>
            </a:r>
            <a:pPr algn="ctr" indent="0" marL="0">
              <a:buNone/>
            </a:pPr>
            <a:r>
              <a:rPr lang="en-US" sz="15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8 “Search vs Reinforcement Learning” question.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164592" cy="164592"/>
          </a:xfrm>
          <a:prstGeom prst="ellipse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A7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to navigate from reward alone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68680" y="1865376"/>
            <a:ext cx="118872" cy="118872"/>
          </a:xfrm>
          <a:prstGeom prst="ellipse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09928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   </a:t>
            </a:r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Explores random actions early, exploits the best later — ε annealed 1.0 → 0.05.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889504"/>
            <a:ext cx="118872" cy="118872"/>
          </a:xfrm>
          <a:prstGeom prst="ellipse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734056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update   </a:t>
            </a:r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Q(s,a) ← Q(s,a) + α[r + γ·maxQ(s′,a′) − Q(s,a)].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3913632"/>
            <a:ext cx="118872" cy="118872"/>
          </a:xfrm>
          <a:prstGeom prst="ellipse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758184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   </a:t>
            </a:r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−cost per move, +50 at the goal, −10 for hitting a rack.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8680" y="4937760"/>
            <a:ext cx="118872" cy="118872"/>
          </a:xfrm>
          <a:prstGeom prst="ellipse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4782312"/>
            <a:ext cx="44805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  </a:t>
            </a:r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~1,500 episodes: reward climbs, steps fall from 200 to ~22.</a:t>
            </a:r>
            <a:endParaRPr lang="en-US" sz="1500" dirty="0"/>
          </a:p>
        </p:txBody>
      </p:sp>
      <p:pic>
        <p:nvPicPr>
          <p:cNvPr id="13" name="Image 0" descr="/tmp/work/nav/figures/fig2_learning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2331720"/>
            <a:ext cx="5943600" cy="254543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760720" y="5074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curve — the signature of a converged policy.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164592" cy="1645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SEARCH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plan the route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4F7FB"/>
          </a:solidFill>
          <a:ln w="17780">
            <a:solidFill>
              <a:srgbClr val="8250D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3000" y="2240280"/>
            <a:ext cx="566928" cy="566928"/>
          </a:xfrm>
          <a:prstGeom prst="ellipse">
            <a:avLst/>
          </a:prstGeom>
          <a:solidFill>
            <a:srgbClr val="8250DF"/>
          </a:solidFill>
          <a:ln w="12700">
            <a:solidFill>
              <a:srgbClr val="8250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240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74520" y="224028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70432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in steps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70432" y="35661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queue, expands shallowest first — ignores terrain cost.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416552" y="192024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4F7FB"/>
          </a:solidFill>
          <a:ln w="17780">
            <a:solidFill>
              <a:srgbClr val="1F6F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36592" y="2240280"/>
            <a:ext cx="566928" cy="56692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2240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68112" y="224028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UCS / Dijkstra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64024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in cost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64024" y="35661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 by path cost g(n) — routes around congestion.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010144" y="1920240"/>
            <a:ext cx="3502152" cy="3017520"/>
          </a:xfrm>
          <a:prstGeom prst="roundRect">
            <a:avLst>
              <a:gd name="adj" fmla="val 3030"/>
            </a:avLst>
          </a:prstGeom>
          <a:solidFill>
            <a:srgbClr val="F4F7FB"/>
          </a:solidFill>
          <a:ln w="17780">
            <a:solidFill>
              <a:srgbClr val="1F6F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30184" y="2240280"/>
            <a:ext cx="566928" cy="566928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0184" y="22402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61704" y="2240280"/>
            <a:ext cx="2331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A*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57616" y="30632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+ efficient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357616" y="356616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admissible Manhattan heuristic f = g + h — far fewer nodes.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52578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Admissible heuristic  </a:t>
            </a:r>
            <a:pPr algn="ctr" indent="0" marL="0">
              <a:buNone/>
            </a:pPr>
            <a:r>
              <a:rPr lang="en-US" sz="14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(never overestimates) → A* keeps optimality while expanding roughly half the nodes of UCS.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164592" cy="164592"/>
          </a:xfrm>
          <a:prstGeom prst="ellipse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optimum, found two ways</a:t>
            </a:r>
            <a:endParaRPr lang="en-US" sz="3000" dirty="0"/>
          </a:p>
        </p:txBody>
      </p:sp>
      <p:pic>
        <p:nvPicPr>
          <p:cNvPr id="5" name="Image 0" descr="/tmp/work/nav/figures/fig4_pat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600200"/>
            <a:ext cx="10058400" cy="314128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4892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250D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34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68680" y="55321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— fewest steps (18) but drives through the congestion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315968" y="4892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F6F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22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315968" y="55321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/ UCS — cost-optimal; A* expands 33 nodes vs 59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63256" y="4892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7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22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763256" y="553212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Q-learning — the same optimal route, learned with no map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164592" cy="164592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78992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6F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COMPARISON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vs Reinforcement Learning</a:t>
            </a:r>
            <a:endParaRPr lang="en-US" sz="3000" dirty="0"/>
          </a:p>
        </p:txBody>
      </p:sp>
      <p:pic>
        <p:nvPicPr>
          <p:cNvPr id="5" name="Image 0" descr="/tmp/work/nav/figures/fig5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920240"/>
            <a:ext cx="6035040" cy="253893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086600" y="1874520"/>
            <a:ext cx="4480560" cy="3291840"/>
          </a:xfrm>
          <a:prstGeom prst="roundRect">
            <a:avLst>
              <a:gd name="adj" fmla="val 3333"/>
            </a:avLst>
          </a:prstGeom>
          <a:solidFill>
            <a:srgbClr val="17213B"/>
          </a:solidFill>
          <a:ln w="12700">
            <a:solidFill>
              <a:srgbClr val="17213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6092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90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verdict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60920" y="2606040"/>
            <a:ext cx="39776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with search when the world is known; learn with RL when it is not.</a:t>
            </a:r>
            <a:endParaRPr lang="en-US" sz="15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halves the search effort with a good heuristic.</a:t>
            </a:r>
            <a:endParaRPr lang="en-US" sz="15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needs no model — ideal for unknown, changing floors.</a:t>
            </a:r>
            <a:endParaRPr lang="en-US" sz="15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RL pays in sample cost and gives empirical, not guaranteed, optimality.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2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7213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58368"/>
            <a:ext cx="164592" cy="164592"/>
          </a:xfrm>
          <a:prstGeom prst="ellipse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992" y="548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9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RISKS, LIMITATIONS &amp; TAKEAWAYS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would take to deploy this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146304" cy="146304"/>
          </a:xfrm>
          <a:prstGeom prst="ellipse">
            <a:avLst/>
          </a:prstGeom>
          <a:solidFill>
            <a:srgbClr val="D9902B"/>
          </a:solidFill>
          <a:ln w="12700">
            <a:solidFill>
              <a:srgbClr val="D99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8105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3429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Sim-to-real gap on hardware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— curse of dimensionality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Fleet-level, not per-robot, objectives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965960"/>
            <a:ext cx="146304" cy="146304"/>
          </a:xfrm>
          <a:prstGeom prst="ellipse">
            <a:avLst/>
          </a:prstGeom>
          <a:solidFill>
            <a:srgbClr val="1F6FEB"/>
          </a:solidFill>
          <a:ln w="12700">
            <a:solidFill>
              <a:srgbClr val="1F6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8105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7720" y="2377440"/>
            <a:ext cx="3429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Safety-critical certification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policy harder to audit than a plan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&amp; accountability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1965960"/>
            <a:ext cx="146304" cy="146304"/>
          </a:xfrm>
          <a:prstGeom prst="ellipse">
            <a:avLst/>
          </a:prstGeom>
          <a:solidFill>
            <a:srgbClr val="1A7F37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77072" y="181051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→ Future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6760" y="2377440"/>
            <a:ext cx="3429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tabular today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stochastic + SARSA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Deep Q-Networks, hybrid planner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 JIANGKUN · F5743005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CIS4049-N Artificial Intelligence Foundations — thank you.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2026-07-20T08:24:01Z</dcterms:created>
  <dcterms:modified xsi:type="dcterms:W3CDTF">2026-07-20T08:24:01Z</dcterms:modified>
</cp:coreProperties>
</file>