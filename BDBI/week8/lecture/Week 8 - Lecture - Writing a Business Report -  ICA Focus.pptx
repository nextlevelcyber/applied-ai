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6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5" r:id="rId5"/>
    <p:sldMasterId id="2147483681" r:id="rId6"/>
    <p:sldMasterId id="2147483678" r:id="rId7"/>
    <p:sldMasterId id="2147483691" r:id="rId8"/>
    <p:sldMasterId id="2147483717" r:id="rId9"/>
    <p:sldMasterId id="2147483734" r:id="rId10"/>
    <p:sldMasterId id="2147483746" r:id="rId11"/>
  </p:sldMasterIdLst>
  <p:notesMasterIdLst>
    <p:notesMasterId r:id="rId39"/>
  </p:notesMasterIdLst>
  <p:sldIdLst>
    <p:sldId id="565" r:id="rId12"/>
    <p:sldId id="256" r:id="rId13"/>
    <p:sldId id="564" r:id="rId14"/>
    <p:sldId id="547" r:id="rId15"/>
    <p:sldId id="333" r:id="rId16"/>
    <p:sldId id="323" r:id="rId17"/>
    <p:sldId id="315" r:id="rId18"/>
    <p:sldId id="316" r:id="rId19"/>
    <p:sldId id="317" r:id="rId20"/>
    <p:sldId id="313" r:id="rId21"/>
    <p:sldId id="318" r:id="rId22"/>
    <p:sldId id="319" r:id="rId23"/>
    <p:sldId id="321" r:id="rId24"/>
    <p:sldId id="320" r:id="rId25"/>
    <p:sldId id="542" r:id="rId26"/>
    <p:sldId id="324" r:id="rId27"/>
    <p:sldId id="558" r:id="rId28"/>
    <p:sldId id="554" r:id="rId29"/>
    <p:sldId id="562" r:id="rId30"/>
    <p:sldId id="553" r:id="rId31"/>
    <p:sldId id="557" r:id="rId32"/>
    <p:sldId id="566" r:id="rId33"/>
    <p:sldId id="567" r:id="rId34"/>
    <p:sldId id="546" r:id="rId35"/>
    <p:sldId id="563" r:id="rId36"/>
    <p:sldId id="552" r:id="rId37"/>
    <p:sldId id="325" r:id="rId38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2787"/>
    <a:srgbClr val="CA2583"/>
    <a:srgbClr val="6C2686"/>
    <a:srgbClr val="F67F21"/>
    <a:srgbClr val="7B704F"/>
    <a:srgbClr val="082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337C83-61D4-4CFF-B14E-166320A167F1}" v="12" dt="2024-11-08T17:03:28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2" autoAdjust="0"/>
    <p:restoredTop sz="92720" autoAdjust="0"/>
  </p:normalViewPr>
  <p:slideViewPr>
    <p:cSldViewPr snapToGrid="0" snapToObjects="1">
      <p:cViewPr varScale="1">
        <p:scale>
          <a:sx n="117" d="100"/>
          <a:sy n="117" d="100"/>
        </p:scale>
        <p:origin x="10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20" Type="http://schemas.openxmlformats.org/officeDocument/2006/relationships/slide" Target="slides/slide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chipinti, Annalisa" userId="a66fcd2b-4181-400a-8ca1-7fdb013d8d8c" providerId="ADAL" clId="{04B71240-2A88-4784-AE46-14F6B6B87585}"/>
    <pc:docChg chg="undo custSel addSld delSld modSld sldOrd delMainMaster">
      <pc:chgData name="Occhipinti, Annalisa" userId="a66fcd2b-4181-400a-8ca1-7fdb013d8d8c" providerId="ADAL" clId="{04B71240-2A88-4784-AE46-14F6B6B87585}" dt="2021-11-15T16:56:50.208" v="1796"/>
      <pc:docMkLst>
        <pc:docMk/>
      </pc:docMkLst>
      <pc:sldChg chg="addSp modSp mod setBg">
        <pc:chgData name="Occhipinti, Annalisa" userId="a66fcd2b-4181-400a-8ca1-7fdb013d8d8c" providerId="ADAL" clId="{04B71240-2A88-4784-AE46-14F6B6B87585}" dt="2021-11-15T16:51:06.659" v="1787" actId="20577"/>
        <pc:sldMkLst>
          <pc:docMk/>
          <pc:sldMk cId="1149176039" sldId="256"/>
        </pc:sldMkLst>
        <pc:spChg chg="add mod">
          <ac:chgData name="Occhipinti, Annalisa" userId="a66fcd2b-4181-400a-8ca1-7fdb013d8d8c" providerId="ADAL" clId="{04B71240-2A88-4784-AE46-14F6B6B87585}" dt="2021-11-15T16:51:06.659" v="1787" actId="20577"/>
          <ac:spMkLst>
            <pc:docMk/>
            <pc:sldMk cId="1149176039" sldId="256"/>
            <ac:spMk id="6" creationId="{9683C2CD-6FDC-4FBA-8014-DE9E09BFAC15}"/>
          </ac:spMkLst>
        </pc:spChg>
        <pc:spChg chg="mod">
          <ac:chgData name="Occhipinti, Annalisa" userId="a66fcd2b-4181-400a-8ca1-7fdb013d8d8c" providerId="ADAL" clId="{04B71240-2A88-4784-AE46-14F6B6B87585}" dt="2021-11-12T16:41:28.741" v="777" actId="1076"/>
          <ac:spMkLst>
            <pc:docMk/>
            <pc:sldMk cId="1149176039" sldId="256"/>
            <ac:spMk id="19" creationId="{BA3ECBAB-A1BE-4585-AA10-A5A7D89A7B47}"/>
          </ac:spMkLst>
        </pc:spChg>
      </pc:sldChg>
      <pc:sldChg chg="addSp delSp modSp mod setBg delAnim">
        <pc:chgData name="Occhipinti, Annalisa" userId="a66fcd2b-4181-400a-8ca1-7fdb013d8d8c" providerId="ADAL" clId="{04B71240-2A88-4784-AE46-14F6B6B87585}" dt="2021-11-12T13:18:48.498" v="775" actId="1076"/>
        <pc:sldMkLst>
          <pc:docMk/>
          <pc:sldMk cId="1473191283" sldId="278"/>
        </pc:sldMkLst>
        <pc:spChg chg="del">
          <ac:chgData name="Occhipinti, Annalisa" userId="a66fcd2b-4181-400a-8ca1-7fdb013d8d8c" providerId="ADAL" clId="{04B71240-2A88-4784-AE46-14F6B6B87585}" dt="2021-11-12T13:18:29.183" v="766" actId="478"/>
          <ac:spMkLst>
            <pc:docMk/>
            <pc:sldMk cId="1473191283" sldId="278"/>
            <ac:spMk id="2" creationId="{00000000-0000-0000-0000-000000000000}"/>
          </ac:spMkLst>
        </pc:spChg>
        <pc:spChg chg="del">
          <ac:chgData name="Occhipinti, Annalisa" userId="a66fcd2b-4181-400a-8ca1-7fdb013d8d8c" providerId="ADAL" clId="{04B71240-2A88-4784-AE46-14F6B6B87585}" dt="2021-11-12T13:18:35.285" v="769" actId="478"/>
          <ac:spMkLst>
            <pc:docMk/>
            <pc:sldMk cId="1473191283" sldId="278"/>
            <ac:spMk id="4" creationId="{00000000-0000-0000-0000-000000000000}"/>
          </ac:spMkLst>
        </pc:spChg>
        <pc:spChg chg="del mod">
          <ac:chgData name="Occhipinti, Annalisa" userId="a66fcd2b-4181-400a-8ca1-7fdb013d8d8c" providerId="ADAL" clId="{04B71240-2A88-4784-AE46-14F6B6B87585}" dt="2021-11-12T13:18:33.388" v="768" actId="478"/>
          <ac:spMkLst>
            <pc:docMk/>
            <pc:sldMk cId="1473191283" sldId="278"/>
            <ac:spMk id="6" creationId="{CB96A3AA-7553-480C-B454-E5DFA2DCAD39}"/>
          </ac:spMkLst>
        </pc:spChg>
        <pc:spChg chg="add del mod">
          <ac:chgData name="Occhipinti, Annalisa" userId="a66fcd2b-4181-400a-8ca1-7fdb013d8d8c" providerId="ADAL" clId="{04B71240-2A88-4784-AE46-14F6B6B87585}" dt="2021-11-12T13:18:31.892" v="767" actId="478"/>
          <ac:spMkLst>
            <pc:docMk/>
            <pc:sldMk cId="1473191283" sldId="278"/>
            <ac:spMk id="8" creationId="{FE238CC5-3975-469F-9434-AF7EA2980A93}"/>
          </ac:spMkLst>
        </pc:spChg>
        <pc:spChg chg="add del mod">
          <ac:chgData name="Occhipinti, Annalisa" userId="a66fcd2b-4181-400a-8ca1-7fdb013d8d8c" providerId="ADAL" clId="{04B71240-2A88-4784-AE46-14F6B6B87585}" dt="2021-11-12T13:18:42.489" v="773" actId="478"/>
          <ac:spMkLst>
            <pc:docMk/>
            <pc:sldMk cId="1473191283" sldId="278"/>
            <ac:spMk id="10" creationId="{46BE1041-B324-4748-B5F4-5728EF9FC8BE}"/>
          </ac:spMkLst>
        </pc:spChg>
        <pc:spChg chg="add mod">
          <ac:chgData name="Occhipinti, Annalisa" userId="a66fcd2b-4181-400a-8ca1-7fdb013d8d8c" providerId="ADAL" clId="{04B71240-2A88-4784-AE46-14F6B6B87585}" dt="2021-11-12T13:18:47.217" v="774" actId="1076"/>
          <ac:spMkLst>
            <pc:docMk/>
            <pc:sldMk cId="1473191283" sldId="278"/>
            <ac:spMk id="11" creationId="{329A0D09-DF03-4F49-A85F-D341EED8ACB1}"/>
          </ac:spMkLst>
        </pc:spChg>
        <pc:picChg chg="add mod">
          <ac:chgData name="Occhipinti, Annalisa" userId="a66fcd2b-4181-400a-8ca1-7fdb013d8d8c" providerId="ADAL" clId="{04B71240-2A88-4784-AE46-14F6B6B87585}" dt="2021-11-12T13:18:48.498" v="775" actId="1076"/>
          <ac:picMkLst>
            <pc:docMk/>
            <pc:sldMk cId="1473191283" sldId="278"/>
            <ac:picMk id="12" creationId="{4521107B-9640-421B-A432-0E820FDF41C7}"/>
          </ac:picMkLst>
        </pc:picChg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1060205552" sldId="313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3378499856" sldId="315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2708163853" sldId="316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1937943472" sldId="317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344168543" sldId="318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2849610465" sldId="319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3505543730" sldId="320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1972446707" sldId="321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2614089547" sldId="323"/>
        </pc:sldMkLst>
      </pc:sldChg>
      <pc:sldChg chg="ord setBg">
        <pc:chgData name="Occhipinti, Annalisa" userId="a66fcd2b-4181-400a-8ca1-7fdb013d8d8c" providerId="ADAL" clId="{04B71240-2A88-4784-AE46-14F6B6B87585}" dt="2021-11-15T15:59:12.692" v="1419"/>
        <pc:sldMkLst>
          <pc:docMk/>
          <pc:sldMk cId="2017565909" sldId="324"/>
        </pc:sldMkLst>
      </pc:sldChg>
      <pc:sldChg chg="ord setBg">
        <pc:chgData name="Occhipinti, Annalisa" userId="a66fcd2b-4181-400a-8ca1-7fdb013d8d8c" providerId="ADAL" clId="{04B71240-2A88-4784-AE46-14F6B6B87585}" dt="2021-11-15T16:56:50.208" v="1796"/>
        <pc:sldMkLst>
          <pc:docMk/>
          <pc:sldMk cId="1375317922" sldId="325"/>
        </pc:sldMkLst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3615285828" sldId="333"/>
        </pc:sldMkLst>
      </pc:sldChg>
      <pc:sldChg chg="addSp delSp modSp mod ord setBg modClrScheme modAnim modShow chgLayout">
        <pc:chgData name="Occhipinti, Annalisa" userId="a66fcd2b-4181-400a-8ca1-7fdb013d8d8c" providerId="ADAL" clId="{04B71240-2A88-4784-AE46-14F6B6B87585}" dt="2021-11-15T16:56:30.417" v="1792" actId="14100"/>
        <pc:sldMkLst>
          <pc:docMk/>
          <pc:sldMk cId="4159993472" sldId="542"/>
        </pc:sldMkLst>
        <pc:spChg chg="mod ord">
          <ac:chgData name="Occhipinti, Annalisa" userId="a66fcd2b-4181-400a-8ca1-7fdb013d8d8c" providerId="ADAL" clId="{04B71240-2A88-4784-AE46-14F6B6B87585}" dt="2021-11-15T15:59:33.792" v="1442" actId="1076"/>
          <ac:spMkLst>
            <pc:docMk/>
            <pc:sldMk cId="4159993472" sldId="542"/>
            <ac:spMk id="2" creationId="{00000000-0000-0000-0000-000000000000}"/>
          </ac:spMkLst>
        </pc:spChg>
        <pc:spChg chg="del">
          <ac:chgData name="Occhipinti, Annalisa" userId="a66fcd2b-4181-400a-8ca1-7fdb013d8d8c" providerId="ADAL" clId="{04B71240-2A88-4784-AE46-14F6B6B87585}" dt="2021-11-12T13:17:40.524" v="755" actId="478"/>
          <ac:spMkLst>
            <pc:docMk/>
            <pc:sldMk cId="4159993472" sldId="542"/>
            <ac:spMk id="3" creationId="{00000000-0000-0000-0000-000000000000}"/>
          </ac:spMkLst>
        </pc:spChg>
        <pc:spChg chg="add del mod">
          <ac:chgData name="Occhipinti, Annalisa" userId="a66fcd2b-4181-400a-8ca1-7fdb013d8d8c" providerId="ADAL" clId="{04B71240-2A88-4784-AE46-14F6B6B87585}" dt="2021-11-15T15:58:43.920" v="1396" actId="478"/>
          <ac:spMkLst>
            <pc:docMk/>
            <pc:sldMk cId="4159993472" sldId="542"/>
            <ac:spMk id="4" creationId="{351A3D64-7863-462E-880A-41D3517F5AB5}"/>
          </ac:spMkLst>
        </pc:spChg>
        <pc:spChg chg="add mod ord">
          <ac:chgData name="Occhipinti, Annalisa" userId="a66fcd2b-4181-400a-8ca1-7fdb013d8d8c" providerId="ADAL" clId="{04B71240-2A88-4784-AE46-14F6B6B87585}" dt="2021-11-15T16:56:30.417" v="1792" actId="14100"/>
          <ac:spMkLst>
            <pc:docMk/>
            <pc:sldMk cId="4159993472" sldId="542"/>
            <ac:spMk id="5" creationId="{93AE80EB-4CEB-4CE4-B252-8688716C5016}"/>
          </ac:spMkLst>
        </pc:spChg>
        <pc:spChg chg="add del mod">
          <ac:chgData name="Occhipinti, Annalisa" userId="a66fcd2b-4181-400a-8ca1-7fdb013d8d8c" providerId="ADAL" clId="{04B71240-2A88-4784-AE46-14F6B6B87585}" dt="2021-11-12T13:17:42.282" v="756"/>
          <ac:spMkLst>
            <pc:docMk/>
            <pc:sldMk cId="4159993472" sldId="542"/>
            <ac:spMk id="6" creationId="{40E248F9-7CE1-486C-9A6C-48A7E6B5E177}"/>
          </ac:spMkLst>
        </pc:spChg>
        <pc:spChg chg="add mod">
          <ac:chgData name="Occhipinti, Annalisa" userId="a66fcd2b-4181-400a-8ca1-7fdb013d8d8c" providerId="ADAL" clId="{04B71240-2A88-4784-AE46-14F6B6B87585}" dt="2021-11-15T16:50:11.611" v="1767" actId="1076"/>
          <ac:spMkLst>
            <pc:docMk/>
            <pc:sldMk cId="4159993472" sldId="542"/>
            <ac:spMk id="6" creationId="{5C041952-932E-4FD7-BEE5-38784D9967A9}"/>
          </ac:spMkLst>
        </pc:spChg>
        <pc:spChg chg="add mod">
          <ac:chgData name="Occhipinti, Annalisa" userId="a66fcd2b-4181-400a-8ca1-7fdb013d8d8c" providerId="ADAL" clId="{04B71240-2A88-4784-AE46-14F6B6B87585}" dt="2021-11-15T16:49:47.457" v="1738" actId="1076"/>
          <ac:spMkLst>
            <pc:docMk/>
            <pc:sldMk cId="4159993472" sldId="542"/>
            <ac:spMk id="8" creationId="{5E984DDC-84F0-4F26-90D4-C2F1136F1F97}"/>
          </ac:spMkLst>
        </pc:spChg>
        <pc:spChg chg="add mod">
          <ac:chgData name="Occhipinti, Annalisa" userId="a66fcd2b-4181-400a-8ca1-7fdb013d8d8c" providerId="ADAL" clId="{04B71240-2A88-4784-AE46-14F6B6B87585}" dt="2021-11-15T16:49:21.948" v="1693" actId="20577"/>
          <ac:spMkLst>
            <pc:docMk/>
            <pc:sldMk cId="4159993472" sldId="542"/>
            <ac:spMk id="9" creationId="{8929950C-FD95-4D47-A344-D073FF4A30FC}"/>
          </ac:spMkLst>
        </pc:spChg>
        <pc:spChg chg="add mod">
          <ac:chgData name="Occhipinti, Annalisa" userId="a66fcd2b-4181-400a-8ca1-7fdb013d8d8c" providerId="ADAL" clId="{04B71240-2A88-4784-AE46-14F6B6B87585}" dt="2021-11-15T16:50:09.117" v="1766" actId="1076"/>
          <ac:spMkLst>
            <pc:docMk/>
            <pc:sldMk cId="4159993472" sldId="542"/>
            <ac:spMk id="10" creationId="{946B810E-365B-429D-8E04-2AF0C470C54A}"/>
          </ac:spMkLst>
        </pc:spChg>
        <pc:picChg chg="del">
          <ac:chgData name="Occhipinti, Annalisa" userId="a66fcd2b-4181-400a-8ca1-7fdb013d8d8c" providerId="ADAL" clId="{04B71240-2A88-4784-AE46-14F6B6B87585}" dt="2021-11-12T13:17:14.819" v="753" actId="478"/>
          <ac:picMkLst>
            <pc:docMk/>
            <pc:sldMk cId="4159993472" sldId="542"/>
            <ac:picMk id="5" creationId="{00000000-0000-0000-0000-000000000000}"/>
          </ac:picMkLst>
        </pc:picChg>
        <pc:picChg chg="add del mod">
          <ac:chgData name="Occhipinti, Annalisa" userId="a66fcd2b-4181-400a-8ca1-7fdb013d8d8c" providerId="ADAL" clId="{04B71240-2A88-4784-AE46-14F6B6B87585}" dt="2021-11-15T15:58:41.292" v="1395" actId="478"/>
          <ac:picMkLst>
            <pc:docMk/>
            <pc:sldMk cId="4159993472" sldId="542"/>
            <ac:picMk id="7" creationId="{6D6AAF71-122E-4D09-AA02-30F9EB01B488}"/>
          </ac:picMkLst>
        </pc:picChg>
        <pc:picChg chg="add mod">
          <ac:chgData name="Occhipinti, Annalisa" userId="a66fcd2b-4181-400a-8ca1-7fdb013d8d8c" providerId="ADAL" clId="{04B71240-2A88-4784-AE46-14F6B6B87585}" dt="2021-11-15T16:56:27.509" v="1791" actId="1076"/>
          <ac:picMkLst>
            <pc:docMk/>
            <pc:sldMk cId="4159993472" sldId="542"/>
            <ac:picMk id="2050" creationId="{0119366C-A175-471D-8CD8-9C7B07FE06A4}"/>
          </ac:picMkLst>
        </pc:picChg>
      </pc:sldChg>
      <pc:sldChg chg="addSp modSp mod setBg modAnim">
        <pc:chgData name="Occhipinti, Annalisa" userId="a66fcd2b-4181-400a-8ca1-7fdb013d8d8c" providerId="ADAL" clId="{04B71240-2A88-4784-AE46-14F6B6B87585}" dt="2021-11-15T15:36:09.772" v="1266" actId="164"/>
        <pc:sldMkLst>
          <pc:docMk/>
          <pc:sldMk cId="3434795984" sldId="546"/>
        </pc:sldMkLst>
        <pc:spChg chg="add mod">
          <ac:chgData name="Occhipinti, Annalisa" userId="a66fcd2b-4181-400a-8ca1-7fdb013d8d8c" providerId="ADAL" clId="{04B71240-2A88-4784-AE46-14F6B6B87585}" dt="2021-11-15T15:36:09.772" v="1266" actId="164"/>
          <ac:spMkLst>
            <pc:docMk/>
            <pc:sldMk cId="3434795984" sldId="546"/>
            <ac:spMk id="7" creationId="{AB6854EC-6EC7-4C08-AF61-AAE17111FC1E}"/>
          </ac:spMkLst>
        </pc:spChg>
        <pc:spChg chg="add mod">
          <ac:chgData name="Occhipinti, Annalisa" userId="a66fcd2b-4181-400a-8ca1-7fdb013d8d8c" providerId="ADAL" clId="{04B71240-2A88-4784-AE46-14F6B6B87585}" dt="2021-11-15T15:35:40.605" v="1261" actId="1076"/>
          <ac:spMkLst>
            <pc:docMk/>
            <pc:sldMk cId="3434795984" sldId="546"/>
            <ac:spMk id="8" creationId="{5FCDE1EE-226B-462A-AA5E-4D3822FD5AC9}"/>
          </ac:spMkLst>
        </pc:spChg>
        <pc:spChg chg="add mod">
          <ac:chgData name="Occhipinti, Annalisa" userId="a66fcd2b-4181-400a-8ca1-7fdb013d8d8c" providerId="ADAL" clId="{04B71240-2A88-4784-AE46-14F6B6B87585}" dt="2021-11-15T15:35:21.749" v="1256" actId="1076"/>
          <ac:spMkLst>
            <pc:docMk/>
            <pc:sldMk cId="3434795984" sldId="546"/>
            <ac:spMk id="9" creationId="{5713BD47-83E5-4B6D-B3E0-6490EFE407C7}"/>
          </ac:spMkLst>
        </pc:spChg>
        <pc:grpChg chg="add mod">
          <ac:chgData name="Occhipinti, Annalisa" userId="a66fcd2b-4181-400a-8ca1-7fdb013d8d8c" providerId="ADAL" clId="{04B71240-2A88-4784-AE46-14F6B6B87585}" dt="2021-11-15T15:36:09.772" v="1266" actId="164"/>
          <ac:grpSpMkLst>
            <pc:docMk/>
            <pc:sldMk cId="3434795984" sldId="546"/>
            <ac:grpSpMk id="11" creationId="{D5916F65-B0FE-425D-A5E0-8A583BAA39DD}"/>
          </ac:grpSpMkLst>
        </pc:grpChg>
        <pc:picChg chg="add mod">
          <ac:chgData name="Occhipinti, Annalisa" userId="a66fcd2b-4181-400a-8ca1-7fdb013d8d8c" providerId="ADAL" clId="{04B71240-2A88-4784-AE46-14F6B6B87585}" dt="2021-11-15T15:36:09.772" v="1266" actId="164"/>
          <ac:picMkLst>
            <pc:docMk/>
            <pc:sldMk cId="3434795984" sldId="546"/>
            <ac:picMk id="10" creationId="{3CE57FEF-6140-4F71-B910-92EF6F51DF14}"/>
          </ac:picMkLst>
        </pc:picChg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3303750758" sldId="547"/>
        </pc:sldMkLst>
      </pc:sldChg>
      <pc:sldChg chg="addSp delSp modSp mod setBg modAnim">
        <pc:chgData name="Occhipinti, Annalisa" userId="a66fcd2b-4181-400a-8ca1-7fdb013d8d8c" providerId="ADAL" clId="{04B71240-2A88-4784-AE46-14F6B6B87585}" dt="2021-11-15T16:56:18.489" v="1789"/>
        <pc:sldMkLst>
          <pc:docMk/>
          <pc:sldMk cId="771773888" sldId="549"/>
        </pc:sldMkLst>
        <pc:spChg chg="mod">
          <ac:chgData name="Occhipinti, Annalisa" userId="a66fcd2b-4181-400a-8ca1-7fdb013d8d8c" providerId="ADAL" clId="{04B71240-2A88-4784-AE46-14F6B6B87585}" dt="2021-11-12T12:33:39.327" v="3" actId="20577"/>
          <ac:spMkLst>
            <pc:docMk/>
            <pc:sldMk cId="771773888" sldId="549"/>
            <ac:spMk id="2" creationId="{4B0EF12B-B1A0-4ABF-875F-536EDEBD9EC2}"/>
          </ac:spMkLst>
        </pc:spChg>
        <pc:spChg chg="mod">
          <ac:chgData name="Occhipinti, Annalisa" userId="a66fcd2b-4181-400a-8ca1-7fdb013d8d8c" providerId="ADAL" clId="{04B71240-2A88-4784-AE46-14F6B6B87585}" dt="2021-11-12T12:33:45.490" v="16" actId="20577"/>
          <ac:spMkLst>
            <pc:docMk/>
            <pc:sldMk cId="771773888" sldId="549"/>
            <ac:spMk id="3" creationId="{4A152E01-9949-43E8-9FB8-6236C137FB9A}"/>
          </ac:spMkLst>
        </pc:spChg>
        <pc:spChg chg="mod">
          <ac:chgData name="Occhipinti, Annalisa" userId="a66fcd2b-4181-400a-8ca1-7fdb013d8d8c" providerId="ADAL" clId="{04B71240-2A88-4784-AE46-14F6B6B87585}" dt="2021-11-15T15:32:35.535" v="1221" actId="14100"/>
          <ac:spMkLst>
            <pc:docMk/>
            <pc:sldMk cId="771773888" sldId="549"/>
            <ac:spMk id="4" creationId="{F5A38595-20FA-4FDB-85A2-DFEE564FBF6F}"/>
          </ac:spMkLst>
        </pc:spChg>
        <pc:spChg chg="mod">
          <ac:chgData name="Occhipinti, Annalisa" userId="a66fcd2b-4181-400a-8ca1-7fdb013d8d8c" providerId="ADAL" clId="{04B71240-2A88-4784-AE46-14F6B6B87585}" dt="2021-11-12T12:33:50.526" v="26" actId="20577"/>
          <ac:spMkLst>
            <pc:docMk/>
            <pc:sldMk cId="771773888" sldId="549"/>
            <ac:spMk id="5" creationId="{F52B3D48-1041-4F31-B8D7-D5574BFE00FC}"/>
          </ac:spMkLst>
        </pc:spChg>
        <pc:picChg chg="add del">
          <ac:chgData name="Occhipinti, Annalisa" userId="a66fcd2b-4181-400a-8ca1-7fdb013d8d8c" providerId="ADAL" clId="{04B71240-2A88-4784-AE46-14F6B6B87585}" dt="2021-11-15T16:56:18.489" v="1789"/>
          <ac:picMkLst>
            <pc:docMk/>
            <pc:sldMk cId="771773888" sldId="549"/>
            <ac:picMk id="1026" creationId="{82CD3986-45AD-4AFF-A982-4451BD521D7E}"/>
          </ac:picMkLst>
        </pc:picChg>
      </pc:sldChg>
      <pc:sldChg chg="modSp mod ord setBg">
        <pc:chgData name="Occhipinti, Annalisa" userId="a66fcd2b-4181-400a-8ca1-7fdb013d8d8c" providerId="ADAL" clId="{04B71240-2A88-4784-AE46-14F6B6B87585}" dt="2021-11-15T15:58:49.602" v="1400"/>
        <pc:sldMkLst>
          <pc:docMk/>
          <pc:sldMk cId="1590220193" sldId="552"/>
        </pc:sldMkLst>
        <pc:spChg chg="mod">
          <ac:chgData name="Occhipinti, Annalisa" userId="a66fcd2b-4181-400a-8ca1-7fdb013d8d8c" providerId="ADAL" clId="{04B71240-2A88-4784-AE46-14F6B6B87585}" dt="2021-11-12T13:17:06.082" v="752" actId="20577"/>
          <ac:spMkLst>
            <pc:docMk/>
            <pc:sldMk cId="1590220193" sldId="552"/>
            <ac:spMk id="3" creationId="{00000000-0000-0000-0000-000000000000}"/>
          </ac:spMkLst>
        </pc:spChg>
      </pc:sldChg>
      <pc:sldChg chg="modSp add setBg">
        <pc:chgData name="Occhipinti, Annalisa" userId="a66fcd2b-4181-400a-8ca1-7fdb013d8d8c" providerId="ADAL" clId="{04B71240-2A88-4784-AE46-14F6B6B87585}" dt="2021-11-15T15:58:06.667" v="1394" actId="20577"/>
        <pc:sldMkLst>
          <pc:docMk/>
          <pc:sldMk cId="2188585172" sldId="553"/>
        </pc:sldMkLst>
        <pc:spChg chg="mod">
          <ac:chgData name="Occhipinti, Annalisa" userId="a66fcd2b-4181-400a-8ca1-7fdb013d8d8c" providerId="ADAL" clId="{04B71240-2A88-4784-AE46-14F6B6B87585}" dt="2021-11-15T15:57:41.982" v="1378" actId="20577"/>
          <ac:spMkLst>
            <pc:docMk/>
            <pc:sldMk cId="2188585172" sldId="553"/>
            <ac:spMk id="4" creationId="{7F2C313E-0425-4064-858F-D12861409E5A}"/>
          </ac:spMkLst>
        </pc:spChg>
        <pc:spChg chg="mod">
          <ac:chgData name="Occhipinti, Annalisa" userId="a66fcd2b-4181-400a-8ca1-7fdb013d8d8c" providerId="ADAL" clId="{04B71240-2A88-4784-AE46-14F6B6B87585}" dt="2021-11-15T15:58:06.667" v="1394" actId="20577"/>
          <ac:spMkLst>
            <pc:docMk/>
            <pc:sldMk cId="2188585172" sldId="553"/>
            <ac:spMk id="9" creationId="{40EEB231-D3A9-40B9-9992-73AC399A5FB0}"/>
          </ac:spMkLst>
        </pc:spChg>
      </pc:sldChg>
      <pc:sldChg chg="del">
        <pc:chgData name="Occhipinti, Annalisa" userId="a66fcd2b-4181-400a-8ca1-7fdb013d8d8c" providerId="ADAL" clId="{04B71240-2A88-4784-AE46-14F6B6B87585}" dt="2021-11-12T13:11:30.098" v="490" actId="2696"/>
        <pc:sldMkLst>
          <pc:docMk/>
          <pc:sldMk cId="4285744368" sldId="553"/>
        </pc:sldMkLst>
      </pc:sldChg>
      <pc:sldChg chg="modSp ord setBg">
        <pc:chgData name="Occhipinti, Annalisa" userId="a66fcd2b-4181-400a-8ca1-7fdb013d8d8c" providerId="ADAL" clId="{04B71240-2A88-4784-AE46-14F6B6B87585}" dt="2021-11-15T15:34:04.820" v="1233" actId="20577"/>
        <pc:sldMkLst>
          <pc:docMk/>
          <pc:sldMk cId="288631467" sldId="554"/>
        </pc:sldMkLst>
        <pc:spChg chg="mod">
          <ac:chgData name="Occhipinti, Annalisa" userId="a66fcd2b-4181-400a-8ca1-7fdb013d8d8c" providerId="ADAL" clId="{04B71240-2A88-4784-AE46-14F6B6B87585}" dt="2021-11-15T15:34:04.820" v="1233" actId="20577"/>
          <ac:spMkLst>
            <pc:docMk/>
            <pc:sldMk cId="288631467" sldId="554"/>
            <ac:spMk id="10" creationId="{6CA9CF82-FBD3-4F43-B569-2393C028C4A1}"/>
          </ac:spMkLst>
        </pc:spChg>
      </pc:sldChg>
      <pc:sldChg chg="addSp modSp mod setBg modAnim">
        <pc:chgData name="Occhipinti, Annalisa" userId="a66fcd2b-4181-400a-8ca1-7fdb013d8d8c" providerId="ADAL" clId="{04B71240-2A88-4784-AE46-14F6B6B87585}" dt="2021-11-12T13:18:10.237" v="763"/>
        <pc:sldMkLst>
          <pc:docMk/>
          <pc:sldMk cId="250561466" sldId="556"/>
        </pc:sldMkLst>
        <pc:spChg chg="mod">
          <ac:chgData name="Occhipinti, Annalisa" userId="a66fcd2b-4181-400a-8ca1-7fdb013d8d8c" providerId="ADAL" clId="{04B71240-2A88-4784-AE46-14F6B6B87585}" dt="2021-11-12T13:12:30.426" v="532" actId="27636"/>
          <ac:spMkLst>
            <pc:docMk/>
            <pc:sldMk cId="250561466" sldId="556"/>
            <ac:spMk id="4" creationId="{F4B8B204-3042-4C22-B397-BB34A593AD44}"/>
          </ac:spMkLst>
        </pc:spChg>
        <pc:spChg chg="mod">
          <ac:chgData name="Occhipinti, Annalisa" userId="a66fcd2b-4181-400a-8ca1-7fdb013d8d8c" providerId="ADAL" clId="{04B71240-2A88-4784-AE46-14F6B6B87585}" dt="2021-11-12T13:07:18.711" v="481" actId="20577"/>
          <ac:spMkLst>
            <pc:docMk/>
            <pc:sldMk cId="250561466" sldId="556"/>
            <ac:spMk id="6" creationId="{BA316E45-A8D5-4038-AF78-67B1EC9FA13D}"/>
          </ac:spMkLst>
        </pc:spChg>
        <pc:spChg chg="add mod">
          <ac:chgData name="Occhipinti, Annalisa" userId="a66fcd2b-4181-400a-8ca1-7fdb013d8d8c" providerId="ADAL" clId="{04B71240-2A88-4784-AE46-14F6B6B87585}" dt="2021-11-12T13:13:13.877" v="567" actId="20577"/>
          <ac:spMkLst>
            <pc:docMk/>
            <pc:sldMk cId="250561466" sldId="556"/>
            <ac:spMk id="10" creationId="{77FBED8A-5499-4AC5-927A-19E0032888D8}"/>
          </ac:spMkLst>
        </pc:spChg>
      </pc:sldChg>
      <pc:sldChg chg="setBg">
        <pc:chgData name="Occhipinti, Annalisa" userId="a66fcd2b-4181-400a-8ca1-7fdb013d8d8c" providerId="ADAL" clId="{04B71240-2A88-4784-AE46-14F6B6B87585}" dt="2021-11-12T13:18:10.237" v="763"/>
        <pc:sldMkLst>
          <pc:docMk/>
          <pc:sldMk cId="2963297600" sldId="557"/>
        </pc:sldMkLst>
      </pc:sldChg>
      <pc:sldChg chg="ord setBg">
        <pc:chgData name="Occhipinti, Annalisa" userId="a66fcd2b-4181-400a-8ca1-7fdb013d8d8c" providerId="ADAL" clId="{04B71240-2A88-4784-AE46-14F6B6B87585}" dt="2021-11-15T16:56:37.992" v="1794"/>
        <pc:sldMkLst>
          <pc:docMk/>
          <pc:sldMk cId="1352670850" sldId="558"/>
        </pc:sldMkLst>
      </pc:sldChg>
      <pc:sldChg chg="addSp delSp modSp del mod setBg">
        <pc:chgData name="Occhipinti, Annalisa" userId="a66fcd2b-4181-400a-8ca1-7fdb013d8d8c" providerId="ADAL" clId="{04B71240-2A88-4784-AE46-14F6B6B87585}" dt="2021-11-12T13:18:49.587" v="776" actId="47"/>
        <pc:sldMkLst>
          <pc:docMk/>
          <pc:sldMk cId="1294558598" sldId="559"/>
        </pc:sldMkLst>
        <pc:spChg chg="add mod">
          <ac:chgData name="Occhipinti, Annalisa" userId="a66fcd2b-4181-400a-8ca1-7fdb013d8d8c" providerId="ADAL" clId="{04B71240-2A88-4784-AE46-14F6B6B87585}" dt="2021-11-12T13:18:20.907" v="765" actId="21"/>
          <ac:spMkLst>
            <pc:docMk/>
            <pc:sldMk cId="1294558598" sldId="559"/>
            <ac:spMk id="3" creationId="{653E0278-BCA2-4247-8CBC-17A90C06D6CF}"/>
          </ac:spMkLst>
        </pc:spChg>
        <pc:spChg chg="del">
          <ac:chgData name="Occhipinti, Annalisa" userId="a66fcd2b-4181-400a-8ca1-7fdb013d8d8c" providerId="ADAL" clId="{04B71240-2A88-4784-AE46-14F6B6B87585}" dt="2021-11-12T13:18:20.907" v="765" actId="21"/>
          <ac:spMkLst>
            <pc:docMk/>
            <pc:sldMk cId="1294558598" sldId="559"/>
            <ac:spMk id="5" creationId="{355C199C-B9E1-4D54-8D7A-E68FF6CF1BD5}"/>
          </ac:spMkLst>
        </pc:spChg>
        <pc:picChg chg="del">
          <ac:chgData name="Occhipinti, Annalisa" userId="a66fcd2b-4181-400a-8ca1-7fdb013d8d8c" providerId="ADAL" clId="{04B71240-2A88-4784-AE46-14F6B6B87585}" dt="2021-11-12T13:18:20.907" v="765" actId="21"/>
          <ac:picMkLst>
            <pc:docMk/>
            <pc:sldMk cId="1294558598" sldId="559"/>
            <ac:picMk id="4" creationId="{10DF2E80-7C69-4D5F-A1EC-5CFFF41C3D7B}"/>
          </ac:picMkLst>
        </pc:picChg>
      </pc:sldChg>
      <pc:sldChg chg="modSp mod setBg">
        <pc:chgData name="Occhipinti, Annalisa" userId="a66fcd2b-4181-400a-8ca1-7fdb013d8d8c" providerId="ADAL" clId="{04B71240-2A88-4784-AE46-14F6B6B87585}" dt="2021-11-12T13:18:10.237" v="763"/>
        <pc:sldMkLst>
          <pc:docMk/>
          <pc:sldMk cId="1915017717" sldId="560"/>
        </pc:sldMkLst>
        <pc:spChg chg="mod">
          <ac:chgData name="Occhipinti, Annalisa" userId="a66fcd2b-4181-400a-8ca1-7fdb013d8d8c" providerId="ADAL" clId="{04B71240-2A88-4784-AE46-14F6B6B87585}" dt="2021-11-12T13:04:11.517" v="409" actId="20577"/>
          <ac:spMkLst>
            <pc:docMk/>
            <pc:sldMk cId="1915017717" sldId="560"/>
            <ac:spMk id="3" creationId="{21403ACF-AAFB-45CF-BA99-A0068A6DF19B}"/>
          </ac:spMkLst>
        </pc:spChg>
      </pc:sldChg>
      <pc:sldChg chg="del">
        <pc:chgData name="Occhipinti, Annalisa" userId="a66fcd2b-4181-400a-8ca1-7fdb013d8d8c" providerId="ADAL" clId="{04B71240-2A88-4784-AE46-14F6B6B87585}" dt="2021-11-12T13:14:29.390" v="656" actId="47"/>
        <pc:sldMkLst>
          <pc:docMk/>
          <pc:sldMk cId="242143912" sldId="561"/>
        </pc:sldMkLst>
      </pc:sldChg>
      <pc:sldChg chg="addSp delSp modSp mod ord setBg modAnim">
        <pc:chgData name="Occhipinti, Annalisa" userId="a66fcd2b-4181-400a-8ca1-7fdb013d8d8c" providerId="ADAL" clId="{04B71240-2A88-4784-AE46-14F6B6B87585}" dt="2021-11-15T15:55:20.200" v="1362" actId="1076"/>
        <pc:sldMkLst>
          <pc:docMk/>
          <pc:sldMk cId="1403848523" sldId="562"/>
        </pc:sldMkLst>
        <pc:spChg chg="mod">
          <ac:chgData name="Occhipinti, Annalisa" userId="a66fcd2b-4181-400a-8ca1-7fdb013d8d8c" providerId="ADAL" clId="{04B71240-2A88-4784-AE46-14F6B6B87585}" dt="2021-11-12T12:51:50.950" v="195" actId="20577"/>
          <ac:spMkLst>
            <pc:docMk/>
            <pc:sldMk cId="1403848523" sldId="562"/>
            <ac:spMk id="2" creationId="{8FB2DF05-223C-4185-9C6E-1EF1EDC83558}"/>
          </ac:spMkLst>
        </pc:spChg>
        <pc:spChg chg="mod">
          <ac:chgData name="Occhipinti, Annalisa" userId="a66fcd2b-4181-400a-8ca1-7fdb013d8d8c" providerId="ADAL" clId="{04B71240-2A88-4784-AE46-14F6B6B87585}" dt="2021-11-12T13:14:03.151" v="591" actId="20577"/>
          <ac:spMkLst>
            <pc:docMk/>
            <pc:sldMk cId="1403848523" sldId="562"/>
            <ac:spMk id="3" creationId="{19F9AA83-41DE-47D4-B990-E4A504C51631}"/>
          </ac:spMkLst>
        </pc:spChg>
        <pc:spChg chg="mod">
          <ac:chgData name="Occhipinti, Annalisa" userId="a66fcd2b-4181-400a-8ca1-7fdb013d8d8c" providerId="ADAL" clId="{04B71240-2A88-4784-AE46-14F6B6B87585}" dt="2021-11-15T15:54:45.604" v="1355" actId="27636"/>
          <ac:spMkLst>
            <pc:docMk/>
            <pc:sldMk cId="1403848523" sldId="562"/>
            <ac:spMk id="4" creationId="{09ECBCC6-B3C9-4E7C-A5E1-6F07802E18ED}"/>
          </ac:spMkLst>
        </pc:spChg>
        <pc:spChg chg="del">
          <ac:chgData name="Occhipinti, Annalisa" userId="a66fcd2b-4181-400a-8ca1-7fdb013d8d8c" providerId="ADAL" clId="{04B71240-2A88-4784-AE46-14F6B6B87585}" dt="2021-11-12T12:48:06.351" v="140" actId="478"/>
          <ac:spMkLst>
            <pc:docMk/>
            <pc:sldMk cId="1403848523" sldId="562"/>
            <ac:spMk id="5" creationId="{3547A2A3-5551-4C62-BA98-CC822E913EA7}"/>
          </ac:spMkLst>
        </pc:spChg>
        <pc:spChg chg="del">
          <ac:chgData name="Occhipinti, Annalisa" userId="a66fcd2b-4181-400a-8ca1-7fdb013d8d8c" providerId="ADAL" clId="{04B71240-2A88-4784-AE46-14F6B6B87585}" dt="2021-11-12T12:48:07.364" v="141" actId="478"/>
          <ac:spMkLst>
            <pc:docMk/>
            <pc:sldMk cId="1403848523" sldId="562"/>
            <ac:spMk id="6" creationId="{3701583C-687F-4171-A9EC-985B621508D6}"/>
          </ac:spMkLst>
        </pc:spChg>
        <pc:picChg chg="add mod">
          <ac:chgData name="Occhipinti, Annalisa" userId="a66fcd2b-4181-400a-8ca1-7fdb013d8d8c" providerId="ADAL" clId="{04B71240-2A88-4784-AE46-14F6B6B87585}" dt="2021-11-15T15:55:20.200" v="1362" actId="1076"/>
          <ac:picMkLst>
            <pc:docMk/>
            <pc:sldMk cId="1403848523" sldId="562"/>
            <ac:picMk id="6" creationId="{82AC6985-9276-48C9-B6C5-8F4009E1D526}"/>
          </ac:picMkLst>
        </pc:picChg>
        <pc:picChg chg="add mod">
          <ac:chgData name="Occhipinti, Annalisa" userId="a66fcd2b-4181-400a-8ca1-7fdb013d8d8c" providerId="ADAL" clId="{04B71240-2A88-4784-AE46-14F6B6B87585}" dt="2021-11-15T15:55:18.112" v="1361" actId="1076"/>
          <ac:picMkLst>
            <pc:docMk/>
            <pc:sldMk cId="1403848523" sldId="562"/>
            <ac:picMk id="10" creationId="{21178CA6-4CD3-4C71-84CF-51374D2FDA6E}"/>
          </ac:picMkLst>
        </pc:picChg>
        <pc:picChg chg="add del mod">
          <ac:chgData name="Occhipinti, Annalisa" userId="a66fcd2b-4181-400a-8ca1-7fdb013d8d8c" providerId="ADAL" clId="{04B71240-2A88-4784-AE46-14F6B6B87585}" dt="2021-11-12T13:05:24.198" v="441" actId="478"/>
          <ac:picMkLst>
            <pc:docMk/>
            <pc:sldMk cId="1403848523" sldId="562"/>
            <ac:picMk id="10" creationId="{A96DECC5-2A1B-40B7-B788-D77791984B97}"/>
          </ac:picMkLst>
        </pc:picChg>
        <pc:picChg chg="add del mod">
          <ac:chgData name="Occhipinti, Annalisa" userId="a66fcd2b-4181-400a-8ca1-7fdb013d8d8c" providerId="ADAL" clId="{04B71240-2A88-4784-AE46-14F6B6B87585}" dt="2021-11-12T13:05:25.043" v="442" actId="478"/>
          <ac:picMkLst>
            <pc:docMk/>
            <pc:sldMk cId="1403848523" sldId="562"/>
            <ac:picMk id="12" creationId="{ED2DB34D-B8CF-4E19-968F-47E6B07C29AB}"/>
          </ac:picMkLst>
        </pc:picChg>
      </pc:sldChg>
      <pc:sldChg chg="addSp delSp modSp add mod ord setBg">
        <pc:chgData name="Occhipinti, Annalisa" userId="a66fcd2b-4181-400a-8ca1-7fdb013d8d8c" providerId="ADAL" clId="{04B71240-2A88-4784-AE46-14F6B6B87585}" dt="2021-11-15T15:58:48.032" v="1398"/>
        <pc:sldMkLst>
          <pc:docMk/>
          <pc:sldMk cId="3995533223" sldId="563"/>
        </pc:sldMkLst>
        <pc:spChg chg="mod">
          <ac:chgData name="Occhipinti, Annalisa" userId="a66fcd2b-4181-400a-8ca1-7fdb013d8d8c" providerId="ADAL" clId="{04B71240-2A88-4784-AE46-14F6B6B87585}" dt="2021-11-12T13:04:33.989" v="436" actId="20577"/>
          <ac:spMkLst>
            <pc:docMk/>
            <pc:sldMk cId="3995533223" sldId="563"/>
            <ac:spMk id="2" creationId="{8FB2DF05-223C-4185-9C6E-1EF1EDC83558}"/>
          </ac:spMkLst>
        </pc:spChg>
        <pc:spChg chg="del">
          <ac:chgData name="Occhipinti, Annalisa" userId="a66fcd2b-4181-400a-8ca1-7fdb013d8d8c" providerId="ADAL" clId="{04B71240-2A88-4784-AE46-14F6B6B87585}" dt="2021-11-12T13:04:25.981" v="412" actId="478"/>
          <ac:spMkLst>
            <pc:docMk/>
            <pc:sldMk cId="3995533223" sldId="563"/>
            <ac:spMk id="3" creationId="{19F9AA83-41DE-47D4-B990-E4A504C51631}"/>
          </ac:spMkLst>
        </pc:spChg>
        <pc:spChg chg="mod">
          <ac:chgData name="Occhipinti, Annalisa" userId="a66fcd2b-4181-400a-8ca1-7fdb013d8d8c" providerId="ADAL" clId="{04B71240-2A88-4784-AE46-14F6B6B87585}" dt="2021-11-12T13:04:38.633" v="438" actId="1076"/>
          <ac:spMkLst>
            <pc:docMk/>
            <pc:sldMk cId="3995533223" sldId="563"/>
            <ac:spMk id="4" creationId="{09ECBCC6-B3C9-4E7C-A5E1-6F07802E18ED}"/>
          </ac:spMkLst>
        </pc:spChg>
        <pc:spChg chg="add del mod">
          <ac:chgData name="Occhipinti, Annalisa" userId="a66fcd2b-4181-400a-8ca1-7fdb013d8d8c" providerId="ADAL" clId="{04B71240-2A88-4784-AE46-14F6B6B87585}" dt="2021-11-12T13:04:27.701" v="413" actId="478"/>
          <ac:spMkLst>
            <pc:docMk/>
            <pc:sldMk cId="3995533223" sldId="563"/>
            <ac:spMk id="6" creationId="{871DC66D-2699-4E60-B8A4-D4976815BF39}"/>
          </ac:spMkLst>
        </pc:spChg>
        <pc:picChg chg="mod">
          <ac:chgData name="Occhipinti, Annalisa" userId="a66fcd2b-4181-400a-8ca1-7fdb013d8d8c" providerId="ADAL" clId="{04B71240-2A88-4784-AE46-14F6B6B87585}" dt="2021-11-12T13:04:40.402" v="439" actId="1076"/>
          <ac:picMkLst>
            <pc:docMk/>
            <pc:sldMk cId="3995533223" sldId="563"/>
            <ac:picMk id="10" creationId="{A96DECC5-2A1B-40B7-B788-D77791984B97}"/>
          </ac:picMkLst>
        </pc:picChg>
        <pc:picChg chg="mod">
          <ac:chgData name="Occhipinti, Annalisa" userId="a66fcd2b-4181-400a-8ca1-7fdb013d8d8c" providerId="ADAL" clId="{04B71240-2A88-4784-AE46-14F6B6B87585}" dt="2021-11-12T13:04:41.770" v="440" actId="1076"/>
          <ac:picMkLst>
            <pc:docMk/>
            <pc:sldMk cId="3995533223" sldId="563"/>
            <ac:picMk id="12" creationId="{ED2DB34D-B8CF-4E19-968F-47E6B07C29AB}"/>
          </ac:picMkLst>
        </pc:picChg>
      </pc:sldChg>
      <pc:sldChg chg="modSp add setBg modAnim">
        <pc:chgData name="Occhipinti, Annalisa" userId="a66fcd2b-4181-400a-8ca1-7fdb013d8d8c" providerId="ADAL" clId="{04B71240-2A88-4784-AE46-14F6B6B87585}" dt="2021-11-12T16:56:18.711" v="1202" actId="20577"/>
        <pc:sldMkLst>
          <pc:docMk/>
          <pc:sldMk cId="150576465" sldId="564"/>
        </pc:sldMkLst>
        <pc:spChg chg="mod">
          <ac:chgData name="Occhipinti, Annalisa" userId="a66fcd2b-4181-400a-8ca1-7fdb013d8d8c" providerId="ADAL" clId="{04B71240-2A88-4784-AE46-14F6B6B87585}" dt="2021-11-12T16:56:18.711" v="1202" actId="20577"/>
          <ac:spMkLst>
            <pc:docMk/>
            <pc:sldMk cId="150576465" sldId="564"/>
            <ac:spMk id="2" creationId="{00000000-0000-0000-0000-000000000000}"/>
          </ac:spMkLst>
        </pc:spChg>
      </pc:sldChg>
      <pc:sldChg chg="modSp mod">
        <pc:chgData name="Occhipinti, Annalisa" userId="a66fcd2b-4181-400a-8ca1-7fdb013d8d8c" providerId="ADAL" clId="{04B71240-2A88-4784-AE46-14F6B6B87585}" dt="2021-11-15T15:31:23.413" v="1220" actId="20577"/>
        <pc:sldMkLst>
          <pc:docMk/>
          <pc:sldMk cId="1455848168" sldId="565"/>
        </pc:sldMkLst>
        <pc:spChg chg="mod">
          <ac:chgData name="Occhipinti, Annalisa" userId="a66fcd2b-4181-400a-8ca1-7fdb013d8d8c" providerId="ADAL" clId="{04B71240-2A88-4784-AE46-14F6B6B87585}" dt="2021-11-15T15:31:23.413" v="1220" actId="20577"/>
          <ac:spMkLst>
            <pc:docMk/>
            <pc:sldMk cId="1455848168" sldId="565"/>
            <ac:spMk id="6" creationId="{DF33E25E-CA2F-4544-B5B5-9F9EB1F51ABA}"/>
          </ac:spMkLst>
        </pc:spChg>
      </pc:sldChg>
      <pc:sldMasterChg chg="del delSldLayout">
        <pc:chgData name="Occhipinti, Annalisa" userId="a66fcd2b-4181-400a-8ca1-7fdb013d8d8c" providerId="ADAL" clId="{04B71240-2A88-4784-AE46-14F6B6B87585}" dt="2021-11-15T15:59:28.761" v="1441" actId="700"/>
        <pc:sldMasterMkLst>
          <pc:docMk/>
          <pc:sldMasterMk cId="2792796649" sldId="2147483703"/>
        </pc:sldMasterMkLst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966678737" sldId="2147483704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596858792" sldId="2147483705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676605771" sldId="2147483706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2215208347" sldId="2147483707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4151867376" sldId="2147483708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1131430819" sldId="2147483709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1036745972" sldId="2147483710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33296192" sldId="2147483711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9907945" sldId="2147483712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740903976" sldId="2147483713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1455502537" sldId="2147483714"/>
          </pc:sldLayoutMkLst>
        </pc:sldLayoutChg>
        <pc:sldLayoutChg chg="del">
          <pc:chgData name="Occhipinti, Annalisa" userId="a66fcd2b-4181-400a-8ca1-7fdb013d8d8c" providerId="ADAL" clId="{04B71240-2A88-4784-AE46-14F6B6B87585}" dt="2021-11-15T15:59:28.761" v="1441" actId="700"/>
          <pc:sldLayoutMkLst>
            <pc:docMk/>
            <pc:sldMasterMk cId="2792796649" sldId="2147483703"/>
            <pc:sldLayoutMk cId="3111680014" sldId="2147483716"/>
          </pc:sldLayoutMkLst>
        </pc:sldLayoutChg>
      </pc:sldMasterChg>
    </pc:docChg>
  </pc:docChgLst>
  <pc:docChgLst>
    <pc:chgData name="Occhipinti, Annalisa" userId="a66fcd2b-4181-400a-8ca1-7fdb013d8d8c" providerId="ADAL" clId="{6F337C83-61D4-4CFF-B14E-166320A167F1}"/>
    <pc:docChg chg="undo custSel addSld delSld modSld sldOrd">
      <pc:chgData name="Occhipinti, Annalisa" userId="a66fcd2b-4181-400a-8ca1-7fdb013d8d8c" providerId="ADAL" clId="{6F337C83-61D4-4CFF-B14E-166320A167F1}" dt="2024-11-08T17:03:28.532" v="1795"/>
      <pc:docMkLst>
        <pc:docMk/>
      </pc:docMkLst>
      <pc:sldChg chg="addSp delSp modSp mod">
        <pc:chgData name="Occhipinti, Annalisa" userId="a66fcd2b-4181-400a-8ca1-7fdb013d8d8c" providerId="ADAL" clId="{6F337C83-61D4-4CFF-B14E-166320A167F1}" dt="2021-11-15T15:28:14.054" v="1779" actId="20577"/>
        <pc:sldMkLst>
          <pc:docMk/>
          <pc:sldMk cId="1149176039" sldId="256"/>
        </pc:sldMkLst>
        <pc:spChg chg="mod">
          <ac:chgData name="Occhipinti, Annalisa" userId="a66fcd2b-4181-400a-8ca1-7fdb013d8d8c" providerId="ADAL" clId="{6F337C83-61D4-4CFF-B14E-166320A167F1}" dt="2021-11-15T15:28:14.054" v="1779" actId="20577"/>
          <ac:spMkLst>
            <pc:docMk/>
            <pc:sldMk cId="1149176039" sldId="256"/>
            <ac:spMk id="6" creationId="{9683C2CD-6FDC-4FBA-8014-DE9E09BFAC15}"/>
          </ac:spMkLst>
        </pc:spChg>
        <pc:spChg chg="mod">
          <ac:chgData name="Occhipinti, Annalisa" userId="a66fcd2b-4181-400a-8ca1-7fdb013d8d8c" providerId="ADAL" clId="{6F337C83-61D4-4CFF-B14E-166320A167F1}" dt="2021-11-12T11:42:50.352" v="1" actId="20577"/>
          <ac:spMkLst>
            <pc:docMk/>
            <pc:sldMk cId="1149176039" sldId="256"/>
            <ac:spMk id="18" creationId="{67ABA581-7897-49E5-98D9-3414F9D8A384}"/>
          </ac:spMkLst>
        </pc:spChg>
        <pc:picChg chg="add del mod">
          <ac:chgData name="Occhipinti, Annalisa" userId="a66fcd2b-4181-400a-8ca1-7fdb013d8d8c" providerId="ADAL" clId="{6F337C83-61D4-4CFF-B14E-166320A167F1}" dt="2021-11-12T11:59:08.134" v="1272" actId="21"/>
          <ac:picMkLst>
            <pc:docMk/>
            <pc:sldMk cId="1149176039" sldId="256"/>
            <ac:picMk id="3" creationId="{1415D8DC-8778-4C6D-A51D-0320D50E7527}"/>
          </ac:picMkLst>
        </pc:picChg>
      </pc:sldChg>
      <pc:sldChg chg="addSp modSp mod modAnim">
        <pc:chgData name="Occhipinti, Annalisa" userId="a66fcd2b-4181-400a-8ca1-7fdb013d8d8c" providerId="ADAL" clId="{6F337C83-61D4-4CFF-B14E-166320A167F1}" dt="2021-11-12T12:00:07.046" v="1311" actId="20577"/>
        <pc:sldMkLst>
          <pc:docMk/>
          <pc:sldMk cId="1473191283" sldId="278"/>
        </pc:sldMkLst>
        <pc:spChg chg="mod">
          <ac:chgData name="Occhipinti, Annalisa" userId="a66fcd2b-4181-400a-8ca1-7fdb013d8d8c" providerId="ADAL" clId="{6F337C83-61D4-4CFF-B14E-166320A167F1}" dt="2021-11-12T12:00:07.046" v="1311" actId="20577"/>
          <ac:spMkLst>
            <pc:docMk/>
            <pc:sldMk cId="1473191283" sldId="278"/>
            <ac:spMk id="2" creationId="{00000000-0000-0000-0000-000000000000}"/>
          </ac:spMkLst>
        </pc:spChg>
        <pc:spChg chg="add mod">
          <ac:chgData name="Occhipinti, Annalisa" userId="a66fcd2b-4181-400a-8ca1-7fdb013d8d8c" providerId="ADAL" clId="{6F337C83-61D4-4CFF-B14E-166320A167F1}" dt="2021-11-12T11:55:36.999" v="1224" actId="20577"/>
          <ac:spMkLst>
            <pc:docMk/>
            <pc:sldMk cId="1473191283" sldId="278"/>
            <ac:spMk id="6" creationId="{CB96A3AA-7553-480C-B454-E5DFA2DCAD39}"/>
          </ac:spMkLst>
        </pc:spChg>
      </pc:sldChg>
      <pc:sldChg chg="delSp mod">
        <pc:chgData name="Occhipinti, Annalisa" userId="a66fcd2b-4181-400a-8ca1-7fdb013d8d8c" providerId="ADAL" clId="{6F337C83-61D4-4CFF-B14E-166320A167F1}" dt="2024-11-08T16:58:06.240" v="1793" actId="478"/>
        <pc:sldMkLst>
          <pc:docMk/>
          <pc:sldMk cId="3434795984" sldId="546"/>
        </pc:sldMkLst>
        <pc:spChg chg="del">
          <ac:chgData name="Occhipinti, Annalisa" userId="a66fcd2b-4181-400a-8ca1-7fdb013d8d8c" providerId="ADAL" clId="{6F337C83-61D4-4CFF-B14E-166320A167F1}" dt="2024-11-08T16:58:06.240" v="1793" actId="478"/>
          <ac:spMkLst>
            <pc:docMk/>
            <pc:sldMk cId="3434795984" sldId="546"/>
            <ac:spMk id="9" creationId="{5713BD47-83E5-4B6D-B3E0-6490EFE407C7}"/>
          </ac:spMkLst>
        </pc:spChg>
        <pc:picChg chg="del">
          <ac:chgData name="Occhipinti, Annalisa" userId="a66fcd2b-4181-400a-8ca1-7fdb013d8d8c" providerId="ADAL" clId="{6F337C83-61D4-4CFF-B14E-166320A167F1}" dt="2021-11-12T11:50:42.447" v="429" actId="478"/>
          <ac:picMkLst>
            <pc:docMk/>
            <pc:sldMk cId="3434795984" sldId="546"/>
            <ac:picMk id="7" creationId="{6CB1D5AF-E2A5-46AC-A3BD-53F81FCF1A1C}"/>
          </ac:picMkLst>
        </pc:picChg>
      </pc:sldChg>
      <pc:sldChg chg="delSp modSp mod">
        <pc:chgData name="Occhipinti, Annalisa" userId="a66fcd2b-4181-400a-8ca1-7fdb013d8d8c" providerId="ADAL" clId="{6F337C83-61D4-4CFF-B14E-166320A167F1}" dt="2021-11-12T11:44:44.262" v="175" actId="20577"/>
        <pc:sldMkLst>
          <pc:docMk/>
          <pc:sldMk cId="3303750758" sldId="547"/>
        </pc:sldMkLst>
        <pc:spChg chg="mod">
          <ac:chgData name="Occhipinti, Annalisa" userId="a66fcd2b-4181-400a-8ca1-7fdb013d8d8c" providerId="ADAL" clId="{6F337C83-61D4-4CFF-B14E-166320A167F1}" dt="2021-11-12T11:44:44.262" v="175" actId="20577"/>
          <ac:spMkLst>
            <pc:docMk/>
            <pc:sldMk cId="3303750758" sldId="547"/>
            <ac:spMk id="2" creationId="{1862C936-FF4E-45B6-B339-F7C5622FC62C}"/>
          </ac:spMkLst>
        </pc:spChg>
        <pc:picChg chg="del">
          <ac:chgData name="Occhipinti, Annalisa" userId="a66fcd2b-4181-400a-8ca1-7fdb013d8d8c" providerId="ADAL" clId="{6F337C83-61D4-4CFF-B14E-166320A167F1}" dt="2021-11-12T11:44:05.666" v="46" actId="478"/>
          <ac:picMkLst>
            <pc:docMk/>
            <pc:sldMk cId="3303750758" sldId="547"/>
            <ac:picMk id="6" creationId="{C950E4DF-A11C-4473-99E7-C177A975A916}"/>
          </ac:picMkLst>
        </pc:picChg>
      </pc:sldChg>
      <pc:sldChg chg="del">
        <pc:chgData name="Occhipinti, Annalisa" userId="a66fcd2b-4181-400a-8ca1-7fdb013d8d8c" providerId="ADAL" clId="{6F337C83-61D4-4CFF-B14E-166320A167F1}" dt="2021-11-12T11:44:52.348" v="176" actId="47"/>
        <pc:sldMkLst>
          <pc:docMk/>
          <pc:sldMk cId="2382349509" sldId="548"/>
        </pc:sldMkLst>
      </pc:sldChg>
      <pc:sldChg chg="delSp modSp add mod">
        <pc:chgData name="Occhipinti, Annalisa" userId="a66fcd2b-4181-400a-8ca1-7fdb013d8d8c" providerId="ADAL" clId="{6F337C83-61D4-4CFF-B14E-166320A167F1}" dt="2021-11-12T12:14:30.476" v="1536" actId="478"/>
        <pc:sldMkLst>
          <pc:docMk/>
          <pc:sldMk cId="771773888" sldId="549"/>
        </pc:sldMkLst>
        <pc:spChg chg="mod">
          <ac:chgData name="Occhipinti, Annalisa" userId="a66fcd2b-4181-400a-8ca1-7fdb013d8d8c" providerId="ADAL" clId="{6F337C83-61D4-4CFF-B14E-166320A167F1}" dt="2021-11-12T12:11:19.530" v="1535" actId="20577"/>
          <ac:spMkLst>
            <pc:docMk/>
            <pc:sldMk cId="771773888" sldId="549"/>
            <ac:spMk id="6" creationId="{F36696A2-8AA0-4CAB-A63A-E050EAC6A03C}"/>
          </ac:spMkLst>
        </pc:spChg>
        <pc:picChg chg="del">
          <ac:chgData name="Occhipinti, Annalisa" userId="a66fcd2b-4181-400a-8ca1-7fdb013d8d8c" providerId="ADAL" clId="{6F337C83-61D4-4CFF-B14E-166320A167F1}" dt="2021-11-12T12:14:30.476" v="1536" actId="478"/>
          <ac:picMkLst>
            <pc:docMk/>
            <pc:sldMk cId="771773888" sldId="549"/>
            <ac:picMk id="9" creationId="{D06904B6-0084-46E8-A91D-0D24D4F8E323}"/>
          </ac:picMkLst>
        </pc:picChg>
      </pc:sldChg>
      <pc:sldChg chg="del">
        <pc:chgData name="Occhipinti, Annalisa" userId="a66fcd2b-4181-400a-8ca1-7fdb013d8d8c" providerId="ADAL" clId="{6F337C83-61D4-4CFF-B14E-166320A167F1}" dt="2021-11-12T11:56:18.504" v="1262" actId="2696"/>
        <pc:sldMkLst>
          <pc:docMk/>
          <pc:sldMk cId="3342932651" sldId="549"/>
        </pc:sldMkLst>
      </pc:sldChg>
      <pc:sldChg chg="del">
        <pc:chgData name="Occhipinti, Annalisa" userId="a66fcd2b-4181-400a-8ca1-7fdb013d8d8c" providerId="ADAL" clId="{6F337C83-61D4-4CFF-B14E-166320A167F1}" dt="2021-11-12T11:42:52.514" v="2" actId="47"/>
        <pc:sldMkLst>
          <pc:docMk/>
          <pc:sldMk cId="3283345114" sldId="550"/>
        </pc:sldMkLst>
      </pc:sldChg>
      <pc:sldChg chg="del">
        <pc:chgData name="Occhipinti, Annalisa" userId="a66fcd2b-4181-400a-8ca1-7fdb013d8d8c" providerId="ADAL" clId="{6F337C83-61D4-4CFF-B14E-166320A167F1}" dt="2021-11-12T11:43:00.361" v="4" actId="47"/>
        <pc:sldMkLst>
          <pc:docMk/>
          <pc:sldMk cId="3502996758" sldId="551"/>
        </pc:sldMkLst>
      </pc:sldChg>
      <pc:sldChg chg="ord">
        <pc:chgData name="Occhipinti, Annalisa" userId="a66fcd2b-4181-400a-8ca1-7fdb013d8d8c" providerId="ADAL" clId="{6F337C83-61D4-4CFF-B14E-166320A167F1}" dt="2024-11-08T17:03:28.532" v="1795"/>
        <pc:sldMkLst>
          <pc:docMk/>
          <pc:sldMk cId="1590220193" sldId="552"/>
        </pc:sldMkLst>
      </pc:sldChg>
      <pc:sldChg chg="addSp modSp del mod modAnim">
        <pc:chgData name="Occhipinti, Annalisa" userId="a66fcd2b-4181-400a-8ca1-7fdb013d8d8c" providerId="ADAL" clId="{6F337C83-61D4-4CFF-B14E-166320A167F1}" dt="2021-11-12T11:57:35.115" v="1265" actId="2696"/>
        <pc:sldMkLst>
          <pc:docMk/>
          <pc:sldMk cId="4265103060" sldId="553"/>
        </pc:sldMkLst>
        <pc:spChg chg="add mod">
          <ac:chgData name="Occhipinti, Annalisa" userId="a66fcd2b-4181-400a-8ca1-7fdb013d8d8c" providerId="ADAL" clId="{6F337C83-61D4-4CFF-B14E-166320A167F1}" dt="2021-11-12T11:50:33.745" v="427" actId="20577"/>
          <ac:spMkLst>
            <pc:docMk/>
            <pc:sldMk cId="4265103060" sldId="553"/>
            <ac:spMk id="9" creationId="{40EEB231-D3A9-40B9-9992-73AC399A5FB0}"/>
          </ac:spMkLst>
        </pc:spChg>
      </pc:sldChg>
      <pc:sldChg chg="add">
        <pc:chgData name="Occhipinti, Annalisa" userId="a66fcd2b-4181-400a-8ca1-7fdb013d8d8c" providerId="ADAL" clId="{6F337C83-61D4-4CFF-B14E-166320A167F1}" dt="2021-11-12T11:57:39.892" v="1266"/>
        <pc:sldMkLst>
          <pc:docMk/>
          <pc:sldMk cId="4285744368" sldId="553"/>
        </pc:sldMkLst>
      </pc:sldChg>
      <pc:sldChg chg="add">
        <pc:chgData name="Occhipinti, Annalisa" userId="a66fcd2b-4181-400a-8ca1-7fdb013d8d8c" providerId="ADAL" clId="{6F337C83-61D4-4CFF-B14E-166320A167F1}" dt="2021-11-12T11:56:24.840" v="1263"/>
        <pc:sldMkLst>
          <pc:docMk/>
          <pc:sldMk cId="288631467" sldId="554"/>
        </pc:sldMkLst>
      </pc:sldChg>
      <pc:sldChg chg="modSp del mod modAnim">
        <pc:chgData name="Occhipinti, Annalisa" userId="a66fcd2b-4181-400a-8ca1-7fdb013d8d8c" providerId="ADAL" clId="{6F337C83-61D4-4CFF-B14E-166320A167F1}" dt="2021-11-12T11:56:18.504" v="1262" actId="2696"/>
        <pc:sldMkLst>
          <pc:docMk/>
          <pc:sldMk cId="3647770993" sldId="554"/>
        </pc:sldMkLst>
        <pc:spChg chg="mod">
          <ac:chgData name="Occhipinti, Annalisa" userId="a66fcd2b-4181-400a-8ca1-7fdb013d8d8c" providerId="ADAL" clId="{6F337C83-61D4-4CFF-B14E-166320A167F1}" dt="2021-11-12T11:54:55.767" v="1122" actId="20577"/>
          <ac:spMkLst>
            <pc:docMk/>
            <pc:sldMk cId="3647770993" sldId="554"/>
            <ac:spMk id="10" creationId="{6CA9CF82-FBD3-4F43-B569-2393C028C4A1}"/>
          </ac:spMkLst>
        </pc:spChg>
      </pc:sldChg>
      <pc:sldChg chg="del">
        <pc:chgData name="Occhipinti, Annalisa" userId="a66fcd2b-4181-400a-8ca1-7fdb013d8d8c" providerId="ADAL" clId="{6F337C83-61D4-4CFF-B14E-166320A167F1}" dt="2021-11-12T11:42:53.095" v="3" actId="47"/>
        <pc:sldMkLst>
          <pc:docMk/>
          <pc:sldMk cId="3506449166" sldId="555"/>
        </pc:sldMkLst>
      </pc:sldChg>
      <pc:sldChg chg="addSp delSp modSp mod">
        <pc:chgData name="Occhipinti, Annalisa" userId="a66fcd2b-4181-400a-8ca1-7fdb013d8d8c" providerId="ADAL" clId="{6F337C83-61D4-4CFF-B14E-166320A167F1}" dt="2021-11-12T11:45:16.112" v="178" actId="478"/>
        <pc:sldMkLst>
          <pc:docMk/>
          <pc:sldMk cId="250561466" sldId="556"/>
        </pc:sldMkLst>
        <pc:spChg chg="del">
          <ac:chgData name="Occhipinti, Annalisa" userId="a66fcd2b-4181-400a-8ca1-7fdb013d8d8c" providerId="ADAL" clId="{6F337C83-61D4-4CFF-B14E-166320A167F1}" dt="2021-11-12T11:45:16.112" v="178" actId="478"/>
          <ac:spMkLst>
            <pc:docMk/>
            <pc:sldMk cId="250561466" sldId="556"/>
            <ac:spMk id="3" creationId="{3BF94AC0-E1CA-4F2E-A89F-B9E927EBCE75}"/>
          </ac:spMkLst>
        </pc:spChg>
        <pc:spChg chg="add mod">
          <ac:chgData name="Occhipinti, Annalisa" userId="a66fcd2b-4181-400a-8ca1-7fdb013d8d8c" providerId="ADAL" clId="{6F337C83-61D4-4CFF-B14E-166320A167F1}" dt="2021-11-12T11:45:16.112" v="178" actId="478"/>
          <ac:spMkLst>
            <pc:docMk/>
            <pc:sldMk cId="250561466" sldId="556"/>
            <ac:spMk id="6" creationId="{BA316E45-A8D5-4038-AF78-67B1EC9FA13D}"/>
          </ac:spMkLst>
        </pc:spChg>
      </pc:sldChg>
      <pc:sldChg chg="addSp delSp modSp mod">
        <pc:chgData name="Occhipinti, Annalisa" userId="a66fcd2b-4181-400a-8ca1-7fdb013d8d8c" providerId="ADAL" clId="{6F337C83-61D4-4CFF-B14E-166320A167F1}" dt="2024-11-08T16:57:48.855" v="1792" actId="20577"/>
        <pc:sldMkLst>
          <pc:docMk/>
          <pc:sldMk cId="2963297600" sldId="557"/>
        </pc:sldMkLst>
        <pc:spChg chg="mod">
          <ac:chgData name="Occhipinti, Annalisa" userId="a66fcd2b-4181-400a-8ca1-7fdb013d8d8c" providerId="ADAL" clId="{6F337C83-61D4-4CFF-B14E-166320A167F1}" dt="2024-11-08T16:57:48.855" v="1792" actId="20577"/>
          <ac:spMkLst>
            <pc:docMk/>
            <pc:sldMk cId="2963297600" sldId="557"/>
            <ac:spMk id="4" creationId="{B0FC249D-CCD2-4B94-899A-F1C531E72138}"/>
          </ac:spMkLst>
        </pc:spChg>
        <pc:spChg chg="del">
          <ac:chgData name="Occhipinti, Annalisa" userId="a66fcd2b-4181-400a-8ca1-7fdb013d8d8c" providerId="ADAL" clId="{6F337C83-61D4-4CFF-B14E-166320A167F1}" dt="2021-11-12T11:46:32.698" v="193" actId="478"/>
          <ac:spMkLst>
            <pc:docMk/>
            <pc:sldMk cId="2963297600" sldId="557"/>
            <ac:spMk id="10" creationId="{1233B415-F612-4085-8104-C89DA1515846}"/>
          </ac:spMkLst>
        </pc:spChg>
        <pc:spChg chg="add mod">
          <ac:chgData name="Occhipinti, Annalisa" userId="a66fcd2b-4181-400a-8ca1-7fdb013d8d8c" providerId="ADAL" clId="{6F337C83-61D4-4CFF-B14E-166320A167F1}" dt="2021-11-12T11:48:38.141" v="228" actId="207"/>
          <ac:spMkLst>
            <pc:docMk/>
            <pc:sldMk cId="2963297600" sldId="557"/>
            <ac:spMk id="12" creationId="{21DBF32B-02E1-41A1-9188-32B91CA9E777}"/>
          </ac:spMkLst>
        </pc:spChg>
        <pc:spChg chg="add mod">
          <ac:chgData name="Occhipinti, Annalisa" userId="a66fcd2b-4181-400a-8ca1-7fdb013d8d8c" providerId="ADAL" clId="{6F337C83-61D4-4CFF-B14E-166320A167F1}" dt="2021-11-12T11:48:45.852" v="232" actId="1076"/>
          <ac:spMkLst>
            <pc:docMk/>
            <pc:sldMk cId="2963297600" sldId="557"/>
            <ac:spMk id="13" creationId="{AEC99DBA-383E-4A7B-8560-E08CEAA5A97D}"/>
          </ac:spMkLst>
        </pc:spChg>
        <pc:spChg chg="add mod">
          <ac:chgData name="Occhipinti, Annalisa" userId="a66fcd2b-4181-400a-8ca1-7fdb013d8d8c" providerId="ADAL" clId="{6F337C83-61D4-4CFF-B14E-166320A167F1}" dt="2021-11-12T11:48:49.723" v="234" actId="1076"/>
          <ac:spMkLst>
            <pc:docMk/>
            <pc:sldMk cId="2963297600" sldId="557"/>
            <ac:spMk id="14" creationId="{6B75F9B3-B8E6-4175-9824-0EFF37AD3446}"/>
          </ac:spMkLst>
        </pc:spChg>
        <pc:spChg chg="add mod">
          <ac:chgData name="Occhipinti, Annalisa" userId="a66fcd2b-4181-400a-8ca1-7fdb013d8d8c" providerId="ADAL" clId="{6F337C83-61D4-4CFF-B14E-166320A167F1}" dt="2021-11-12T11:49:07.454" v="239" actId="2085"/>
          <ac:spMkLst>
            <pc:docMk/>
            <pc:sldMk cId="2963297600" sldId="557"/>
            <ac:spMk id="15" creationId="{C547E84A-B900-404D-BCAB-66550A4E0DB0}"/>
          </ac:spMkLst>
        </pc:spChg>
        <pc:picChg chg="del">
          <ac:chgData name="Occhipinti, Annalisa" userId="a66fcd2b-4181-400a-8ca1-7fdb013d8d8c" providerId="ADAL" clId="{6F337C83-61D4-4CFF-B14E-166320A167F1}" dt="2021-11-12T11:46:33.327" v="194" actId="478"/>
          <ac:picMkLst>
            <pc:docMk/>
            <pc:sldMk cId="2963297600" sldId="557"/>
            <ac:picMk id="9" creationId="{6CDA428E-7CD1-4DD0-A172-18F209ABE325}"/>
          </ac:picMkLst>
        </pc:picChg>
        <pc:picChg chg="add mod">
          <ac:chgData name="Occhipinti, Annalisa" userId="a66fcd2b-4181-400a-8ca1-7fdb013d8d8c" providerId="ADAL" clId="{6F337C83-61D4-4CFF-B14E-166320A167F1}" dt="2021-11-12T11:48:41.903" v="231" actId="1076"/>
          <ac:picMkLst>
            <pc:docMk/>
            <pc:sldMk cId="2963297600" sldId="557"/>
            <ac:picMk id="11" creationId="{CC78E2F7-7B8C-4423-A417-AC93C8A14E64}"/>
          </ac:picMkLst>
        </pc:picChg>
      </pc:sldChg>
      <pc:sldChg chg="add">
        <pc:chgData name="Occhipinti, Annalisa" userId="a66fcd2b-4181-400a-8ca1-7fdb013d8d8c" providerId="ADAL" clId="{6F337C83-61D4-4CFF-B14E-166320A167F1}" dt="2021-11-12T11:45:12.685" v="177"/>
        <pc:sldMkLst>
          <pc:docMk/>
          <pc:sldMk cId="1352670850" sldId="558"/>
        </pc:sldMkLst>
      </pc:sldChg>
      <pc:sldChg chg="addSp delSp modSp new mod modClrScheme chgLayout">
        <pc:chgData name="Occhipinti, Annalisa" userId="a66fcd2b-4181-400a-8ca1-7fdb013d8d8c" providerId="ADAL" clId="{6F337C83-61D4-4CFF-B14E-166320A167F1}" dt="2021-11-12T11:59:41.523" v="1310" actId="1076"/>
        <pc:sldMkLst>
          <pc:docMk/>
          <pc:sldMk cId="1294558598" sldId="559"/>
        </pc:sldMkLst>
        <pc:spChg chg="del mod ord">
          <ac:chgData name="Occhipinti, Annalisa" userId="a66fcd2b-4181-400a-8ca1-7fdb013d8d8c" providerId="ADAL" clId="{6F337C83-61D4-4CFF-B14E-166320A167F1}" dt="2021-11-12T11:59:04.779" v="1271" actId="700"/>
          <ac:spMkLst>
            <pc:docMk/>
            <pc:sldMk cId="1294558598" sldId="559"/>
            <ac:spMk id="2" creationId="{C60A9F1D-56C4-4888-A8C8-D416D1D8E9A8}"/>
          </ac:spMkLst>
        </pc:spChg>
        <pc:spChg chg="add del mod ord">
          <ac:chgData name="Occhipinti, Annalisa" userId="a66fcd2b-4181-400a-8ca1-7fdb013d8d8c" providerId="ADAL" clId="{6F337C83-61D4-4CFF-B14E-166320A167F1}" dt="2021-11-12T11:59:29.224" v="1277" actId="700"/>
          <ac:spMkLst>
            <pc:docMk/>
            <pc:sldMk cId="1294558598" sldId="559"/>
            <ac:spMk id="3" creationId="{8F2CAFDD-7477-429B-B54D-CE4657C0D4A0}"/>
          </ac:spMkLst>
        </pc:spChg>
        <pc:spChg chg="add mod ord">
          <ac:chgData name="Occhipinti, Annalisa" userId="a66fcd2b-4181-400a-8ca1-7fdb013d8d8c" providerId="ADAL" clId="{6F337C83-61D4-4CFF-B14E-166320A167F1}" dt="2021-11-12T11:59:38.620" v="1309" actId="5793"/>
          <ac:spMkLst>
            <pc:docMk/>
            <pc:sldMk cId="1294558598" sldId="559"/>
            <ac:spMk id="5" creationId="{355C199C-B9E1-4D54-8D7A-E68FF6CF1BD5}"/>
          </ac:spMkLst>
        </pc:spChg>
        <pc:spChg chg="add mod ord">
          <ac:chgData name="Occhipinti, Annalisa" userId="a66fcd2b-4181-400a-8ca1-7fdb013d8d8c" providerId="ADAL" clId="{6F337C83-61D4-4CFF-B14E-166320A167F1}" dt="2021-11-12T11:59:29.224" v="1277" actId="700"/>
          <ac:spMkLst>
            <pc:docMk/>
            <pc:sldMk cId="1294558598" sldId="559"/>
            <ac:spMk id="6" creationId="{B8E58B22-9628-4AF0-BDE5-9C171AAD9D7E}"/>
          </ac:spMkLst>
        </pc:spChg>
        <pc:picChg chg="add mod">
          <ac:chgData name="Occhipinti, Annalisa" userId="a66fcd2b-4181-400a-8ca1-7fdb013d8d8c" providerId="ADAL" clId="{6F337C83-61D4-4CFF-B14E-166320A167F1}" dt="2021-11-12T11:59:41.523" v="1310" actId="1076"/>
          <ac:picMkLst>
            <pc:docMk/>
            <pc:sldMk cId="1294558598" sldId="559"/>
            <ac:picMk id="4" creationId="{10DF2E80-7C69-4D5F-A1EC-5CFFF41C3D7B}"/>
          </ac:picMkLst>
        </pc:picChg>
      </pc:sldChg>
      <pc:sldChg chg="addSp modSp new mod">
        <pc:chgData name="Occhipinti, Annalisa" userId="a66fcd2b-4181-400a-8ca1-7fdb013d8d8c" providerId="ADAL" clId="{6F337C83-61D4-4CFF-B14E-166320A167F1}" dt="2021-11-12T12:01:56.496" v="1385" actId="20577"/>
        <pc:sldMkLst>
          <pc:docMk/>
          <pc:sldMk cId="1915017717" sldId="560"/>
        </pc:sldMkLst>
        <pc:spChg chg="mod">
          <ac:chgData name="Occhipinti, Annalisa" userId="a66fcd2b-4181-400a-8ca1-7fdb013d8d8c" providerId="ADAL" clId="{6F337C83-61D4-4CFF-B14E-166320A167F1}" dt="2021-11-12T12:01:22.562" v="1363" actId="14100"/>
          <ac:spMkLst>
            <pc:docMk/>
            <pc:sldMk cId="1915017717" sldId="560"/>
            <ac:spMk id="2" creationId="{8196D7D4-F0AB-481E-9012-4921AF07DB9B}"/>
          </ac:spMkLst>
        </pc:spChg>
        <pc:spChg chg="mod">
          <ac:chgData name="Occhipinti, Annalisa" userId="a66fcd2b-4181-400a-8ca1-7fdb013d8d8c" providerId="ADAL" clId="{6F337C83-61D4-4CFF-B14E-166320A167F1}" dt="2021-11-12T12:01:56.496" v="1385" actId="20577"/>
          <ac:spMkLst>
            <pc:docMk/>
            <pc:sldMk cId="1915017717" sldId="560"/>
            <ac:spMk id="3" creationId="{21403ACF-AAFB-45CF-BA99-A0068A6DF19B}"/>
          </ac:spMkLst>
        </pc:spChg>
        <pc:spChg chg="add mod">
          <ac:chgData name="Occhipinti, Annalisa" userId="a66fcd2b-4181-400a-8ca1-7fdb013d8d8c" providerId="ADAL" clId="{6F337C83-61D4-4CFF-B14E-166320A167F1}" dt="2021-11-12T12:01:34.597" v="1366" actId="207"/>
          <ac:spMkLst>
            <pc:docMk/>
            <pc:sldMk cId="1915017717" sldId="560"/>
            <ac:spMk id="9" creationId="{9EA90F42-456E-4993-899C-DCD979877F1B}"/>
          </ac:spMkLst>
        </pc:spChg>
        <pc:spChg chg="add mod">
          <ac:chgData name="Occhipinti, Annalisa" userId="a66fcd2b-4181-400a-8ca1-7fdb013d8d8c" providerId="ADAL" clId="{6F337C83-61D4-4CFF-B14E-166320A167F1}" dt="2021-11-12T12:01:38.443" v="1368" actId="1076"/>
          <ac:spMkLst>
            <pc:docMk/>
            <pc:sldMk cId="1915017717" sldId="560"/>
            <ac:spMk id="10" creationId="{A10EB8F0-4F76-4FD1-B2CA-2D0418AC924C}"/>
          </ac:spMkLst>
        </pc:spChg>
        <pc:spChg chg="add mod">
          <ac:chgData name="Occhipinti, Annalisa" userId="a66fcd2b-4181-400a-8ca1-7fdb013d8d8c" providerId="ADAL" clId="{6F337C83-61D4-4CFF-B14E-166320A167F1}" dt="2021-11-12T12:01:45.675" v="1372" actId="1076"/>
          <ac:spMkLst>
            <pc:docMk/>
            <pc:sldMk cId="1915017717" sldId="560"/>
            <ac:spMk id="11" creationId="{72D49DB0-3C1E-4C4D-8042-EC1A026C8323}"/>
          </ac:spMkLst>
        </pc:spChg>
        <pc:picChg chg="add mod">
          <ac:chgData name="Occhipinti, Annalisa" userId="a66fcd2b-4181-400a-8ca1-7fdb013d8d8c" providerId="ADAL" clId="{6F337C83-61D4-4CFF-B14E-166320A167F1}" dt="2021-11-12T12:01:41.223" v="1371" actId="1076"/>
          <ac:picMkLst>
            <pc:docMk/>
            <pc:sldMk cId="1915017717" sldId="560"/>
            <ac:picMk id="8" creationId="{6D42F3F8-9851-4340-AC00-391169B7636C}"/>
          </ac:picMkLst>
        </pc:picChg>
      </pc:sldChg>
      <pc:sldChg chg="modSp new mod">
        <pc:chgData name="Occhipinti, Annalisa" userId="a66fcd2b-4181-400a-8ca1-7fdb013d8d8c" providerId="ADAL" clId="{6F337C83-61D4-4CFF-B14E-166320A167F1}" dt="2021-11-12T12:02:34.761" v="1489" actId="20577"/>
        <pc:sldMkLst>
          <pc:docMk/>
          <pc:sldMk cId="242143912" sldId="561"/>
        </pc:sldMkLst>
        <pc:spChg chg="mod">
          <ac:chgData name="Occhipinti, Annalisa" userId="a66fcd2b-4181-400a-8ca1-7fdb013d8d8c" providerId="ADAL" clId="{6F337C83-61D4-4CFF-B14E-166320A167F1}" dt="2021-11-12T12:02:18.684" v="1458" actId="1076"/>
          <ac:spMkLst>
            <pc:docMk/>
            <pc:sldMk cId="242143912" sldId="561"/>
            <ac:spMk id="2" creationId="{82E4289F-7C61-44C3-9736-5DD025BA7AB2}"/>
          </ac:spMkLst>
        </pc:spChg>
        <pc:spChg chg="mod">
          <ac:chgData name="Occhipinti, Annalisa" userId="a66fcd2b-4181-400a-8ca1-7fdb013d8d8c" providerId="ADAL" clId="{6F337C83-61D4-4CFF-B14E-166320A167F1}" dt="2021-11-12T12:02:34.761" v="1489" actId="20577"/>
          <ac:spMkLst>
            <pc:docMk/>
            <pc:sldMk cId="242143912" sldId="561"/>
            <ac:spMk id="3" creationId="{38B92E5F-B19A-42D6-B6A5-D1AA8B63DE78}"/>
          </ac:spMkLst>
        </pc:spChg>
      </pc:sldChg>
      <pc:sldChg chg="modSp new mod">
        <pc:chgData name="Occhipinti, Annalisa" userId="a66fcd2b-4181-400a-8ca1-7fdb013d8d8c" providerId="ADAL" clId="{6F337C83-61D4-4CFF-B14E-166320A167F1}" dt="2021-11-12T12:17:49.524" v="1722" actId="20577"/>
        <pc:sldMkLst>
          <pc:docMk/>
          <pc:sldMk cId="1403848523" sldId="562"/>
        </pc:sldMkLst>
        <pc:spChg chg="mod">
          <ac:chgData name="Occhipinti, Annalisa" userId="a66fcd2b-4181-400a-8ca1-7fdb013d8d8c" providerId="ADAL" clId="{6F337C83-61D4-4CFF-B14E-166320A167F1}" dt="2021-11-12T12:17:16.131" v="1672" actId="33524"/>
          <ac:spMkLst>
            <pc:docMk/>
            <pc:sldMk cId="1403848523" sldId="562"/>
            <ac:spMk id="2" creationId="{8FB2DF05-223C-4185-9C6E-1EF1EDC83558}"/>
          </ac:spMkLst>
        </pc:spChg>
        <pc:spChg chg="mod">
          <ac:chgData name="Occhipinti, Annalisa" userId="a66fcd2b-4181-400a-8ca1-7fdb013d8d8c" providerId="ADAL" clId="{6F337C83-61D4-4CFF-B14E-166320A167F1}" dt="2021-11-12T12:15:30.229" v="1671" actId="20577"/>
          <ac:spMkLst>
            <pc:docMk/>
            <pc:sldMk cId="1403848523" sldId="562"/>
            <ac:spMk id="3" creationId="{19F9AA83-41DE-47D4-B990-E4A504C51631}"/>
          </ac:spMkLst>
        </pc:spChg>
        <pc:spChg chg="mod">
          <ac:chgData name="Occhipinti, Annalisa" userId="a66fcd2b-4181-400a-8ca1-7fdb013d8d8c" providerId="ADAL" clId="{6F337C83-61D4-4CFF-B14E-166320A167F1}" dt="2021-11-12T12:17:49.524" v="1722" actId="20577"/>
          <ac:spMkLst>
            <pc:docMk/>
            <pc:sldMk cId="1403848523" sldId="562"/>
            <ac:spMk id="4" creationId="{09ECBCC6-B3C9-4E7C-A5E1-6F07802E18ED}"/>
          </ac:spMkLst>
        </pc:spChg>
      </pc:sldChg>
      <pc:sldChg chg="ord">
        <pc:chgData name="Occhipinti, Annalisa" userId="a66fcd2b-4181-400a-8ca1-7fdb013d8d8c" providerId="ADAL" clId="{6F337C83-61D4-4CFF-B14E-166320A167F1}" dt="2024-11-08T17:03:28.532" v="1795"/>
        <pc:sldMkLst>
          <pc:docMk/>
          <pc:sldMk cId="3995533223" sldId="563"/>
        </pc:sldMkLst>
      </pc:sldChg>
      <pc:sldChg chg="modSp">
        <pc:chgData name="Occhipinti, Annalisa" userId="a66fcd2b-4181-400a-8ca1-7fdb013d8d8c" providerId="ADAL" clId="{6F337C83-61D4-4CFF-B14E-166320A167F1}" dt="2021-11-15T15:29:33.682" v="1782" actId="20577"/>
        <pc:sldMkLst>
          <pc:docMk/>
          <pc:sldMk cId="150576465" sldId="564"/>
        </pc:sldMkLst>
        <pc:spChg chg="mod">
          <ac:chgData name="Occhipinti, Annalisa" userId="a66fcd2b-4181-400a-8ca1-7fdb013d8d8c" providerId="ADAL" clId="{6F337C83-61D4-4CFF-B14E-166320A167F1}" dt="2021-11-15T15:29:33.682" v="1782" actId="20577"/>
          <ac:spMkLst>
            <pc:docMk/>
            <pc:sldMk cId="150576465" sldId="564"/>
            <ac:spMk id="6" creationId="{CB96A3AA-7553-480C-B454-E5DFA2DCAD39}"/>
          </ac:spMkLst>
        </pc:spChg>
      </pc:sldChg>
      <pc:sldChg chg="addSp delSp modSp new mod modClrScheme chgLayout">
        <pc:chgData name="Occhipinti, Annalisa" userId="a66fcd2b-4181-400a-8ca1-7fdb013d8d8c" providerId="ADAL" clId="{6F337C83-61D4-4CFF-B14E-166320A167F1}" dt="2021-11-15T15:27:47.736" v="1759" actId="1076"/>
        <pc:sldMkLst>
          <pc:docMk/>
          <pc:sldMk cId="1455848168" sldId="565"/>
        </pc:sldMkLst>
        <pc:spChg chg="del">
          <ac:chgData name="Occhipinti, Annalisa" userId="a66fcd2b-4181-400a-8ca1-7fdb013d8d8c" providerId="ADAL" clId="{6F337C83-61D4-4CFF-B14E-166320A167F1}" dt="2021-11-15T15:27:05.090" v="1724" actId="700"/>
          <ac:spMkLst>
            <pc:docMk/>
            <pc:sldMk cId="1455848168" sldId="565"/>
            <ac:spMk id="2" creationId="{067669C4-2120-41E1-8620-8EEA3ABFC337}"/>
          </ac:spMkLst>
        </pc:spChg>
        <pc:spChg chg="del">
          <ac:chgData name="Occhipinti, Annalisa" userId="a66fcd2b-4181-400a-8ca1-7fdb013d8d8c" providerId="ADAL" clId="{6F337C83-61D4-4CFF-B14E-166320A167F1}" dt="2021-11-15T15:27:05.090" v="1724" actId="700"/>
          <ac:spMkLst>
            <pc:docMk/>
            <pc:sldMk cId="1455848168" sldId="565"/>
            <ac:spMk id="3" creationId="{B850A777-EE52-4F33-821B-77C63155F916}"/>
          </ac:spMkLst>
        </pc:spChg>
        <pc:spChg chg="add del mod">
          <ac:chgData name="Occhipinti, Annalisa" userId="a66fcd2b-4181-400a-8ca1-7fdb013d8d8c" providerId="ADAL" clId="{6F337C83-61D4-4CFF-B14E-166320A167F1}" dt="2021-11-15T15:27:32.310" v="1753" actId="478"/>
          <ac:spMkLst>
            <pc:docMk/>
            <pc:sldMk cId="1455848168" sldId="565"/>
            <ac:spMk id="4" creationId="{9A01D816-3564-4855-8DCD-0D238B4654DC}"/>
          </ac:spMkLst>
        </pc:spChg>
        <pc:spChg chg="add mod">
          <ac:chgData name="Occhipinti, Annalisa" userId="a66fcd2b-4181-400a-8ca1-7fdb013d8d8c" providerId="ADAL" clId="{6F337C83-61D4-4CFF-B14E-166320A167F1}" dt="2021-11-15T15:27:47.736" v="1759" actId="1076"/>
          <ac:spMkLst>
            <pc:docMk/>
            <pc:sldMk cId="1455848168" sldId="565"/>
            <ac:spMk id="6" creationId="{DF33E25E-CA2F-4544-B5B5-9F9EB1F51ABA}"/>
          </ac:spMkLst>
        </pc:spChg>
        <pc:picChg chg="add mod">
          <ac:chgData name="Occhipinti, Annalisa" userId="a66fcd2b-4181-400a-8ca1-7fdb013d8d8c" providerId="ADAL" clId="{6F337C83-61D4-4CFF-B14E-166320A167F1}" dt="2021-11-15T15:27:45.009" v="1758" actId="14100"/>
          <ac:picMkLst>
            <pc:docMk/>
            <pc:sldMk cId="1455848168" sldId="565"/>
            <ac:picMk id="8" creationId="{4D91CBA4-5283-4043-9235-CBC76F75B5E1}"/>
          </ac:picMkLst>
        </pc:picChg>
      </pc:sldChg>
    </pc:docChg>
  </pc:docChgLst>
  <pc:docChgLst>
    <pc:chgData name="Occhipinti, Annalisa" userId="a66fcd2b-4181-400a-8ca1-7fdb013d8d8c" providerId="ADAL" clId="{C129F04F-E7D7-4B77-870D-37F7450394D8}"/>
    <pc:docChg chg="undo custSel addSld delSld modSld sldOrd">
      <pc:chgData name="Occhipinti, Annalisa" userId="a66fcd2b-4181-400a-8ca1-7fdb013d8d8c" providerId="ADAL" clId="{C129F04F-E7D7-4B77-870D-37F7450394D8}" dt="2019-10-25T20:01:48.762" v="1886" actId="20577"/>
      <pc:docMkLst>
        <pc:docMk/>
      </pc:docMkLst>
      <pc:sldChg chg="delSp modSp">
        <pc:chgData name="Occhipinti, Annalisa" userId="a66fcd2b-4181-400a-8ca1-7fdb013d8d8c" providerId="ADAL" clId="{C129F04F-E7D7-4B77-870D-37F7450394D8}" dt="2019-10-25T19:23:30.917" v="14" actId="478"/>
        <pc:sldMkLst>
          <pc:docMk/>
          <pc:sldMk cId="1149176039" sldId="256"/>
        </pc:sldMkLst>
        <pc:spChg chg="mod">
          <ac:chgData name="Occhipinti, Annalisa" userId="a66fcd2b-4181-400a-8ca1-7fdb013d8d8c" providerId="ADAL" clId="{C129F04F-E7D7-4B77-870D-37F7450394D8}" dt="2019-10-25T19:23:29.027" v="13" actId="20577"/>
          <ac:spMkLst>
            <pc:docMk/>
            <pc:sldMk cId="1149176039" sldId="256"/>
            <ac:spMk id="4" creationId="{00000000-0000-0000-0000-000000000000}"/>
          </ac:spMkLst>
        </pc:spChg>
        <pc:spChg chg="del">
          <ac:chgData name="Occhipinti, Annalisa" userId="a66fcd2b-4181-400a-8ca1-7fdb013d8d8c" providerId="ADAL" clId="{C129F04F-E7D7-4B77-870D-37F7450394D8}" dt="2019-10-25T19:23:30.917" v="14" actId="478"/>
          <ac:spMkLst>
            <pc:docMk/>
            <pc:sldMk cId="1149176039" sldId="256"/>
            <ac:spMk id="13" creationId="{00000000-0000-0000-0000-000000000000}"/>
          </ac:spMkLst>
        </pc:spChg>
      </pc:sldChg>
      <pc:sldChg chg="modSp">
        <pc:chgData name="Occhipinti, Annalisa" userId="a66fcd2b-4181-400a-8ca1-7fdb013d8d8c" providerId="ADAL" clId="{C129F04F-E7D7-4B77-870D-37F7450394D8}" dt="2019-10-25T19:59:50.445" v="1850" actId="20577"/>
        <pc:sldMkLst>
          <pc:docMk/>
          <pc:sldMk cId="0" sldId="264"/>
        </pc:sldMkLst>
        <pc:spChg chg="mod">
          <ac:chgData name="Occhipinti, Annalisa" userId="a66fcd2b-4181-400a-8ca1-7fdb013d8d8c" providerId="ADAL" clId="{C129F04F-E7D7-4B77-870D-37F7450394D8}" dt="2019-10-25T19:59:50.445" v="1850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C129F04F-E7D7-4B77-870D-37F7450394D8}" dt="2019-10-25T19:27:08.252" v="57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Occhipinti, Annalisa" userId="a66fcd2b-4181-400a-8ca1-7fdb013d8d8c" providerId="ADAL" clId="{C129F04F-E7D7-4B77-870D-37F7450394D8}" dt="2019-10-25T19:27:08.252" v="57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Occhipinti, Annalisa" userId="a66fcd2b-4181-400a-8ca1-7fdb013d8d8c" providerId="ADAL" clId="{C129F04F-E7D7-4B77-870D-37F7450394D8}" dt="2019-10-25T19:27:08.252" v="57" actId="1076"/>
          <ac:spMkLst>
            <pc:docMk/>
            <pc:sldMk cId="0" sldId="264"/>
            <ac:spMk id="5" creationId="{00000000-0000-0000-0000-000000000000}"/>
          </ac:spMkLst>
        </pc:spChg>
      </pc:sldChg>
      <pc:sldChg chg="delSp modSp">
        <pc:chgData name="Occhipinti, Annalisa" userId="a66fcd2b-4181-400a-8ca1-7fdb013d8d8c" providerId="ADAL" clId="{C129F04F-E7D7-4B77-870D-37F7450394D8}" dt="2019-10-25T20:00:18.858" v="1856" actId="6549"/>
        <pc:sldMkLst>
          <pc:docMk/>
          <pc:sldMk cId="0" sldId="266"/>
        </pc:sldMkLst>
        <pc:spChg chg="mod">
          <ac:chgData name="Occhipinti, Annalisa" userId="a66fcd2b-4181-400a-8ca1-7fdb013d8d8c" providerId="ADAL" clId="{C129F04F-E7D7-4B77-870D-37F7450394D8}" dt="2019-10-25T19:59:57.251" v="1852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Occhipinti, Annalisa" userId="a66fcd2b-4181-400a-8ca1-7fdb013d8d8c" providerId="ADAL" clId="{C129F04F-E7D7-4B77-870D-37F7450394D8}" dt="2019-10-25T19:59:54.775" v="1851" actId="20577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Occhipinti, Annalisa" userId="a66fcd2b-4181-400a-8ca1-7fdb013d8d8c" providerId="ADAL" clId="{C129F04F-E7D7-4B77-870D-37F7450394D8}" dt="2019-10-25T20:00:14.525" v="1855" actId="478"/>
          <ac:spMkLst>
            <pc:docMk/>
            <pc:sldMk cId="0" sldId="266"/>
            <ac:spMk id="9" creationId="{00000000-0000-0000-0000-000000000000}"/>
          </ac:spMkLst>
        </pc:spChg>
        <pc:spChg chg="mod">
          <ac:chgData name="Occhipinti, Annalisa" userId="a66fcd2b-4181-400a-8ca1-7fdb013d8d8c" providerId="ADAL" clId="{C129F04F-E7D7-4B77-870D-37F7450394D8}" dt="2019-10-25T20:00:18.858" v="1856" actId="6549"/>
          <ac:spMkLst>
            <pc:docMk/>
            <pc:sldMk cId="0" sldId="266"/>
            <ac:spMk id="10" creationId="{00000000-0000-0000-0000-000000000000}"/>
          </ac:spMkLst>
        </pc:spChg>
        <pc:spChg chg="del">
          <ac:chgData name="Occhipinti, Annalisa" userId="a66fcd2b-4181-400a-8ca1-7fdb013d8d8c" providerId="ADAL" clId="{C129F04F-E7D7-4B77-870D-37F7450394D8}" dt="2019-10-25T20:00:14.525" v="1855" actId="478"/>
          <ac:spMkLst>
            <pc:docMk/>
            <pc:sldMk cId="0" sldId="266"/>
            <ac:spMk id="11" creationId="{00000000-0000-0000-0000-000000000000}"/>
          </ac:spMkLst>
        </pc:spChg>
      </pc:sldChg>
      <pc:sldChg chg="modSp">
        <pc:chgData name="Occhipinti, Annalisa" userId="a66fcd2b-4181-400a-8ca1-7fdb013d8d8c" providerId="ADAL" clId="{C129F04F-E7D7-4B77-870D-37F7450394D8}" dt="2019-10-25T20:01:48.762" v="1886" actId="20577"/>
        <pc:sldMkLst>
          <pc:docMk/>
          <pc:sldMk cId="0" sldId="267"/>
        </pc:sldMkLst>
        <pc:spChg chg="mod">
          <ac:chgData name="Occhipinti, Annalisa" userId="a66fcd2b-4181-400a-8ca1-7fdb013d8d8c" providerId="ADAL" clId="{C129F04F-E7D7-4B77-870D-37F7450394D8}" dt="2019-10-25T20:01:48.762" v="1886" actId="20577"/>
          <ac:spMkLst>
            <pc:docMk/>
            <pc:sldMk cId="0" sldId="267"/>
            <ac:spMk id="3" creationId="{00000000-0000-0000-0000-000000000000}"/>
          </ac:spMkLst>
        </pc:spChg>
      </pc:sldChg>
      <pc:sldChg chg="del">
        <pc:chgData name="Occhipinti, Annalisa" userId="a66fcd2b-4181-400a-8ca1-7fdb013d8d8c" providerId="ADAL" clId="{C129F04F-E7D7-4B77-870D-37F7450394D8}" dt="2019-10-25T19:23:20.256" v="1" actId="2696"/>
        <pc:sldMkLst>
          <pc:docMk/>
          <pc:sldMk cId="2308744880" sldId="270"/>
        </pc:sldMkLst>
      </pc:sldChg>
      <pc:sldChg chg="del">
        <pc:chgData name="Occhipinti, Annalisa" userId="a66fcd2b-4181-400a-8ca1-7fdb013d8d8c" providerId="ADAL" clId="{C129F04F-E7D7-4B77-870D-37F7450394D8}" dt="2019-10-25T19:23:20.258" v="2" actId="2696"/>
        <pc:sldMkLst>
          <pc:docMk/>
          <pc:sldMk cId="1286937457" sldId="271"/>
        </pc:sldMkLst>
      </pc:sldChg>
      <pc:sldChg chg="addSp delSp modSp">
        <pc:chgData name="Occhipinti, Annalisa" userId="a66fcd2b-4181-400a-8ca1-7fdb013d8d8c" providerId="ADAL" clId="{C129F04F-E7D7-4B77-870D-37F7450394D8}" dt="2019-10-25T19:25:01.806" v="33" actId="1076"/>
        <pc:sldMkLst>
          <pc:docMk/>
          <pc:sldMk cId="2562719354" sldId="271"/>
        </pc:sldMkLst>
        <pc:spChg chg="del">
          <ac:chgData name="Occhipinti, Annalisa" userId="a66fcd2b-4181-400a-8ca1-7fdb013d8d8c" providerId="ADAL" clId="{C129F04F-E7D7-4B77-870D-37F7450394D8}" dt="2019-10-25T19:24:41.084" v="29" actId="478"/>
          <ac:spMkLst>
            <pc:docMk/>
            <pc:sldMk cId="2562719354" sldId="271"/>
            <ac:spMk id="2" creationId="{00000000-0000-0000-0000-000000000000}"/>
          </ac:spMkLst>
        </pc:spChg>
        <pc:spChg chg="del">
          <ac:chgData name="Occhipinti, Annalisa" userId="a66fcd2b-4181-400a-8ca1-7fdb013d8d8c" providerId="ADAL" clId="{C129F04F-E7D7-4B77-870D-37F7450394D8}" dt="2019-10-25T19:24:39.586" v="28" actId="478"/>
          <ac:spMkLst>
            <pc:docMk/>
            <pc:sldMk cId="2562719354" sldId="271"/>
            <ac:spMk id="4" creationId="{00000000-0000-0000-0000-000000000000}"/>
          </ac:spMkLst>
        </pc:spChg>
        <pc:spChg chg="mod">
          <ac:chgData name="Occhipinti, Annalisa" userId="a66fcd2b-4181-400a-8ca1-7fdb013d8d8c" providerId="ADAL" clId="{C129F04F-E7D7-4B77-870D-37F7450394D8}" dt="2019-10-25T19:24:35.382" v="27" actId="20577"/>
          <ac:spMkLst>
            <pc:docMk/>
            <pc:sldMk cId="2562719354" sldId="271"/>
            <ac:spMk id="5" creationId="{00000000-0000-0000-0000-000000000000}"/>
          </ac:spMkLst>
        </pc:spChg>
        <pc:spChg chg="add del mod">
          <ac:chgData name="Occhipinti, Annalisa" userId="a66fcd2b-4181-400a-8ca1-7fdb013d8d8c" providerId="ADAL" clId="{C129F04F-E7D7-4B77-870D-37F7450394D8}" dt="2019-10-25T19:24:42.543" v="30" actId="478"/>
          <ac:spMkLst>
            <pc:docMk/>
            <pc:sldMk cId="2562719354" sldId="271"/>
            <ac:spMk id="7" creationId="{B3726739-2532-4BEF-9BD3-FF4A538BB746}"/>
          </ac:spMkLst>
        </pc:spChg>
        <pc:spChg chg="add del mod">
          <ac:chgData name="Occhipinti, Annalisa" userId="a66fcd2b-4181-400a-8ca1-7fdb013d8d8c" providerId="ADAL" clId="{C129F04F-E7D7-4B77-870D-37F7450394D8}" dt="2019-10-25T19:24:43.505" v="31" actId="478"/>
          <ac:spMkLst>
            <pc:docMk/>
            <pc:sldMk cId="2562719354" sldId="271"/>
            <ac:spMk id="9" creationId="{23BCE71C-5012-4765-95F4-F5A9687DEDCE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0" creationId="{2F28F69B-D527-459D-8FC1-5840712DAEDB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1" creationId="{A8B869F6-4CDD-4AB5-982C-27C0E5FE0724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2" creationId="{91E0D0D5-F623-44B1-B8C3-2AC032B3E1B8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3" creationId="{C9954BD3-9162-41EA-9D3C-60CF8570A89C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4" creationId="{9D0943D9-072C-42A0-BF42-1E21242D62F7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5" creationId="{6AC75577-F94A-451D-B080-F7D99DD00137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6" creationId="{81DC576B-59C0-4B18-9119-EA6EE657847C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7" creationId="{0FDD14DE-C1D5-46C2-83BB-E1D2BB12491B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8" creationId="{8F051B4D-FEC4-4FC4-ADFF-EC0FD850FCCD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19" creationId="{CDDE5477-007C-4F06-AE69-37C565A70D87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20" creationId="{714114AD-6E57-4796-A779-FB5935CC767D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21" creationId="{23C5A056-31FC-44B9-A14A-8DA1F5AD797E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22" creationId="{BA4C1073-002B-4E5B-A72B-6F805D5605DA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23" creationId="{6EA83CF7-D244-4A64-8161-C72C0C6849D6}"/>
          </ac:spMkLst>
        </pc:spChg>
        <pc:spChg chg="add mod">
          <ac:chgData name="Occhipinti, Annalisa" userId="a66fcd2b-4181-400a-8ca1-7fdb013d8d8c" providerId="ADAL" clId="{C129F04F-E7D7-4B77-870D-37F7450394D8}" dt="2019-10-25T19:25:01.806" v="33" actId="1076"/>
          <ac:spMkLst>
            <pc:docMk/>
            <pc:sldMk cId="2562719354" sldId="271"/>
            <ac:spMk id="24" creationId="{5CB3CAE0-D11B-4816-AA1E-90E4151E5F22}"/>
          </ac:spMkLst>
        </pc:spChg>
        <pc:picChg chg="add mod">
          <ac:chgData name="Occhipinti, Annalisa" userId="a66fcd2b-4181-400a-8ca1-7fdb013d8d8c" providerId="ADAL" clId="{C129F04F-E7D7-4B77-870D-37F7450394D8}" dt="2019-10-25T19:25:01.806" v="33" actId="1076"/>
          <ac:picMkLst>
            <pc:docMk/>
            <pc:sldMk cId="2562719354" sldId="271"/>
            <ac:picMk id="25" creationId="{237DB43E-A490-4F41-BF57-2FEF28420441}"/>
          </ac:picMkLst>
        </pc:picChg>
      </pc:sldChg>
      <pc:sldChg chg="del">
        <pc:chgData name="Occhipinti, Annalisa" userId="a66fcd2b-4181-400a-8ca1-7fdb013d8d8c" providerId="ADAL" clId="{C129F04F-E7D7-4B77-870D-37F7450394D8}" dt="2019-10-25T19:23:20.254" v="0" actId="2696"/>
        <pc:sldMkLst>
          <pc:docMk/>
          <pc:sldMk cId="3438222173" sldId="272"/>
        </pc:sldMkLst>
      </pc:sldChg>
      <pc:sldChg chg="del">
        <pc:chgData name="Occhipinti, Annalisa" userId="a66fcd2b-4181-400a-8ca1-7fdb013d8d8c" providerId="ADAL" clId="{C129F04F-E7D7-4B77-870D-37F7450394D8}" dt="2019-10-25T20:00:38.259" v="1868" actId="2696"/>
        <pc:sldMkLst>
          <pc:docMk/>
          <pc:sldMk cId="3565592630" sldId="273"/>
        </pc:sldMkLst>
      </pc:sldChg>
      <pc:sldChg chg="del">
        <pc:chgData name="Occhipinti, Annalisa" userId="a66fcd2b-4181-400a-8ca1-7fdb013d8d8c" providerId="ADAL" clId="{C129F04F-E7D7-4B77-870D-37F7450394D8}" dt="2019-10-25T20:00:38.264" v="1869" actId="2696"/>
        <pc:sldMkLst>
          <pc:docMk/>
          <pc:sldMk cId="2170704960" sldId="275"/>
        </pc:sldMkLst>
      </pc:sldChg>
      <pc:sldChg chg="del">
        <pc:chgData name="Occhipinti, Annalisa" userId="a66fcd2b-4181-400a-8ca1-7fdb013d8d8c" providerId="ADAL" clId="{C129F04F-E7D7-4B77-870D-37F7450394D8}" dt="2019-10-25T20:00:38.272" v="1870" actId="2696"/>
        <pc:sldMkLst>
          <pc:docMk/>
          <pc:sldMk cId="3090718642" sldId="276"/>
        </pc:sldMkLst>
      </pc:sldChg>
      <pc:sldChg chg="addSp delSp modSp add">
        <pc:chgData name="Occhipinti, Annalisa" userId="a66fcd2b-4181-400a-8ca1-7fdb013d8d8c" providerId="ADAL" clId="{C129F04F-E7D7-4B77-870D-37F7450394D8}" dt="2019-10-25T19:25:26.166" v="43" actId="1076"/>
        <pc:sldMkLst>
          <pc:docMk/>
          <pc:sldMk cId="1505344290" sldId="277"/>
        </pc:sldMkLst>
        <pc:spChg chg="mod">
          <ac:chgData name="Occhipinti, Annalisa" userId="a66fcd2b-4181-400a-8ca1-7fdb013d8d8c" providerId="ADAL" clId="{C129F04F-E7D7-4B77-870D-37F7450394D8}" dt="2019-10-25T19:25:07.488" v="36" actId="1076"/>
          <ac:spMkLst>
            <pc:docMk/>
            <pc:sldMk cId="1505344290" sldId="277"/>
            <ac:spMk id="5" creationId="{00000000-0000-0000-0000-000000000000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0" creationId="{2F28F69B-D527-459D-8FC1-5840712DAEDB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1" creationId="{A8B869F6-4CDD-4AB5-982C-27C0E5FE0724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2" creationId="{91E0D0D5-F623-44B1-B8C3-2AC032B3E1B8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3" creationId="{C9954BD3-9162-41EA-9D3C-60CF8570A89C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4" creationId="{9D0943D9-072C-42A0-BF42-1E21242D62F7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5" creationId="{6AC75577-F94A-451D-B080-F7D99DD00137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6" creationId="{81DC576B-59C0-4B18-9119-EA6EE657847C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7" creationId="{0FDD14DE-C1D5-46C2-83BB-E1D2BB12491B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8" creationId="{8F051B4D-FEC4-4FC4-ADFF-EC0FD850FCCD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19" creationId="{CDDE5477-007C-4F06-AE69-37C565A70D87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20" creationId="{714114AD-6E57-4796-A779-FB5935CC767D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21" creationId="{23C5A056-31FC-44B9-A14A-8DA1F5AD797E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22" creationId="{BA4C1073-002B-4E5B-A72B-6F805D5605DA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23" creationId="{6EA83CF7-D244-4A64-8161-C72C0C6849D6}"/>
          </ac:spMkLst>
        </pc:spChg>
        <pc:spChg chg="del">
          <ac:chgData name="Occhipinti, Annalisa" userId="a66fcd2b-4181-400a-8ca1-7fdb013d8d8c" providerId="ADAL" clId="{C129F04F-E7D7-4B77-870D-37F7450394D8}" dt="2019-10-25T19:25:10.386" v="37" actId="478"/>
          <ac:spMkLst>
            <pc:docMk/>
            <pc:sldMk cId="1505344290" sldId="277"/>
            <ac:spMk id="24" creationId="{5CB3CAE0-D11B-4816-AA1E-90E4151E5F22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26" creationId="{CA4CCEB7-6E66-48FE-A125-4C88FDFCC8F0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27" creationId="{016CC215-A0D8-4129-90BD-F27DF42654DE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28" creationId="{386D7941-D5C6-448C-BBE3-5F9C66896C0C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29" creationId="{BE392FE5-3AF4-4A2A-BC00-FECCC43E2957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0" creationId="{EFCFFAE8-EEAB-44C0-9F94-7844BDD4F76B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1" creationId="{93CE2EDD-EECD-4652-810F-E03EB7A25F80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2" creationId="{FF100C84-1BE6-467B-8840-D1B2813956A4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3" creationId="{3C35FF1E-D3E0-42B9-AB1F-902D59208B2A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4" creationId="{4367F4C6-958C-4404-B4C0-1391433A2CA8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5" creationId="{4FD11F1C-FEFC-46C1-A6EE-B0DA9CBA17E0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6" creationId="{1F597905-8029-460F-A65B-B30554EB1B11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7" creationId="{0A25D9D9-94C4-4791-A01E-41B9B6A3E2B9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8" creationId="{DDA772DC-274B-4327-AA50-11CE512007D2}"/>
          </ac:spMkLst>
        </pc:spChg>
        <pc:spChg chg="add mod">
          <ac:chgData name="Occhipinti, Annalisa" userId="a66fcd2b-4181-400a-8ca1-7fdb013d8d8c" providerId="ADAL" clId="{C129F04F-E7D7-4B77-870D-37F7450394D8}" dt="2019-10-25T19:25:26.166" v="43" actId="1076"/>
          <ac:spMkLst>
            <pc:docMk/>
            <pc:sldMk cId="1505344290" sldId="277"/>
            <ac:spMk id="39" creationId="{16BBA1CB-9B2A-4CF0-93B5-ADC846E08996}"/>
          </ac:spMkLst>
        </pc:spChg>
        <pc:picChg chg="del">
          <ac:chgData name="Occhipinti, Annalisa" userId="a66fcd2b-4181-400a-8ca1-7fdb013d8d8c" providerId="ADAL" clId="{C129F04F-E7D7-4B77-870D-37F7450394D8}" dt="2019-10-25T19:25:10.386" v="37" actId="478"/>
          <ac:picMkLst>
            <pc:docMk/>
            <pc:sldMk cId="1505344290" sldId="277"/>
            <ac:picMk id="25" creationId="{237DB43E-A490-4F41-BF57-2FEF28420441}"/>
          </ac:picMkLst>
        </pc:picChg>
      </pc:sldChg>
      <pc:sldChg chg="addSp modSp add">
        <pc:chgData name="Occhipinti, Annalisa" userId="a66fcd2b-4181-400a-8ca1-7fdb013d8d8c" providerId="ADAL" clId="{C129F04F-E7D7-4B77-870D-37F7450394D8}" dt="2019-10-25T19:25:43.468" v="45" actId="1076"/>
        <pc:sldMkLst>
          <pc:docMk/>
          <pc:sldMk cId="3522849572" sldId="278"/>
        </pc:sldMkLst>
        <pc:spChg chg="add mod">
          <ac:chgData name="Occhipinti, Annalisa" userId="a66fcd2b-4181-400a-8ca1-7fdb013d8d8c" providerId="ADAL" clId="{C129F04F-E7D7-4B77-870D-37F7450394D8}" dt="2019-10-25T19:25:43.468" v="45" actId="1076"/>
          <ac:spMkLst>
            <pc:docMk/>
            <pc:sldMk cId="3522849572" sldId="278"/>
            <ac:spMk id="7" creationId="{1B910E9D-E8F0-4A12-B6FE-04A4F50C1DA8}"/>
          </ac:spMkLst>
        </pc:spChg>
        <pc:picChg chg="add mod">
          <ac:chgData name="Occhipinti, Annalisa" userId="a66fcd2b-4181-400a-8ca1-7fdb013d8d8c" providerId="ADAL" clId="{C129F04F-E7D7-4B77-870D-37F7450394D8}" dt="2019-10-25T19:25:43.468" v="45" actId="1076"/>
          <ac:picMkLst>
            <pc:docMk/>
            <pc:sldMk cId="3522849572" sldId="278"/>
            <ac:picMk id="4" creationId="{FC9D7BA9-5886-4757-A45C-057AF9A15D9D}"/>
          </ac:picMkLst>
        </pc:picChg>
        <pc:picChg chg="add mod">
          <ac:chgData name="Occhipinti, Annalisa" userId="a66fcd2b-4181-400a-8ca1-7fdb013d8d8c" providerId="ADAL" clId="{C129F04F-E7D7-4B77-870D-37F7450394D8}" dt="2019-10-25T19:25:43.468" v="45" actId="1076"/>
          <ac:picMkLst>
            <pc:docMk/>
            <pc:sldMk cId="3522849572" sldId="278"/>
            <ac:picMk id="6" creationId="{A258CDB1-9B60-4F29-AAA6-E8A44F99C033}"/>
          </ac:picMkLst>
        </pc:picChg>
      </pc:sldChg>
      <pc:sldChg chg="addSp modSp add">
        <pc:chgData name="Occhipinti, Annalisa" userId="a66fcd2b-4181-400a-8ca1-7fdb013d8d8c" providerId="ADAL" clId="{C129F04F-E7D7-4B77-870D-37F7450394D8}" dt="2019-10-25T19:25:57.260" v="47" actId="1076"/>
        <pc:sldMkLst>
          <pc:docMk/>
          <pc:sldMk cId="4044067416" sldId="279"/>
        </pc:sldMkLst>
        <pc:spChg chg="add mod">
          <ac:chgData name="Occhipinti, Annalisa" userId="a66fcd2b-4181-400a-8ca1-7fdb013d8d8c" providerId="ADAL" clId="{C129F04F-E7D7-4B77-870D-37F7450394D8}" dt="2019-10-25T19:25:57.260" v="47" actId="1076"/>
          <ac:spMkLst>
            <pc:docMk/>
            <pc:sldMk cId="4044067416" sldId="279"/>
            <ac:spMk id="4" creationId="{B88B5F9A-2C1B-449C-BE8A-5614543D9069}"/>
          </ac:spMkLst>
        </pc:spChg>
        <pc:spChg chg="add mod">
          <ac:chgData name="Occhipinti, Annalisa" userId="a66fcd2b-4181-400a-8ca1-7fdb013d8d8c" providerId="ADAL" clId="{C129F04F-E7D7-4B77-870D-37F7450394D8}" dt="2019-10-25T19:25:57.260" v="47" actId="1076"/>
          <ac:spMkLst>
            <pc:docMk/>
            <pc:sldMk cId="4044067416" sldId="279"/>
            <ac:spMk id="6" creationId="{53F1B1D1-1A3A-4404-A171-6B8D24D26F88}"/>
          </ac:spMkLst>
        </pc:spChg>
        <pc:spChg chg="add mod">
          <ac:chgData name="Occhipinti, Annalisa" userId="a66fcd2b-4181-400a-8ca1-7fdb013d8d8c" providerId="ADAL" clId="{C129F04F-E7D7-4B77-870D-37F7450394D8}" dt="2019-10-25T19:25:57.260" v="47" actId="1076"/>
          <ac:spMkLst>
            <pc:docMk/>
            <pc:sldMk cId="4044067416" sldId="279"/>
            <ac:spMk id="7" creationId="{3F10908C-D08A-4B64-B15A-941B32217449}"/>
          </ac:spMkLst>
        </pc:spChg>
        <pc:spChg chg="add mod">
          <ac:chgData name="Occhipinti, Annalisa" userId="a66fcd2b-4181-400a-8ca1-7fdb013d8d8c" providerId="ADAL" clId="{C129F04F-E7D7-4B77-870D-37F7450394D8}" dt="2019-10-25T19:25:57.260" v="47" actId="1076"/>
          <ac:spMkLst>
            <pc:docMk/>
            <pc:sldMk cId="4044067416" sldId="279"/>
            <ac:spMk id="8" creationId="{732082DF-C6BA-48F5-B9D2-8DDA1DEF8068}"/>
          </ac:spMkLst>
        </pc:spChg>
      </pc:sldChg>
      <pc:sldChg chg="addSp delSp modSp add">
        <pc:chgData name="Occhipinti, Annalisa" userId="a66fcd2b-4181-400a-8ca1-7fdb013d8d8c" providerId="ADAL" clId="{C129F04F-E7D7-4B77-870D-37F7450394D8}" dt="2019-10-25T20:01:17.639" v="1876" actId="20577"/>
        <pc:sldMkLst>
          <pc:docMk/>
          <pc:sldMk cId="3563998897" sldId="280"/>
        </pc:sldMkLst>
        <pc:spChg chg="add mod">
          <ac:chgData name="Occhipinti, Annalisa" userId="a66fcd2b-4181-400a-8ca1-7fdb013d8d8c" providerId="ADAL" clId="{C129F04F-E7D7-4B77-870D-37F7450394D8}" dt="2019-10-25T19:45:37.220" v="468" actId="20577"/>
          <ac:spMkLst>
            <pc:docMk/>
            <pc:sldMk cId="3563998897" sldId="280"/>
            <ac:spMk id="2" creationId="{4F863604-967D-40F9-A52F-0E8315F24370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4" creationId="{CE78F7D6-D8C4-4097-AF60-27A03D1752FE}"/>
          </ac:spMkLst>
        </pc:spChg>
        <pc:spChg chg="add del mod">
          <ac:chgData name="Occhipinti, Annalisa" userId="a66fcd2b-4181-400a-8ca1-7fdb013d8d8c" providerId="ADAL" clId="{C129F04F-E7D7-4B77-870D-37F7450394D8}" dt="2019-10-25T19:42:39.458" v="285" actId="1076"/>
          <ac:spMkLst>
            <pc:docMk/>
            <pc:sldMk cId="3563998897" sldId="280"/>
            <ac:spMk id="5" creationId="{00000000-0000-0000-0000-000000000000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6" creationId="{9BFE2E1B-0B8B-45C9-B8C2-E5C1921874F6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7" creationId="{DF8336BD-32A3-424C-948A-2803194EB8D6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8" creationId="{A40F3038-7254-4A3D-8BC0-102ACC39DB24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9" creationId="{909177B5-F3EE-4F13-AF56-EFF3EEB36F1A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10" creationId="{88850DD1-2DBC-489F-8E0E-3D416BEBCB19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11" creationId="{DED58B04-4B3D-4871-8453-8FC06681A817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13" creationId="{A8C0BC9B-D700-4CD1-9D04-2B0CDC20225E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14" creationId="{0EF8F8E3-2D5F-4F5B-8E85-312CE5D16115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15" creationId="{CF563C9A-D39E-4580-BB04-91776EFC5409}"/>
          </ac:spMkLst>
        </pc:spChg>
        <pc:spChg chg="add del mod">
          <ac:chgData name="Occhipinti, Annalisa" userId="a66fcd2b-4181-400a-8ca1-7fdb013d8d8c" providerId="ADAL" clId="{C129F04F-E7D7-4B77-870D-37F7450394D8}" dt="2019-10-25T19:42:44.117" v="286" actId="478"/>
          <ac:spMkLst>
            <pc:docMk/>
            <pc:sldMk cId="3563998897" sldId="280"/>
            <ac:spMk id="16" creationId="{EABBAE3F-4600-41BA-9036-5B4134CF4DD7}"/>
          </ac:spMkLst>
        </pc:spChg>
        <pc:spChg chg="add mod">
          <ac:chgData name="Occhipinti, Annalisa" userId="a66fcd2b-4181-400a-8ca1-7fdb013d8d8c" providerId="ADAL" clId="{C129F04F-E7D7-4B77-870D-37F7450394D8}" dt="2019-10-25T19:42:52.521" v="289" actId="1076"/>
          <ac:spMkLst>
            <pc:docMk/>
            <pc:sldMk cId="3563998897" sldId="280"/>
            <ac:spMk id="17" creationId="{D9491083-92F6-4620-A58E-64CDD87DE2AD}"/>
          </ac:spMkLst>
        </pc:spChg>
        <pc:spChg chg="add mod">
          <ac:chgData name="Occhipinti, Annalisa" userId="a66fcd2b-4181-400a-8ca1-7fdb013d8d8c" providerId="ADAL" clId="{C129F04F-E7D7-4B77-870D-37F7450394D8}" dt="2019-10-25T19:43:31.393" v="294" actId="20577"/>
          <ac:spMkLst>
            <pc:docMk/>
            <pc:sldMk cId="3563998897" sldId="280"/>
            <ac:spMk id="18" creationId="{8B4224F6-54CD-44DA-A23A-5BC7DCAD872B}"/>
          </ac:spMkLst>
        </pc:spChg>
        <pc:spChg chg="add mod">
          <ac:chgData name="Occhipinti, Annalisa" userId="a66fcd2b-4181-400a-8ca1-7fdb013d8d8c" providerId="ADAL" clId="{C129F04F-E7D7-4B77-870D-37F7450394D8}" dt="2019-10-25T19:44:15.380" v="401" actId="20577"/>
          <ac:spMkLst>
            <pc:docMk/>
            <pc:sldMk cId="3563998897" sldId="280"/>
            <ac:spMk id="19" creationId="{1D45244B-0997-4598-9437-BAE7D1AC8693}"/>
          </ac:spMkLst>
        </pc:spChg>
        <pc:spChg chg="add mod">
          <ac:chgData name="Occhipinti, Annalisa" userId="a66fcd2b-4181-400a-8ca1-7fdb013d8d8c" providerId="ADAL" clId="{C129F04F-E7D7-4B77-870D-37F7450394D8}" dt="2019-10-25T19:44:44.617" v="459" actId="20577"/>
          <ac:spMkLst>
            <pc:docMk/>
            <pc:sldMk cId="3563998897" sldId="280"/>
            <ac:spMk id="20" creationId="{2C8DF256-6B80-42F1-BBAE-FF789F91D38C}"/>
          </ac:spMkLst>
        </pc:spChg>
        <pc:spChg chg="add del mod">
          <ac:chgData name="Occhipinti, Annalisa" userId="a66fcd2b-4181-400a-8ca1-7fdb013d8d8c" providerId="ADAL" clId="{C129F04F-E7D7-4B77-870D-37F7450394D8}" dt="2019-10-25T19:46:13.834" v="497" actId="478"/>
          <ac:spMkLst>
            <pc:docMk/>
            <pc:sldMk cId="3563998897" sldId="280"/>
            <ac:spMk id="21" creationId="{B03C429F-E114-4B0A-9506-051E6BEB7422}"/>
          </ac:spMkLst>
        </pc:spChg>
        <pc:spChg chg="add mod">
          <ac:chgData name="Occhipinti, Annalisa" userId="a66fcd2b-4181-400a-8ca1-7fdb013d8d8c" providerId="ADAL" clId="{C129F04F-E7D7-4B77-870D-37F7450394D8}" dt="2019-10-25T19:47:26.077" v="610" actId="1076"/>
          <ac:spMkLst>
            <pc:docMk/>
            <pc:sldMk cId="3563998897" sldId="280"/>
            <ac:spMk id="22" creationId="{5A575853-6D5F-4480-B7D9-C632D1D526EF}"/>
          </ac:spMkLst>
        </pc:spChg>
        <pc:spChg chg="add mod">
          <ac:chgData name="Occhipinti, Annalisa" userId="a66fcd2b-4181-400a-8ca1-7fdb013d8d8c" providerId="ADAL" clId="{C129F04F-E7D7-4B77-870D-37F7450394D8}" dt="2019-10-25T19:47:26.077" v="610" actId="1076"/>
          <ac:spMkLst>
            <pc:docMk/>
            <pc:sldMk cId="3563998897" sldId="280"/>
            <ac:spMk id="23" creationId="{BB66EDE7-1EF2-4501-B9A9-D13E9FC1B1D8}"/>
          </ac:spMkLst>
        </pc:spChg>
        <pc:spChg chg="add mod">
          <ac:chgData name="Occhipinti, Annalisa" userId="a66fcd2b-4181-400a-8ca1-7fdb013d8d8c" providerId="ADAL" clId="{C129F04F-E7D7-4B77-870D-37F7450394D8}" dt="2019-10-25T19:47:26.077" v="610" actId="1076"/>
          <ac:spMkLst>
            <pc:docMk/>
            <pc:sldMk cId="3563998897" sldId="280"/>
            <ac:spMk id="24" creationId="{7091450E-4BDC-470D-9DB8-CC598565929F}"/>
          </ac:spMkLst>
        </pc:spChg>
        <pc:spChg chg="add mod">
          <ac:chgData name="Occhipinti, Annalisa" userId="a66fcd2b-4181-400a-8ca1-7fdb013d8d8c" providerId="ADAL" clId="{C129F04F-E7D7-4B77-870D-37F7450394D8}" dt="2019-10-25T19:47:26.077" v="610" actId="1076"/>
          <ac:spMkLst>
            <pc:docMk/>
            <pc:sldMk cId="3563998897" sldId="280"/>
            <ac:spMk id="25" creationId="{C639FB0A-DAD9-40E5-8EF4-CE70879F0375}"/>
          </ac:spMkLst>
        </pc:spChg>
        <pc:spChg chg="add mod">
          <ac:chgData name="Occhipinti, Annalisa" userId="a66fcd2b-4181-400a-8ca1-7fdb013d8d8c" providerId="ADAL" clId="{C129F04F-E7D7-4B77-870D-37F7450394D8}" dt="2019-10-25T20:01:13.049" v="1872" actId="20577"/>
          <ac:spMkLst>
            <pc:docMk/>
            <pc:sldMk cId="3563998897" sldId="280"/>
            <ac:spMk id="26" creationId="{9D276AFA-12AB-42BC-98E7-B64A5D467BFA}"/>
          </ac:spMkLst>
        </pc:spChg>
        <pc:spChg chg="add mod">
          <ac:chgData name="Occhipinti, Annalisa" userId="a66fcd2b-4181-400a-8ca1-7fdb013d8d8c" providerId="ADAL" clId="{C129F04F-E7D7-4B77-870D-37F7450394D8}" dt="2019-10-25T19:46:32.950" v="499" actId="1076"/>
          <ac:spMkLst>
            <pc:docMk/>
            <pc:sldMk cId="3563998897" sldId="280"/>
            <ac:spMk id="27" creationId="{6C7B4BE5-5AB9-4DA8-9D32-027D2763AC35}"/>
          </ac:spMkLst>
        </pc:spChg>
        <pc:spChg chg="add mod">
          <ac:chgData name="Occhipinti, Annalisa" userId="a66fcd2b-4181-400a-8ca1-7fdb013d8d8c" providerId="ADAL" clId="{C129F04F-E7D7-4B77-870D-37F7450394D8}" dt="2019-10-25T19:46:35.044" v="501" actId="20577"/>
          <ac:spMkLst>
            <pc:docMk/>
            <pc:sldMk cId="3563998897" sldId="280"/>
            <ac:spMk id="28" creationId="{FEA974DA-034B-440B-9AD7-B822603D3ADF}"/>
          </ac:spMkLst>
        </pc:spChg>
        <pc:spChg chg="add mod">
          <ac:chgData name="Occhipinti, Annalisa" userId="a66fcd2b-4181-400a-8ca1-7fdb013d8d8c" providerId="ADAL" clId="{C129F04F-E7D7-4B77-870D-37F7450394D8}" dt="2019-10-25T19:46:50.777" v="516" actId="20577"/>
          <ac:spMkLst>
            <pc:docMk/>
            <pc:sldMk cId="3563998897" sldId="280"/>
            <ac:spMk id="29" creationId="{9B48C2A1-E160-4C9B-9ED6-8645C28E79D1}"/>
          </ac:spMkLst>
        </pc:spChg>
        <pc:spChg chg="add mod">
          <ac:chgData name="Occhipinti, Annalisa" userId="a66fcd2b-4181-400a-8ca1-7fdb013d8d8c" providerId="ADAL" clId="{C129F04F-E7D7-4B77-870D-37F7450394D8}" dt="2019-10-25T19:47:16.288" v="607" actId="20577"/>
          <ac:spMkLst>
            <pc:docMk/>
            <pc:sldMk cId="3563998897" sldId="280"/>
            <ac:spMk id="30" creationId="{8E423D85-FD40-4D85-9577-82171FF60A60}"/>
          </ac:spMkLst>
        </pc:spChg>
        <pc:spChg chg="add mod">
          <ac:chgData name="Occhipinti, Annalisa" userId="a66fcd2b-4181-400a-8ca1-7fdb013d8d8c" providerId="ADAL" clId="{C129F04F-E7D7-4B77-870D-37F7450394D8}" dt="2019-10-25T20:01:15.338" v="1874" actId="20577"/>
          <ac:spMkLst>
            <pc:docMk/>
            <pc:sldMk cId="3563998897" sldId="280"/>
            <ac:spMk id="31" creationId="{2EBABE94-230C-4AEE-8766-619245C45946}"/>
          </ac:spMkLst>
        </pc:spChg>
        <pc:spChg chg="add mod">
          <ac:chgData name="Occhipinti, Annalisa" userId="a66fcd2b-4181-400a-8ca1-7fdb013d8d8c" providerId="ADAL" clId="{C129F04F-E7D7-4B77-870D-37F7450394D8}" dt="2019-10-25T19:47:29.358" v="611" actId="1076"/>
          <ac:spMkLst>
            <pc:docMk/>
            <pc:sldMk cId="3563998897" sldId="280"/>
            <ac:spMk id="32" creationId="{5EC53FA0-1A21-4915-AEE9-4B2A1C26A2CF}"/>
          </ac:spMkLst>
        </pc:spChg>
        <pc:spChg chg="add mod">
          <ac:chgData name="Occhipinti, Annalisa" userId="a66fcd2b-4181-400a-8ca1-7fdb013d8d8c" providerId="ADAL" clId="{C129F04F-E7D7-4B77-870D-37F7450394D8}" dt="2019-10-25T19:47:31.791" v="613" actId="20577"/>
          <ac:spMkLst>
            <pc:docMk/>
            <pc:sldMk cId="3563998897" sldId="280"/>
            <ac:spMk id="33" creationId="{7C3550DD-7797-4AD0-8203-A03CE239CEB6}"/>
          </ac:spMkLst>
        </pc:spChg>
        <pc:spChg chg="add mod">
          <ac:chgData name="Occhipinti, Annalisa" userId="a66fcd2b-4181-400a-8ca1-7fdb013d8d8c" providerId="ADAL" clId="{C129F04F-E7D7-4B77-870D-37F7450394D8}" dt="2019-10-25T19:47:29.358" v="611" actId="1076"/>
          <ac:spMkLst>
            <pc:docMk/>
            <pc:sldMk cId="3563998897" sldId="280"/>
            <ac:spMk id="34" creationId="{B3ED76C7-ED6B-46FA-8B7D-526F12B09E37}"/>
          </ac:spMkLst>
        </pc:spChg>
        <pc:spChg chg="add mod">
          <ac:chgData name="Occhipinti, Annalisa" userId="a66fcd2b-4181-400a-8ca1-7fdb013d8d8c" providerId="ADAL" clId="{C129F04F-E7D7-4B77-870D-37F7450394D8}" dt="2019-10-25T19:47:42.735" v="622" actId="20577"/>
          <ac:spMkLst>
            <pc:docMk/>
            <pc:sldMk cId="3563998897" sldId="280"/>
            <ac:spMk id="35" creationId="{A53A2445-5232-46FD-BDBB-33B4377182AE}"/>
          </ac:spMkLst>
        </pc:spChg>
        <pc:spChg chg="add mod">
          <ac:chgData name="Occhipinti, Annalisa" userId="a66fcd2b-4181-400a-8ca1-7fdb013d8d8c" providerId="ADAL" clId="{C129F04F-E7D7-4B77-870D-37F7450394D8}" dt="2019-10-25T20:01:17.639" v="1876" actId="20577"/>
          <ac:spMkLst>
            <pc:docMk/>
            <pc:sldMk cId="3563998897" sldId="280"/>
            <ac:spMk id="36" creationId="{F4AB9633-F88F-43FA-9147-2593F122BA38}"/>
          </ac:spMkLst>
        </pc:spChg>
        <pc:picChg chg="add del mod">
          <ac:chgData name="Occhipinti, Annalisa" userId="a66fcd2b-4181-400a-8ca1-7fdb013d8d8c" providerId="ADAL" clId="{C129F04F-E7D7-4B77-870D-37F7450394D8}" dt="2019-10-25T19:42:44.117" v="286" actId="478"/>
          <ac:picMkLst>
            <pc:docMk/>
            <pc:sldMk cId="3563998897" sldId="280"/>
            <ac:picMk id="12" creationId="{FC14A71E-C46B-4610-8C7E-C37FBA484BBE}"/>
          </ac:picMkLst>
        </pc:picChg>
      </pc:sldChg>
      <pc:sldChg chg="addSp modSp add ord">
        <pc:chgData name="Occhipinti, Annalisa" userId="a66fcd2b-4181-400a-8ca1-7fdb013d8d8c" providerId="ADAL" clId="{C129F04F-E7D7-4B77-870D-37F7450394D8}" dt="2019-10-25T19:59:46.647" v="1848" actId="20577"/>
        <pc:sldMkLst>
          <pc:docMk/>
          <pc:sldMk cId="2324254943" sldId="281"/>
        </pc:sldMkLst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4" creationId="{59F57AA9-8890-47C9-93A6-09DB0D3C3C76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6" creationId="{88A2A62A-C44A-4B04-B393-A55408F6B5A0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7" creationId="{7AC5F42E-6812-49A8-914D-862F220C7B93}"/>
          </ac:spMkLst>
        </pc:spChg>
        <pc:spChg chg="add mod">
          <ac:chgData name="Occhipinti, Annalisa" userId="a66fcd2b-4181-400a-8ca1-7fdb013d8d8c" providerId="ADAL" clId="{C129F04F-E7D7-4B77-870D-37F7450394D8}" dt="2019-10-25T19:59:46.647" v="1848" actId="20577"/>
          <ac:spMkLst>
            <pc:docMk/>
            <pc:sldMk cId="2324254943" sldId="281"/>
            <ac:spMk id="8" creationId="{B3E722F6-991F-4DC9-AAC1-7BA40EAB7D4A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9" creationId="{94E6C5D8-3962-4EB9-A6F5-5C81DF0ACEA6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0" creationId="{29E9A632-3AA2-48EB-B343-18EC5FE23937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1" creationId="{99255569-DADA-41EE-B56C-5B21D015039A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2" creationId="{D2609D4E-0E56-41D4-8B26-F4B6D65467D8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3" creationId="{B78CB0A7-CBCA-4555-A1D6-699900FBB053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4" creationId="{453D1FB7-DF4A-4D03-8405-03B8EFF595D3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5" creationId="{D7118DF5-7E73-439A-8CBE-FECC071CA584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6" creationId="{CC49D168-2B12-4C79-BDC4-7F4D410A2C9C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7" creationId="{5FB936EB-1AB8-4F46-BC4C-1D42DA310A0D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8" creationId="{62ABE76D-D541-498F-A431-70C13F17A7F0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19" creationId="{5959D11A-E000-48CA-889C-CC193D8EA6FF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20" creationId="{A6A4CF33-7E8E-4D58-80B8-5C69D8C2CFD8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21" creationId="{903EA5D0-7102-4ECF-8A55-E904E9254276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22" creationId="{F21B8717-5791-4082-B7F8-F8973897F377}"/>
          </ac:spMkLst>
        </pc:spChg>
        <pc:spChg chg="add mod">
          <ac:chgData name="Occhipinti, Annalisa" userId="a66fcd2b-4181-400a-8ca1-7fdb013d8d8c" providerId="ADAL" clId="{C129F04F-E7D7-4B77-870D-37F7450394D8}" dt="2019-10-25T19:26:36.429" v="56" actId="1076"/>
          <ac:spMkLst>
            <pc:docMk/>
            <pc:sldMk cId="2324254943" sldId="281"/>
            <ac:spMk id="23" creationId="{8583C328-2CB6-4B0D-AC0F-7FE409123210}"/>
          </ac:spMkLst>
        </pc:spChg>
      </pc:sldChg>
      <pc:sldChg chg="add del">
        <pc:chgData name="Occhipinti, Annalisa" userId="a66fcd2b-4181-400a-8ca1-7fdb013d8d8c" providerId="ADAL" clId="{C129F04F-E7D7-4B77-870D-37F7450394D8}" dt="2019-10-25T19:27:19.859" v="60" actId="2696"/>
        <pc:sldMkLst>
          <pc:docMk/>
          <pc:sldMk cId="2373881544" sldId="282"/>
        </pc:sldMkLst>
      </pc:sldChg>
      <pc:sldChg chg="addSp delSp modSp add">
        <pc:chgData name="Occhipinti, Annalisa" userId="a66fcd2b-4181-400a-8ca1-7fdb013d8d8c" providerId="ADAL" clId="{C129F04F-E7D7-4B77-870D-37F7450394D8}" dt="2019-10-25T19:59:37.180" v="1843" actId="20577"/>
        <pc:sldMkLst>
          <pc:docMk/>
          <pc:sldMk cId="3026921116" sldId="282"/>
        </pc:sldMkLst>
        <pc:spChg chg="add del mod">
          <ac:chgData name="Occhipinti, Annalisa" userId="a66fcd2b-4181-400a-8ca1-7fdb013d8d8c" providerId="ADAL" clId="{C129F04F-E7D7-4B77-870D-37F7450394D8}" dt="2019-10-25T19:31:02.344" v="231" actId="478"/>
          <ac:spMkLst>
            <pc:docMk/>
            <pc:sldMk cId="3026921116" sldId="282"/>
            <ac:spMk id="2" creationId="{8C0394AF-675B-4A7B-8518-C0CC2CDAA49E}"/>
          </ac:spMkLst>
        </pc:spChg>
        <pc:spChg chg="add mod">
          <ac:chgData name="Occhipinti, Annalisa" userId="a66fcd2b-4181-400a-8ca1-7fdb013d8d8c" providerId="ADAL" clId="{C129F04F-E7D7-4B77-870D-37F7450394D8}" dt="2019-10-25T19:59:34.906" v="1841" actId="20577"/>
          <ac:spMkLst>
            <pc:docMk/>
            <pc:sldMk cId="3026921116" sldId="282"/>
            <ac:spMk id="4" creationId="{C2C24F61-8CF1-4227-9700-AD667EE593E4}"/>
          </ac:spMkLst>
        </pc:spChg>
        <pc:spChg chg="add mod">
          <ac:chgData name="Occhipinti, Annalisa" userId="a66fcd2b-4181-400a-8ca1-7fdb013d8d8c" providerId="ADAL" clId="{C129F04F-E7D7-4B77-870D-37F7450394D8}" dt="2019-10-25T19:28:42.134" v="66" actId="1076"/>
          <ac:spMkLst>
            <pc:docMk/>
            <pc:sldMk cId="3026921116" sldId="282"/>
            <ac:spMk id="6" creationId="{6A0F60AC-0B4E-4057-AF1F-23B9840F79B5}"/>
          </ac:spMkLst>
        </pc:spChg>
        <pc:spChg chg="add mod">
          <ac:chgData name="Occhipinti, Annalisa" userId="a66fcd2b-4181-400a-8ca1-7fdb013d8d8c" providerId="ADAL" clId="{C129F04F-E7D7-4B77-870D-37F7450394D8}" dt="2019-10-25T19:28:42.134" v="66" actId="1076"/>
          <ac:spMkLst>
            <pc:docMk/>
            <pc:sldMk cId="3026921116" sldId="282"/>
            <ac:spMk id="7" creationId="{52B454BD-A545-4CF7-A638-3DA0D45F91CF}"/>
          </ac:spMkLst>
        </pc:spChg>
        <pc:spChg chg="add mod">
          <ac:chgData name="Occhipinti, Annalisa" userId="a66fcd2b-4181-400a-8ca1-7fdb013d8d8c" providerId="ADAL" clId="{C129F04F-E7D7-4B77-870D-37F7450394D8}" dt="2019-10-25T19:28:42.134" v="66" actId="1076"/>
          <ac:spMkLst>
            <pc:docMk/>
            <pc:sldMk cId="3026921116" sldId="282"/>
            <ac:spMk id="8" creationId="{E5351F34-391D-4FCF-B90A-6B559C529F1F}"/>
          </ac:spMkLst>
        </pc:spChg>
        <pc:spChg chg="add mod">
          <ac:chgData name="Occhipinti, Annalisa" userId="a66fcd2b-4181-400a-8ca1-7fdb013d8d8c" providerId="ADAL" clId="{C129F04F-E7D7-4B77-870D-37F7450394D8}" dt="2019-10-25T19:29:41.521" v="95" actId="1076"/>
          <ac:spMkLst>
            <pc:docMk/>
            <pc:sldMk cId="3026921116" sldId="282"/>
            <ac:spMk id="9" creationId="{0C0E3E2B-0C29-4D34-8A03-8807F7AA62C5}"/>
          </ac:spMkLst>
        </pc:spChg>
        <pc:spChg chg="add mod">
          <ac:chgData name="Occhipinti, Annalisa" userId="a66fcd2b-4181-400a-8ca1-7fdb013d8d8c" providerId="ADAL" clId="{C129F04F-E7D7-4B77-870D-37F7450394D8}" dt="2019-10-25T19:59:37.180" v="1843" actId="20577"/>
          <ac:spMkLst>
            <pc:docMk/>
            <pc:sldMk cId="3026921116" sldId="282"/>
            <ac:spMk id="10" creationId="{0534D789-F6B3-4464-B08B-C9B57538FE84}"/>
          </ac:spMkLst>
        </pc:spChg>
        <pc:spChg chg="add mod">
          <ac:chgData name="Occhipinti, Annalisa" userId="a66fcd2b-4181-400a-8ca1-7fdb013d8d8c" providerId="ADAL" clId="{C129F04F-E7D7-4B77-870D-37F7450394D8}" dt="2019-10-25T19:28:42.134" v="66" actId="1076"/>
          <ac:spMkLst>
            <pc:docMk/>
            <pc:sldMk cId="3026921116" sldId="282"/>
            <ac:spMk id="11" creationId="{33375064-9E68-4692-97D3-708FF2129E6D}"/>
          </ac:spMkLst>
        </pc:spChg>
        <pc:spChg chg="add mod">
          <ac:chgData name="Occhipinti, Annalisa" userId="a66fcd2b-4181-400a-8ca1-7fdb013d8d8c" providerId="ADAL" clId="{C129F04F-E7D7-4B77-870D-37F7450394D8}" dt="2019-10-25T19:28:42.134" v="66" actId="1076"/>
          <ac:spMkLst>
            <pc:docMk/>
            <pc:sldMk cId="3026921116" sldId="282"/>
            <ac:spMk id="12" creationId="{22D28AB6-0592-4756-83A0-5E93DC4CDAED}"/>
          </ac:spMkLst>
        </pc:spChg>
        <pc:spChg chg="add mod">
          <ac:chgData name="Occhipinti, Annalisa" userId="a66fcd2b-4181-400a-8ca1-7fdb013d8d8c" providerId="ADAL" clId="{C129F04F-E7D7-4B77-870D-37F7450394D8}" dt="2019-10-25T19:41:48.533" v="278" actId="255"/>
          <ac:spMkLst>
            <pc:docMk/>
            <pc:sldMk cId="3026921116" sldId="282"/>
            <ac:spMk id="13" creationId="{B0DEA7CC-7944-4A45-995B-D17373ED847D}"/>
          </ac:spMkLst>
        </pc:spChg>
        <pc:picChg chg="add mod">
          <ac:chgData name="Occhipinti, Annalisa" userId="a66fcd2b-4181-400a-8ca1-7fdb013d8d8c" providerId="ADAL" clId="{C129F04F-E7D7-4B77-870D-37F7450394D8}" dt="2019-10-25T19:28:42.134" v="66" actId="1076"/>
          <ac:picMkLst>
            <pc:docMk/>
            <pc:sldMk cId="3026921116" sldId="282"/>
            <ac:picMk id="14" creationId="{7FBC88FB-E400-4CA5-B174-776B044D8964}"/>
          </ac:picMkLst>
        </pc:picChg>
        <pc:picChg chg="add mod">
          <ac:chgData name="Occhipinti, Annalisa" userId="a66fcd2b-4181-400a-8ca1-7fdb013d8d8c" providerId="ADAL" clId="{C129F04F-E7D7-4B77-870D-37F7450394D8}" dt="2019-10-25T19:28:42.134" v="66" actId="1076"/>
          <ac:picMkLst>
            <pc:docMk/>
            <pc:sldMk cId="3026921116" sldId="282"/>
            <ac:picMk id="15" creationId="{CA5ED42E-735B-4A40-B98A-CADBC5006010}"/>
          </ac:picMkLst>
        </pc:picChg>
      </pc:sldChg>
      <pc:sldChg chg="add del">
        <pc:chgData name="Occhipinti, Annalisa" userId="a66fcd2b-4181-400a-8ca1-7fdb013d8d8c" providerId="ADAL" clId="{C129F04F-E7D7-4B77-870D-37F7450394D8}" dt="2019-10-25T19:27:19.856" v="59" actId="2696"/>
        <pc:sldMkLst>
          <pc:docMk/>
          <pc:sldMk cId="995938409" sldId="283"/>
        </pc:sldMkLst>
      </pc:sldChg>
      <pc:sldChg chg="addSp modSp add">
        <pc:chgData name="Occhipinti, Annalisa" userId="a66fcd2b-4181-400a-8ca1-7fdb013d8d8c" providerId="ADAL" clId="{C129F04F-E7D7-4B77-870D-37F7450394D8}" dt="2019-10-25T20:01:31.174" v="1877" actId="20577"/>
        <pc:sldMkLst>
          <pc:docMk/>
          <pc:sldMk cId="2942675305" sldId="283"/>
        </pc:sldMkLst>
        <pc:spChg chg="add mod">
          <ac:chgData name="Occhipinti, Annalisa" userId="a66fcd2b-4181-400a-8ca1-7fdb013d8d8c" providerId="ADAL" clId="{C129F04F-E7D7-4B77-870D-37F7450394D8}" dt="2019-10-25T20:01:31.174" v="1877" actId="20577"/>
          <ac:spMkLst>
            <pc:docMk/>
            <pc:sldMk cId="2942675305" sldId="283"/>
            <ac:spMk id="4" creationId="{2C81A57C-2C26-4EFD-B0DF-6852DCE603EE}"/>
          </ac:spMkLst>
        </pc:spChg>
        <pc:spChg chg="add mod">
          <ac:chgData name="Occhipinti, Annalisa" userId="a66fcd2b-4181-400a-8ca1-7fdb013d8d8c" providerId="ADAL" clId="{C129F04F-E7D7-4B77-870D-37F7450394D8}" dt="2019-10-25T19:28:56.994" v="68" actId="1076"/>
          <ac:spMkLst>
            <pc:docMk/>
            <pc:sldMk cId="2942675305" sldId="283"/>
            <ac:spMk id="6" creationId="{63B6FB71-62C1-4636-AACF-CD84C7777497}"/>
          </ac:spMkLst>
        </pc:spChg>
        <pc:spChg chg="add mod">
          <ac:chgData name="Occhipinti, Annalisa" userId="a66fcd2b-4181-400a-8ca1-7fdb013d8d8c" providerId="ADAL" clId="{C129F04F-E7D7-4B77-870D-37F7450394D8}" dt="2019-10-25T19:28:56.994" v="68" actId="1076"/>
          <ac:spMkLst>
            <pc:docMk/>
            <pc:sldMk cId="2942675305" sldId="283"/>
            <ac:spMk id="7" creationId="{91D9A1B9-7F67-4EB4-A5C6-0203ADE58EF9}"/>
          </ac:spMkLst>
        </pc:spChg>
        <pc:picChg chg="add mod">
          <ac:chgData name="Occhipinti, Annalisa" userId="a66fcd2b-4181-400a-8ca1-7fdb013d8d8c" providerId="ADAL" clId="{C129F04F-E7D7-4B77-870D-37F7450394D8}" dt="2019-10-25T19:28:56.994" v="68" actId="1076"/>
          <ac:picMkLst>
            <pc:docMk/>
            <pc:sldMk cId="2942675305" sldId="283"/>
            <ac:picMk id="8" creationId="{DB3626B9-C573-4C95-82F8-3FE3A4CF460E}"/>
          </ac:picMkLst>
        </pc:picChg>
      </pc:sldChg>
      <pc:sldChg chg="add del">
        <pc:chgData name="Occhipinti, Annalisa" userId="a66fcd2b-4181-400a-8ca1-7fdb013d8d8c" providerId="ADAL" clId="{C129F04F-E7D7-4B77-870D-37F7450394D8}" dt="2019-10-25T20:00:34.947" v="1865" actId="2696"/>
        <pc:sldMkLst>
          <pc:docMk/>
          <pc:sldMk cId="4079445440" sldId="284"/>
        </pc:sldMkLst>
      </pc:sldChg>
      <pc:sldChg chg="add del">
        <pc:chgData name="Occhipinti, Annalisa" userId="a66fcd2b-4181-400a-8ca1-7fdb013d8d8c" providerId="ADAL" clId="{C129F04F-E7D7-4B77-870D-37F7450394D8}" dt="2019-10-25T20:00:34.954" v="1866" actId="2696"/>
        <pc:sldMkLst>
          <pc:docMk/>
          <pc:sldMk cId="693562445" sldId="285"/>
        </pc:sldMkLst>
      </pc:sldChg>
      <pc:sldChg chg="add del">
        <pc:chgData name="Occhipinti, Annalisa" userId="a66fcd2b-4181-400a-8ca1-7fdb013d8d8c" providerId="ADAL" clId="{C129F04F-E7D7-4B77-870D-37F7450394D8}" dt="2019-10-25T20:00:34.968" v="1867" actId="2696"/>
        <pc:sldMkLst>
          <pc:docMk/>
          <pc:sldMk cId="420513179" sldId="286"/>
        </pc:sldMkLst>
      </pc:sldChg>
      <pc:sldChg chg="addSp delSp modSp add">
        <pc:chgData name="Occhipinti, Annalisa" userId="a66fcd2b-4181-400a-8ca1-7fdb013d8d8c" providerId="ADAL" clId="{C129F04F-E7D7-4B77-870D-37F7450394D8}" dt="2019-10-25T20:01:34.657" v="1878" actId="20577"/>
        <pc:sldMkLst>
          <pc:docMk/>
          <pc:sldMk cId="2297755566" sldId="287"/>
        </pc:sldMkLst>
        <pc:spChg chg="del">
          <ac:chgData name="Occhipinti, Annalisa" userId="a66fcd2b-4181-400a-8ca1-7fdb013d8d8c" providerId="ADAL" clId="{C129F04F-E7D7-4B77-870D-37F7450394D8}" dt="2019-10-25T19:29:02.069" v="71" actId="478"/>
          <ac:spMkLst>
            <pc:docMk/>
            <pc:sldMk cId="2297755566" sldId="287"/>
            <ac:spMk id="4" creationId="{2C81A57C-2C26-4EFD-B0DF-6852DCE603EE}"/>
          </ac:spMkLst>
        </pc:spChg>
        <pc:spChg chg="del">
          <ac:chgData name="Occhipinti, Annalisa" userId="a66fcd2b-4181-400a-8ca1-7fdb013d8d8c" providerId="ADAL" clId="{C129F04F-E7D7-4B77-870D-37F7450394D8}" dt="2019-10-25T19:29:02.069" v="71" actId="478"/>
          <ac:spMkLst>
            <pc:docMk/>
            <pc:sldMk cId="2297755566" sldId="287"/>
            <ac:spMk id="6" creationId="{63B6FB71-62C1-4636-AACF-CD84C7777497}"/>
          </ac:spMkLst>
        </pc:spChg>
        <pc:spChg chg="del">
          <ac:chgData name="Occhipinti, Annalisa" userId="a66fcd2b-4181-400a-8ca1-7fdb013d8d8c" providerId="ADAL" clId="{C129F04F-E7D7-4B77-870D-37F7450394D8}" dt="2019-10-25T19:29:02.069" v="71" actId="478"/>
          <ac:spMkLst>
            <pc:docMk/>
            <pc:sldMk cId="2297755566" sldId="287"/>
            <ac:spMk id="7" creationId="{91D9A1B9-7F67-4EB4-A5C6-0203ADE58EF9}"/>
          </ac:spMkLst>
        </pc:spChg>
        <pc:spChg chg="add mod">
          <ac:chgData name="Occhipinti, Annalisa" userId="a66fcd2b-4181-400a-8ca1-7fdb013d8d8c" providerId="ADAL" clId="{C129F04F-E7D7-4B77-870D-37F7450394D8}" dt="2019-10-25T20:01:34.657" v="1878" actId="20577"/>
          <ac:spMkLst>
            <pc:docMk/>
            <pc:sldMk cId="2297755566" sldId="287"/>
            <ac:spMk id="9" creationId="{5A103F73-A37B-4D79-9FFE-BB7DAD1EECC9}"/>
          </ac:spMkLst>
        </pc:spChg>
        <pc:spChg chg="add mod">
          <ac:chgData name="Occhipinti, Annalisa" userId="a66fcd2b-4181-400a-8ca1-7fdb013d8d8c" providerId="ADAL" clId="{C129F04F-E7D7-4B77-870D-37F7450394D8}" dt="2019-10-25T19:29:17.961" v="76" actId="1076"/>
          <ac:spMkLst>
            <pc:docMk/>
            <pc:sldMk cId="2297755566" sldId="287"/>
            <ac:spMk id="10" creationId="{9B88A596-E3F8-4037-9478-DA1029712547}"/>
          </ac:spMkLst>
        </pc:spChg>
        <pc:spChg chg="add mod">
          <ac:chgData name="Occhipinti, Annalisa" userId="a66fcd2b-4181-400a-8ca1-7fdb013d8d8c" providerId="ADAL" clId="{C129F04F-E7D7-4B77-870D-37F7450394D8}" dt="2019-10-25T19:29:17.961" v="76" actId="1076"/>
          <ac:spMkLst>
            <pc:docMk/>
            <pc:sldMk cId="2297755566" sldId="287"/>
            <ac:spMk id="11" creationId="{F0A040A8-B964-47A1-9D7D-67A6623A4F79}"/>
          </ac:spMkLst>
        </pc:spChg>
        <pc:picChg chg="del">
          <ac:chgData name="Occhipinti, Annalisa" userId="a66fcd2b-4181-400a-8ca1-7fdb013d8d8c" providerId="ADAL" clId="{C129F04F-E7D7-4B77-870D-37F7450394D8}" dt="2019-10-25T19:29:00.294" v="70" actId="478"/>
          <ac:picMkLst>
            <pc:docMk/>
            <pc:sldMk cId="2297755566" sldId="287"/>
            <ac:picMk id="8" creationId="{DB3626B9-C573-4C95-82F8-3FE3A4CF460E}"/>
          </ac:picMkLst>
        </pc:picChg>
        <pc:picChg chg="add mod">
          <ac:chgData name="Occhipinti, Annalisa" userId="a66fcd2b-4181-400a-8ca1-7fdb013d8d8c" providerId="ADAL" clId="{C129F04F-E7D7-4B77-870D-37F7450394D8}" dt="2019-10-25T19:29:17.961" v="76" actId="1076"/>
          <ac:picMkLst>
            <pc:docMk/>
            <pc:sldMk cId="2297755566" sldId="287"/>
            <ac:picMk id="12" creationId="{6562F881-8875-4E0F-92C3-FC2C7426BE3C}"/>
          </ac:picMkLst>
        </pc:picChg>
        <pc:picChg chg="add mod">
          <ac:chgData name="Occhipinti, Annalisa" userId="a66fcd2b-4181-400a-8ca1-7fdb013d8d8c" providerId="ADAL" clId="{C129F04F-E7D7-4B77-870D-37F7450394D8}" dt="2019-10-25T19:29:17.961" v="76" actId="1076"/>
          <ac:picMkLst>
            <pc:docMk/>
            <pc:sldMk cId="2297755566" sldId="287"/>
            <ac:picMk id="13" creationId="{9CA99D64-A7DA-4732-91F0-AE1C28DFBD58}"/>
          </ac:picMkLst>
        </pc:picChg>
      </pc:sldChg>
      <pc:sldChg chg="add del">
        <pc:chgData name="Occhipinti, Annalisa" userId="a66fcd2b-4181-400a-8ca1-7fdb013d8d8c" providerId="ADAL" clId="{C129F04F-E7D7-4B77-870D-37F7450394D8}" dt="2019-10-25T19:27:59.734" v="63"/>
        <pc:sldMkLst>
          <pc:docMk/>
          <pc:sldMk cId="2884725219" sldId="287"/>
        </pc:sldMkLst>
      </pc:sldChg>
      <pc:sldChg chg="add del">
        <pc:chgData name="Occhipinti, Annalisa" userId="a66fcd2b-4181-400a-8ca1-7fdb013d8d8c" providerId="ADAL" clId="{C129F04F-E7D7-4B77-870D-37F7450394D8}" dt="2019-10-25T19:59:39.976" v="1844" actId="2696"/>
        <pc:sldMkLst>
          <pc:docMk/>
          <pc:sldMk cId="3060617812" sldId="288"/>
        </pc:sldMkLst>
      </pc:sldChg>
      <pc:sldChg chg="add del">
        <pc:chgData name="Occhipinti, Annalisa" userId="a66fcd2b-4181-400a-8ca1-7fdb013d8d8c" providerId="ADAL" clId="{C129F04F-E7D7-4B77-870D-37F7450394D8}" dt="2019-10-25T19:27:59.734" v="63"/>
        <pc:sldMkLst>
          <pc:docMk/>
          <pc:sldMk cId="3915737741" sldId="288"/>
        </pc:sldMkLst>
      </pc:sldChg>
      <pc:sldChg chg="add del">
        <pc:chgData name="Occhipinti, Annalisa" userId="a66fcd2b-4181-400a-8ca1-7fdb013d8d8c" providerId="ADAL" clId="{C129F04F-E7D7-4B77-870D-37F7450394D8}" dt="2019-10-25T19:59:40.923" v="1845" actId="2696"/>
        <pc:sldMkLst>
          <pc:docMk/>
          <pc:sldMk cId="1967874433" sldId="289"/>
        </pc:sldMkLst>
      </pc:sldChg>
      <pc:sldChg chg="add del">
        <pc:chgData name="Occhipinti, Annalisa" userId="a66fcd2b-4181-400a-8ca1-7fdb013d8d8c" providerId="ADAL" clId="{C129F04F-E7D7-4B77-870D-37F7450394D8}" dt="2019-10-25T19:27:59.734" v="63"/>
        <pc:sldMkLst>
          <pc:docMk/>
          <pc:sldMk cId="2079387340" sldId="289"/>
        </pc:sldMkLst>
      </pc:sldChg>
      <pc:sldChg chg="add del">
        <pc:chgData name="Occhipinti, Annalisa" userId="a66fcd2b-4181-400a-8ca1-7fdb013d8d8c" providerId="ADAL" clId="{C129F04F-E7D7-4B77-870D-37F7450394D8}" dt="2019-10-25T19:59:41.455" v="1846" actId="2696"/>
        <pc:sldMkLst>
          <pc:docMk/>
          <pc:sldMk cId="1708376864" sldId="290"/>
        </pc:sldMkLst>
      </pc:sldChg>
      <pc:sldChg chg="delSp modSp add">
        <pc:chgData name="Occhipinti, Annalisa" userId="a66fcd2b-4181-400a-8ca1-7fdb013d8d8c" providerId="ADAL" clId="{C129F04F-E7D7-4B77-870D-37F7450394D8}" dt="2019-10-25T19:59:29.112" v="1839" actId="20577"/>
        <pc:sldMkLst>
          <pc:docMk/>
          <pc:sldMk cId="2678387076" sldId="291"/>
        </pc:sldMkLst>
        <pc:spChg chg="mod">
          <ac:chgData name="Occhipinti, Annalisa" userId="a66fcd2b-4181-400a-8ca1-7fdb013d8d8c" providerId="ADAL" clId="{C129F04F-E7D7-4B77-870D-37F7450394D8}" dt="2019-10-25T19:59:29.112" v="1839" actId="20577"/>
          <ac:spMkLst>
            <pc:docMk/>
            <pc:sldMk cId="2678387076" sldId="291"/>
            <ac:spMk id="7" creationId="{DF8336BD-32A3-424C-948A-2803194EB8D6}"/>
          </ac:spMkLst>
        </pc:spChg>
        <pc:spChg chg="mod">
          <ac:chgData name="Occhipinti, Annalisa" userId="a66fcd2b-4181-400a-8ca1-7fdb013d8d8c" providerId="ADAL" clId="{C129F04F-E7D7-4B77-870D-37F7450394D8}" dt="2019-10-25T19:59:26.417" v="1836" actId="20577"/>
          <ac:spMkLst>
            <pc:docMk/>
            <pc:sldMk cId="2678387076" sldId="291"/>
            <ac:spMk id="8" creationId="{A40F3038-7254-4A3D-8BC0-102ACC39DB24}"/>
          </ac:spMkLst>
        </pc:spChg>
        <pc:spChg chg="del">
          <ac:chgData name="Occhipinti, Annalisa" userId="a66fcd2b-4181-400a-8ca1-7fdb013d8d8c" providerId="ADAL" clId="{C129F04F-E7D7-4B77-870D-37F7450394D8}" dt="2019-10-25T19:42:48.655" v="287"/>
          <ac:spMkLst>
            <pc:docMk/>
            <pc:sldMk cId="2678387076" sldId="291"/>
            <ac:spMk id="13" creationId="{A8C0BC9B-D700-4CD1-9D04-2B0CDC20225E}"/>
          </ac:spMkLst>
        </pc:spChg>
        <pc:spChg chg="del">
          <ac:chgData name="Occhipinti, Annalisa" userId="a66fcd2b-4181-400a-8ca1-7fdb013d8d8c" providerId="ADAL" clId="{C129F04F-E7D7-4B77-870D-37F7450394D8}" dt="2019-10-25T19:42:48.655" v="287"/>
          <ac:spMkLst>
            <pc:docMk/>
            <pc:sldMk cId="2678387076" sldId="291"/>
            <ac:spMk id="14" creationId="{0EF8F8E3-2D5F-4F5B-8E85-312CE5D16115}"/>
          </ac:spMkLst>
        </pc:spChg>
        <pc:spChg chg="del">
          <ac:chgData name="Occhipinti, Annalisa" userId="a66fcd2b-4181-400a-8ca1-7fdb013d8d8c" providerId="ADAL" clId="{C129F04F-E7D7-4B77-870D-37F7450394D8}" dt="2019-10-25T19:42:48.655" v="287"/>
          <ac:spMkLst>
            <pc:docMk/>
            <pc:sldMk cId="2678387076" sldId="291"/>
            <ac:spMk id="15" creationId="{CF563C9A-D39E-4580-BB04-91776EFC5409}"/>
          </ac:spMkLst>
        </pc:spChg>
        <pc:spChg chg="del">
          <ac:chgData name="Occhipinti, Annalisa" userId="a66fcd2b-4181-400a-8ca1-7fdb013d8d8c" providerId="ADAL" clId="{C129F04F-E7D7-4B77-870D-37F7450394D8}" dt="2019-10-25T19:42:48.655" v="287"/>
          <ac:spMkLst>
            <pc:docMk/>
            <pc:sldMk cId="2678387076" sldId="291"/>
            <ac:spMk id="16" creationId="{EABBAE3F-4600-41BA-9036-5B4134CF4DD7}"/>
          </ac:spMkLst>
        </pc:spChg>
      </pc:sldChg>
      <pc:sldChg chg="addSp delSp modSp add">
        <pc:chgData name="Occhipinti, Annalisa" userId="a66fcd2b-4181-400a-8ca1-7fdb013d8d8c" providerId="ADAL" clId="{C129F04F-E7D7-4B77-870D-37F7450394D8}" dt="2019-10-25T19:52:11.650" v="1087" actId="20577"/>
        <pc:sldMkLst>
          <pc:docMk/>
          <pc:sldMk cId="2066678380" sldId="292"/>
        </pc:sldMkLst>
        <pc:spChg chg="mod">
          <ac:chgData name="Occhipinti, Annalisa" userId="a66fcd2b-4181-400a-8ca1-7fdb013d8d8c" providerId="ADAL" clId="{C129F04F-E7D7-4B77-870D-37F7450394D8}" dt="2019-10-25T19:47:51.266" v="635" actId="20577"/>
          <ac:spMkLst>
            <pc:docMk/>
            <pc:sldMk cId="2066678380" sldId="292"/>
            <ac:spMk id="2" creationId="{4F863604-967D-40F9-A52F-0E8315F24370}"/>
          </ac:spMkLst>
        </pc:spChg>
        <pc:spChg chg="mod">
          <ac:chgData name="Occhipinti, Annalisa" userId="a66fcd2b-4181-400a-8ca1-7fdb013d8d8c" providerId="ADAL" clId="{C129F04F-E7D7-4B77-870D-37F7450394D8}" dt="2019-10-25T19:52:03.004" v="1079" actId="207"/>
          <ac:spMkLst>
            <pc:docMk/>
            <pc:sldMk cId="2066678380" sldId="292"/>
            <ac:spMk id="18" creationId="{8B4224F6-54CD-44DA-A23A-5BC7DCAD872B}"/>
          </ac:spMkLst>
        </pc:spChg>
        <pc:spChg chg="mod">
          <ac:chgData name="Occhipinti, Annalisa" userId="a66fcd2b-4181-400a-8ca1-7fdb013d8d8c" providerId="ADAL" clId="{C129F04F-E7D7-4B77-870D-37F7450394D8}" dt="2019-10-25T19:48:25.759" v="707" actId="20577"/>
          <ac:spMkLst>
            <pc:docMk/>
            <pc:sldMk cId="2066678380" sldId="292"/>
            <ac:spMk id="19" creationId="{1D45244B-0997-4598-9437-BAE7D1AC8693}"/>
          </ac:spMkLst>
        </pc:spChg>
        <pc:spChg chg="mod">
          <ac:chgData name="Occhipinti, Annalisa" userId="a66fcd2b-4181-400a-8ca1-7fdb013d8d8c" providerId="ADAL" clId="{C129F04F-E7D7-4B77-870D-37F7450394D8}" dt="2019-10-25T19:50:46.520" v="1019" actId="20577"/>
          <ac:spMkLst>
            <pc:docMk/>
            <pc:sldMk cId="2066678380" sldId="292"/>
            <ac:spMk id="20" creationId="{2C8DF256-6B80-42F1-BBAE-FF789F91D38C}"/>
          </ac:spMkLst>
        </pc:spChg>
        <pc:spChg chg="mod">
          <ac:chgData name="Occhipinti, Annalisa" userId="a66fcd2b-4181-400a-8ca1-7fdb013d8d8c" providerId="ADAL" clId="{C129F04F-E7D7-4B77-870D-37F7450394D8}" dt="2019-10-25T19:52:06.021" v="1081" actId="20577"/>
          <ac:spMkLst>
            <pc:docMk/>
            <pc:sldMk cId="2066678380" sldId="292"/>
            <ac:spMk id="23" creationId="{BB66EDE7-1EF2-4501-B9A9-D13E9FC1B1D8}"/>
          </ac:spMkLst>
        </pc:spChg>
        <pc:spChg chg="del">
          <ac:chgData name="Occhipinti, Annalisa" userId="a66fcd2b-4181-400a-8ca1-7fdb013d8d8c" providerId="ADAL" clId="{C129F04F-E7D7-4B77-870D-37F7450394D8}" dt="2019-10-25T19:48:53.935" v="788" actId="478"/>
          <ac:spMkLst>
            <pc:docMk/>
            <pc:sldMk cId="2066678380" sldId="292"/>
            <ac:spMk id="24" creationId="{7091450E-4BDC-470D-9DB8-CC598565929F}"/>
          </ac:spMkLst>
        </pc:spChg>
        <pc:spChg chg="mod">
          <ac:chgData name="Occhipinti, Annalisa" userId="a66fcd2b-4181-400a-8ca1-7fdb013d8d8c" providerId="ADAL" clId="{C129F04F-E7D7-4B77-870D-37F7450394D8}" dt="2019-10-25T19:50:43.732" v="1014" actId="20577"/>
          <ac:spMkLst>
            <pc:docMk/>
            <pc:sldMk cId="2066678380" sldId="292"/>
            <ac:spMk id="25" creationId="{C639FB0A-DAD9-40E5-8EF4-CE70879F0375}"/>
          </ac:spMkLst>
        </pc:spChg>
        <pc:spChg chg="mod">
          <ac:chgData name="Occhipinti, Annalisa" userId="a66fcd2b-4181-400a-8ca1-7fdb013d8d8c" providerId="ADAL" clId="{C129F04F-E7D7-4B77-870D-37F7450394D8}" dt="2019-10-25T19:49:48.443" v="901" actId="20577"/>
          <ac:spMkLst>
            <pc:docMk/>
            <pc:sldMk cId="2066678380" sldId="292"/>
            <ac:spMk id="26" creationId="{9D276AFA-12AB-42BC-98E7-B64A5D467BFA}"/>
          </ac:spMkLst>
        </pc:spChg>
        <pc:spChg chg="mod">
          <ac:chgData name="Occhipinti, Annalisa" userId="a66fcd2b-4181-400a-8ca1-7fdb013d8d8c" providerId="ADAL" clId="{C129F04F-E7D7-4B77-870D-37F7450394D8}" dt="2019-10-25T19:52:08.835" v="1084" actId="20577"/>
          <ac:spMkLst>
            <pc:docMk/>
            <pc:sldMk cId="2066678380" sldId="292"/>
            <ac:spMk id="28" creationId="{FEA974DA-034B-440B-9AD7-B822603D3ADF}"/>
          </ac:spMkLst>
        </pc:spChg>
        <pc:spChg chg="del">
          <ac:chgData name="Occhipinti, Annalisa" userId="a66fcd2b-4181-400a-8ca1-7fdb013d8d8c" providerId="ADAL" clId="{C129F04F-E7D7-4B77-870D-37F7450394D8}" dt="2019-10-25T19:49:25.289" v="851" actId="478"/>
          <ac:spMkLst>
            <pc:docMk/>
            <pc:sldMk cId="2066678380" sldId="292"/>
            <ac:spMk id="29" creationId="{9B48C2A1-E160-4C9B-9ED6-8645C28E79D1}"/>
          </ac:spMkLst>
        </pc:spChg>
        <pc:spChg chg="mod">
          <ac:chgData name="Occhipinti, Annalisa" userId="a66fcd2b-4181-400a-8ca1-7fdb013d8d8c" providerId="ADAL" clId="{C129F04F-E7D7-4B77-870D-37F7450394D8}" dt="2019-10-25T19:50:49.256" v="1024" actId="20577"/>
          <ac:spMkLst>
            <pc:docMk/>
            <pc:sldMk cId="2066678380" sldId="292"/>
            <ac:spMk id="30" creationId="{8E423D85-FD40-4D85-9577-82171FF60A60}"/>
          </ac:spMkLst>
        </pc:spChg>
        <pc:spChg chg="mod">
          <ac:chgData name="Occhipinti, Annalisa" userId="a66fcd2b-4181-400a-8ca1-7fdb013d8d8c" providerId="ADAL" clId="{C129F04F-E7D7-4B77-870D-37F7450394D8}" dt="2019-10-25T19:50:34.708" v="1001" actId="14100"/>
          <ac:spMkLst>
            <pc:docMk/>
            <pc:sldMk cId="2066678380" sldId="292"/>
            <ac:spMk id="31" creationId="{2EBABE94-230C-4AEE-8766-619245C45946}"/>
          </ac:spMkLst>
        </pc:spChg>
        <pc:spChg chg="mod">
          <ac:chgData name="Occhipinti, Annalisa" userId="a66fcd2b-4181-400a-8ca1-7fdb013d8d8c" providerId="ADAL" clId="{C129F04F-E7D7-4B77-870D-37F7450394D8}" dt="2019-10-25T19:52:11.650" v="1087" actId="20577"/>
          <ac:spMkLst>
            <pc:docMk/>
            <pc:sldMk cId="2066678380" sldId="292"/>
            <ac:spMk id="33" creationId="{7C3550DD-7797-4AD0-8203-A03CE239CEB6}"/>
          </ac:spMkLst>
        </pc:spChg>
        <pc:spChg chg="del">
          <ac:chgData name="Occhipinti, Annalisa" userId="a66fcd2b-4181-400a-8ca1-7fdb013d8d8c" providerId="ADAL" clId="{C129F04F-E7D7-4B77-870D-37F7450394D8}" dt="2019-10-25T19:50:15.397" v="972" actId="478"/>
          <ac:spMkLst>
            <pc:docMk/>
            <pc:sldMk cId="2066678380" sldId="292"/>
            <ac:spMk id="34" creationId="{B3ED76C7-ED6B-46FA-8B7D-526F12B09E37}"/>
          </ac:spMkLst>
        </pc:spChg>
        <pc:spChg chg="del">
          <ac:chgData name="Occhipinti, Annalisa" userId="a66fcd2b-4181-400a-8ca1-7fdb013d8d8c" providerId="ADAL" clId="{C129F04F-E7D7-4B77-870D-37F7450394D8}" dt="2019-10-25T19:50:15.397" v="972" actId="478"/>
          <ac:spMkLst>
            <pc:docMk/>
            <pc:sldMk cId="2066678380" sldId="292"/>
            <ac:spMk id="35" creationId="{A53A2445-5232-46FD-BDBB-33B4377182AE}"/>
          </ac:spMkLst>
        </pc:spChg>
        <pc:spChg chg="mod">
          <ac:chgData name="Occhipinti, Annalisa" userId="a66fcd2b-4181-400a-8ca1-7fdb013d8d8c" providerId="ADAL" clId="{C129F04F-E7D7-4B77-870D-37F7450394D8}" dt="2019-10-25T19:50:29.028" v="992" actId="14100"/>
          <ac:spMkLst>
            <pc:docMk/>
            <pc:sldMk cId="2066678380" sldId="292"/>
            <ac:spMk id="36" creationId="{F4AB9633-F88F-43FA-9147-2593F122BA38}"/>
          </ac:spMkLst>
        </pc:spChg>
        <pc:spChg chg="add mod">
          <ac:chgData name="Occhipinti, Annalisa" userId="a66fcd2b-4181-400a-8ca1-7fdb013d8d8c" providerId="ADAL" clId="{C129F04F-E7D7-4B77-870D-37F7450394D8}" dt="2019-10-25T19:49:01.274" v="791" actId="20577"/>
          <ac:spMkLst>
            <pc:docMk/>
            <pc:sldMk cId="2066678380" sldId="292"/>
            <ac:spMk id="37" creationId="{98F45315-12E7-4918-9596-7402321542B6}"/>
          </ac:spMkLst>
        </pc:spChg>
        <pc:spChg chg="add mod">
          <ac:chgData name="Occhipinti, Annalisa" userId="a66fcd2b-4181-400a-8ca1-7fdb013d8d8c" providerId="ADAL" clId="{C129F04F-E7D7-4B77-870D-37F7450394D8}" dt="2019-10-25T19:49:30.852" v="853" actId="1076"/>
          <ac:spMkLst>
            <pc:docMk/>
            <pc:sldMk cId="2066678380" sldId="292"/>
            <ac:spMk id="38" creationId="{54835A64-1420-41A2-8D7A-16FB59DD6416}"/>
          </ac:spMkLst>
        </pc:spChg>
        <pc:spChg chg="add mod">
          <ac:chgData name="Occhipinti, Annalisa" userId="a66fcd2b-4181-400a-8ca1-7fdb013d8d8c" providerId="ADAL" clId="{C129F04F-E7D7-4B77-870D-37F7450394D8}" dt="2019-10-25T19:50:53.973" v="1027" actId="20577"/>
          <ac:spMkLst>
            <pc:docMk/>
            <pc:sldMk cId="2066678380" sldId="292"/>
            <ac:spMk id="39" creationId="{41F911E1-136F-4220-B9C2-CE24492C6516}"/>
          </ac:spMkLst>
        </pc:spChg>
        <pc:spChg chg="add mod">
          <ac:chgData name="Occhipinti, Annalisa" userId="a66fcd2b-4181-400a-8ca1-7fdb013d8d8c" providerId="ADAL" clId="{C129F04F-E7D7-4B77-870D-37F7450394D8}" dt="2019-10-25T19:50:19.299" v="974" actId="1076"/>
          <ac:spMkLst>
            <pc:docMk/>
            <pc:sldMk cId="2066678380" sldId="292"/>
            <ac:spMk id="40" creationId="{9AE95655-E9C6-4462-9CD5-267797A78722}"/>
          </ac:spMkLst>
        </pc:spChg>
      </pc:sldChg>
      <pc:sldChg chg="addSp delSp modSp add">
        <pc:chgData name="Occhipinti, Annalisa" userId="a66fcd2b-4181-400a-8ca1-7fdb013d8d8c" providerId="ADAL" clId="{C129F04F-E7D7-4B77-870D-37F7450394D8}" dt="2019-10-25T19:59:18.240" v="1834" actId="20577"/>
        <pc:sldMkLst>
          <pc:docMk/>
          <pc:sldMk cId="3643201347" sldId="293"/>
        </pc:sldMkLst>
        <pc:spChg chg="mod">
          <ac:chgData name="Occhipinti, Annalisa" userId="a66fcd2b-4181-400a-8ca1-7fdb013d8d8c" providerId="ADAL" clId="{C129F04F-E7D7-4B77-870D-37F7450394D8}" dt="2019-10-25T19:52:30.107" v="1135" actId="20577"/>
          <ac:spMkLst>
            <pc:docMk/>
            <pc:sldMk cId="3643201347" sldId="293"/>
            <ac:spMk id="2" creationId="{4F863604-967D-40F9-A52F-0E8315F24370}"/>
          </ac:spMkLst>
        </pc:spChg>
        <pc:spChg chg="mod">
          <ac:chgData name="Occhipinti, Annalisa" userId="a66fcd2b-4181-400a-8ca1-7fdb013d8d8c" providerId="ADAL" clId="{C129F04F-E7D7-4B77-870D-37F7450394D8}" dt="2019-10-25T19:52:15.241" v="1090" actId="20577"/>
          <ac:spMkLst>
            <pc:docMk/>
            <pc:sldMk cId="3643201347" sldId="293"/>
            <ac:spMk id="18" creationId="{8B4224F6-54CD-44DA-A23A-5BC7DCAD872B}"/>
          </ac:spMkLst>
        </pc:spChg>
        <pc:spChg chg="mod">
          <ac:chgData name="Occhipinti, Annalisa" userId="a66fcd2b-4181-400a-8ca1-7fdb013d8d8c" providerId="ADAL" clId="{C129F04F-E7D7-4B77-870D-37F7450394D8}" dt="2019-10-25T19:51:40.993" v="1074" actId="20577"/>
          <ac:spMkLst>
            <pc:docMk/>
            <pc:sldMk cId="3643201347" sldId="293"/>
            <ac:spMk id="19" creationId="{1D45244B-0997-4598-9437-BAE7D1AC8693}"/>
          </ac:spMkLst>
        </pc:spChg>
        <pc:spChg chg="del">
          <ac:chgData name="Occhipinti, Annalisa" userId="a66fcd2b-4181-400a-8ca1-7fdb013d8d8c" providerId="ADAL" clId="{C129F04F-E7D7-4B77-870D-37F7450394D8}" dt="2019-10-25T19:51:45.683" v="1075" actId="478"/>
          <ac:spMkLst>
            <pc:docMk/>
            <pc:sldMk cId="3643201347" sldId="293"/>
            <ac:spMk id="20" creationId="{2C8DF256-6B80-42F1-BBAE-FF789F91D38C}"/>
          </ac:spMkLst>
        </pc:spChg>
        <pc:spChg chg="mod">
          <ac:chgData name="Occhipinti, Annalisa" userId="a66fcd2b-4181-400a-8ca1-7fdb013d8d8c" providerId="ADAL" clId="{C129F04F-E7D7-4B77-870D-37F7450394D8}" dt="2019-10-25T19:55:55.264" v="1341" actId="1076"/>
          <ac:spMkLst>
            <pc:docMk/>
            <pc:sldMk cId="3643201347" sldId="293"/>
            <ac:spMk id="22" creationId="{5A575853-6D5F-4480-B7D9-C632D1D526EF}"/>
          </ac:spMkLst>
        </pc:spChg>
        <pc:spChg chg="mod">
          <ac:chgData name="Occhipinti, Annalisa" userId="a66fcd2b-4181-400a-8ca1-7fdb013d8d8c" providerId="ADAL" clId="{C129F04F-E7D7-4B77-870D-37F7450394D8}" dt="2019-10-25T19:55:55.264" v="1341" actId="1076"/>
          <ac:spMkLst>
            <pc:docMk/>
            <pc:sldMk cId="3643201347" sldId="293"/>
            <ac:spMk id="23" creationId="{BB66EDE7-1EF2-4501-B9A9-D13E9FC1B1D8}"/>
          </ac:spMkLst>
        </pc:spChg>
        <pc:spChg chg="add mod">
          <ac:chgData name="Occhipinti, Annalisa" userId="a66fcd2b-4181-400a-8ca1-7fdb013d8d8c" providerId="ADAL" clId="{C129F04F-E7D7-4B77-870D-37F7450394D8}" dt="2019-10-25T19:55:55.264" v="1341" actId="1076"/>
          <ac:spMkLst>
            <pc:docMk/>
            <pc:sldMk cId="3643201347" sldId="293"/>
            <ac:spMk id="24" creationId="{818764DD-832B-4BED-9470-F6E5006AF99B}"/>
          </ac:spMkLst>
        </pc:spChg>
        <pc:spChg chg="mod">
          <ac:chgData name="Occhipinti, Annalisa" userId="a66fcd2b-4181-400a-8ca1-7fdb013d8d8c" providerId="ADAL" clId="{C129F04F-E7D7-4B77-870D-37F7450394D8}" dt="2019-10-25T19:55:55.264" v="1341" actId="1076"/>
          <ac:spMkLst>
            <pc:docMk/>
            <pc:sldMk cId="3643201347" sldId="293"/>
            <ac:spMk id="25" creationId="{C639FB0A-DAD9-40E5-8EF4-CE70879F0375}"/>
          </ac:spMkLst>
        </pc:spChg>
        <pc:spChg chg="del mod">
          <ac:chgData name="Occhipinti, Annalisa" userId="a66fcd2b-4181-400a-8ca1-7fdb013d8d8c" providerId="ADAL" clId="{C129F04F-E7D7-4B77-870D-37F7450394D8}" dt="2019-10-25T19:52:27.880" v="1124"/>
          <ac:spMkLst>
            <pc:docMk/>
            <pc:sldMk cId="3643201347" sldId="293"/>
            <ac:spMk id="26" creationId="{9D276AFA-12AB-42BC-98E7-B64A5D467BFA}"/>
          </ac:spMkLst>
        </pc:spChg>
        <pc:spChg chg="mod">
          <ac:chgData name="Occhipinti, Annalisa" userId="a66fcd2b-4181-400a-8ca1-7fdb013d8d8c" providerId="ADAL" clId="{C129F04F-E7D7-4B77-870D-37F7450394D8}" dt="2019-10-25T19:53:30.937" v="1272" actId="1076"/>
          <ac:spMkLst>
            <pc:docMk/>
            <pc:sldMk cId="3643201347" sldId="293"/>
            <ac:spMk id="27" creationId="{6C7B4BE5-5AB9-4DA8-9D32-027D2763AC35}"/>
          </ac:spMkLst>
        </pc:spChg>
        <pc:spChg chg="mod">
          <ac:chgData name="Occhipinti, Annalisa" userId="a66fcd2b-4181-400a-8ca1-7fdb013d8d8c" providerId="ADAL" clId="{C129F04F-E7D7-4B77-870D-37F7450394D8}" dt="2019-10-25T19:53:38.210" v="1280" actId="14100"/>
          <ac:spMkLst>
            <pc:docMk/>
            <pc:sldMk cId="3643201347" sldId="293"/>
            <ac:spMk id="28" creationId="{FEA974DA-034B-440B-9AD7-B822603D3ADF}"/>
          </ac:spMkLst>
        </pc:spChg>
        <pc:spChg chg="add mod">
          <ac:chgData name="Occhipinti, Annalisa" userId="a66fcd2b-4181-400a-8ca1-7fdb013d8d8c" providerId="ADAL" clId="{C129F04F-E7D7-4B77-870D-37F7450394D8}" dt="2019-10-25T19:56:59.209" v="1485" actId="20577"/>
          <ac:spMkLst>
            <pc:docMk/>
            <pc:sldMk cId="3643201347" sldId="293"/>
            <ac:spMk id="29" creationId="{F9111FB2-893B-4224-9C2C-CE220D185E7C}"/>
          </ac:spMkLst>
        </pc:spChg>
        <pc:spChg chg="del mod">
          <ac:chgData name="Occhipinti, Annalisa" userId="a66fcd2b-4181-400a-8ca1-7fdb013d8d8c" providerId="ADAL" clId="{C129F04F-E7D7-4B77-870D-37F7450394D8}" dt="2019-10-25T19:53:52.372" v="1303" actId="478"/>
          <ac:spMkLst>
            <pc:docMk/>
            <pc:sldMk cId="3643201347" sldId="293"/>
            <ac:spMk id="30" creationId="{8E423D85-FD40-4D85-9577-82171FF60A60}"/>
          </ac:spMkLst>
        </pc:spChg>
        <pc:spChg chg="mod">
          <ac:chgData name="Occhipinti, Annalisa" userId="a66fcd2b-4181-400a-8ca1-7fdb013d8d8c" providerId="ADAL" clId="{C129F04F-E7D7-4B77-870D-37F7450394D8}" dt="2019-10-25T19:53:47.911" v="1301" actId="20577"/>
          <ac:spMkLst>
            <pc:docMk/>
            <pc:sldMk cId="3643201347" sldId="293"/>
            <ac:spMk id="31" creationId="{2EBABE94-230C-4AEE-8766-619245C45946}"/>
          </ac:spMkLst>
        </pc:spChg>
        <pc:spChg chg="mod">
          <ac:chgData name="Occhipinti, Annalisa" userId="a66fcd2b-4181-400a-8ca1-7fdb013d8d8c" providerId="ADAL" clId="{C129F04F-E7D7-4B77-870D-37F7450394D8}" dt="2019-10-25T19:55:59.216" v="1342" actId="1076"/>
          <ac:spMkLst>
            <pc:docMk/>
            <pc:sldMk cId="3643201347" sldId="293"/>
            <ac:spMk id="32" creationId="{5EC53FA0-1A21-4915-AEE9-4B2A1C26A2CF}"/>
          </ac:spMkLst>
        </pc:spChg>
        <pc:spChg chg="mod">
          <ac:chgData name="Occhipinti, Annalisa" userId="a66fcd2b-4181-400a-8ca1-7fdb013d8d8c" providerId="ADAL" clId="{C129F04F-E7D7-4B77-870D-37F7450394D8}" dt="2019-10-25T19:56:03.464" v="1348" actId="14100"/>
          <ac:spMkLst>
            <pc:docMk/>
            <pc:sldMk cId="3643201347" sldId="293"/>
            <ac:spMk id="33" creationId="{7C3550DD-7797-4AD0-8203-A03CE239CEB6}"/>
          </ac:spMkLst>
        </pc:spChg>
        <pc:spChg chg="add mod">
          <ac:chgData name="Occhipinti, Annalisa" userId="a66fcd2b-4181-400a-8ca1-7fdb013d8d8c" providerId="ADAL" clId="{C129F04F-E7D7-4B77-870D-37F7450394D8}" dt="2019-10-25T19:57:41.990" v="1617" actId="1076"/>
          <ac:spMkLst>
            <pc:docMk/>
            <pc:sldMk cId="3643201347" sldId="293"/>
            <ac:spMk id="34" creationId="{8F304B7A-3EB5-4C74-89B7-D2B3503A9D8A}"/>
          </ac:spMkLst>
        </pc:spChg>
        <pc:spChg chg="add mod">
          <ac:chgData name="Occhipinti, Annalisa" userId="a66fcd2b-4181-400a-8ca1-7fdb013d8d8c" providerId="ADAL" clId="{C129F04F-E7D7-4B77-870D-37F7450394D8}" dt="2019-10-25T19:57:46.435" v="1619" actId="20577"/>
          <ac:spMkLst>
            <pc:docMk/>
            <pc:sldMk cId="3643201347" sldId="293"/>
            <ac:spMk id="35" creationId="{8FFE57E7-55B8-406E-A229-036CF6153E36}"/>
          </ac:spMkLst>
        </pc:spChg>
        <pc:spChg chg="mod">
          <ac:chgData name="Occhipinti, Annalisa" userId="a66fcd2b-4181-400a-8ca1-7fdb013d8d8c" providerId="ADAL" clId="{C129F04F-E7D7-4B77-870D-37F7450394D8}" dt="2019-10-25T19:56:09.533" v="1361" actId="20577"/>
          <ac:spMkLst>
            <pc:docMk/>
            <pc:sldMk cId="3643201347" sldId="293"/>
            <ac:spMk id="36" creationId="{F4AB9633-F88F-43FA-9147-2593F122BA38}"/>
          </ac:spMkLst>
        </pc:spChg>
        <pc:spChg chg="del">
          <ac:chgData name="Occhipinti, Annalisa" userId="a66fcd2b-4181-400a-8ca1-7fdb013d8d8c" providerId="ADAL" clId="{C129F04F-E7D7-4B77-870D-37F7450394D8}" dt="2019-10-25T19:52:44.583" v="1149" actId="478"/>
          <ac:spMkLst>
            <pc:docMk/>
            <pc:sldMk cId="3643201347" sldId="293"/>
            <ac:spMk id="37" creationId="{98F45315-12E7-4918-9596-7402321542B6}"/>
          </ac:spMkLst>
        </pc:spChg>
        <pc:spChg chg="del mod">
          <ac:chgData name="Occhipinti, Annalisa" userId="a66fcd2b-4181-400a-8ca1-7fdb013d8d8c" providerId="ADAL" clId="{C129F04F-E7D7-4B77-870D-37F7450394D8}" dt="2019-10-25T19:53:51.013" v="1302" actId="478"/>
          <ac:spMkLst>
            <pc:docMk/>
            <pc:sldMk cId="3643201347" sldId="293"/>
            <ac:spMk id="38" creationId="{54835A64-1420-41A2-8D7A-16FB59DD6416}"/>
          </ac:spMkLst>
        </pc:spChg>
        <pc:spChg chg="mod">
          <ac:chgData name="Occhipinti, Annalisa" userId="a66fcd2b-4181-400a-8ca1-7fdb013d8d8c" providerId="ADAL" clId="{C129F04F-E7D7-4B77-870D-37F7450394D8}" dt="2019-10-25T19:57:36.269" v="1615" actId="20577"/>
          <ac:spMkLst>
            <pc:docMk/>
            <pc:sldMk cId="3643201347" sldId="293"/>
            <ac:spMk id="39" creationId="{41F911E1-136F-4220-B9C2-CE24492C6516}"/>
          </ac:spMkLst>
        </pc:spChg>
        <pc:spChg chg="del mod">
          <ac:chgData name="Occhipinti, Annalisa" userId="a66fcd2b-4181-400a-8ca1-7fdb013d8d8c" providerId="ADAL" clId="{C129F04F-E7D7-4B77-870D-37F7450394D8}" dt="2019-10-25T19:56:15.545" v="1362" actId="478"/>
          <ac:spMkLst>
            <pc:docMk/>
            <pc:sldMk cId="3643201347" sldId="293"/>
            <ac:spMk id="40" creationId="{9AE95655-E9C6-4462-9CD5-267797A78722}"/>
          </ac:spMkLst>
        </pc:spChg>
        <pc:spChg chg="add mod">
          <ac:chgData name="Occhipinti, Annalisa" userId="a66fcd2b-4181-400a-8ca1-7fdb013d8d8c" providerId="ADAL" clId="{C129F04F-E7D7-4B77-870D-37F7450394D8}" dt="2019-10-25T19:57:56.306" v="1645" actId="20577"/>
          <ac:spMkLst>
            <pc:docMk/>
            <pc:sldMk cId="3643201347" sldId="293"/>
            <ac:spMk id="41" creationId="{E63AB313-8493-47CB-BC55-17D3B56ED1D0}"/>
          </ac:spMkLst>
        </pc:spChg>
        <pc:spChg chg="add mod">
          <ac:chgData name="Occhipinti, Annalisa" userId="a66fcd2b-4181-400a-8ca1-7fdb013d8d8c" providerId="ADAL" clId="{C129F04F-E7D7-4B77-870D-37F7450394D8}" dt="2019-10-25T19:58:20.864" v="1702" actId="20577"/>
          <ac:spMkLst>
            <pc:docMk/>
            <pc:sldMk cId="3643201347" sldId="293"/>
            <ac:spMk id="42" creationId="{C30BAD61-FD16-4F63-99CA-540C4D6B335C}"/>
          </ac:spMkLst>
        </pc:spChg>
        <pc:spChg chg="add mod">
          <ac:chgData name="Occhipinti, Annalisa" userId="a66fcd2b-4181-400a-8ca1-7fdb013d8d8c" providerId="ADAL" clId="{C129F04F-E7D7-4B77-870D-37F7450394D8}" dt="2019-10-25T19:58:30.449" v="1704" actId="1076"/>
          <ac:spMkLst>
            <pc:docMk/>
            <pc:sldMk cId="3643201347" sldId="293"/>
            <ac:spMk id="43" creationId="{CD6D4868-EED2-4096-831C-B058D68CB55B}"/>
          </ac:spMkLst>
        </pc:spChg>
        <pc:spChg chg="add mod">
          <ac:chgData name="Occhipinti, Annalisa" userId="a66fcd2b-4181-400a-8ca1-7fdb013d8d8c" providerId="ADAL" clId="{C129F04F-E7D7-4B77-870D-37F7450394D8}" dt="2019-10-25T19:58:34.351" v="1706" actId="20577"/>
          <ac:spMkLst>
            <pc:docMk/>
            <pc:sldMk cId="3643201347" sldId="293"/>
            <ac:spMk id="44" creationId="{DC6435D8-2F90-4B82-AC36-84DC07C6D8E6}"/>
          </ac:spMkLst>
        </pc:spChg>
        <pc:spChg chg="add mod">
          <ac:chgData name="Occhipinti, Annalisa" userId="a66fcd2b-4181-400a-8ca1-7fdb013d8d8c" providerId="ADAL" clId="{C129F04F-E7D7-4B77-870D-37F7450394D8}" dt="2019-10-25T19:58:43.305" v="1719" actId="20577"/>
          <ac:spMkLst>
            <pc:docMk/>
            <pc:sldMk cId="3643201347" sldId="293"/>
            <ac:spMk id="45" creationId="{731EC8D0-C878-4608-82A2-D0186D206AF4}"/>
          </ac:spMkLst>
        </pc:spChg>
        <pc:spChg chg="add mod">
          <ac:chgData name="Occhipinti, Annalisa" userId="a66fcd2b-4181-400a-8ca1-7fdb013d8d8c" providerId="ADAL" clId="{C129F04F-E7D7-4B77-870D-37F7450394D8}" dt="2019-10-25T19:59:18.240" v="1834" actId="20577"/>
          <ac:spMkLst>
            <pc:docMk/>
            <pc:sldMk cId="3643201347" sldId="293"/>
            <ac:spMk id="46" creationId="{988026C8-3A73-4953-855A-8C8B7FA4CF5B}"/>
          </ac:spMkLst>
        </pc:spChg>
      </pc:sldChg>
    </pc:docChg>
  </pc:docChgLst>
  <pc:docChgLst>
    <pc:chgData name="Occhipinti, Annalisa" userId="a66fcd2b-4181-400a-8ca1-7fdb013d8d8c" providerId="ADAL" clId="{6B164C28-414D-496F-92BD-7FC821717FE5}"/>
    <pc:docChg chg="undo custSel mod addSld delSld modSld sldOrd">
      <pc:chgData name="Occhipinti, Annalisa" userId="a66fcd2b-4181-400a-8ca1-7fdb013d8d8c" providerId="ADAL" clId="{6B164C28-414D-496F-92BD-7FC821717FE5}" dt="2020-11-25T14:35:49.580" v="1424" actId="1582"/>
      <pc:docMkLst>
        <pc:docMk/>
      </pc:docMkLst>
      <pc:sldChg chg="modSp">
        <pc:chgData name="Occhipinti, Annalisa" userId="a66fcd2b-4181-400a-8ca1-7fdb013d8d8c" providerId="ADAL" clId="{6B164C28-414D-496F-92BD-7FC821717FE5}" dt="2020-11-17T14:58:04.608" v="398" actId="20577"/>
        <pc:sldMkLst>
          <pc:docMk/>
          <pc:sldMk cId="1149176039" sldId="256"/>
        </pc:sldMkLst>
        <pc:spChg chg="mod">
          <ac:chgData name="Occhipinti, Annalisa" userId="a66fcd2b-4181-400a-8ca1-7fdb013d8d8c" providerId="ADAL" clId="{6B164C28-414D-496F-92BD-7FC821717FE5}" dt="2020-11-17T14:58:04.608" v="398" actId="20577"/>
          <ac:spMkLst>
            <pc:docMk/>
            <pc:sldMk cId="1149176039" sldId="256"/>
            <ac:spMk id="18" creationId="{67ABA581-7897-49E5-98D9-3414F9D8A384}"/>
          </ac:spMkLst>
        </pc:spChg>
      </pc:sldChg>
      <pc:sldChg chg="del">
        <pc:chgData name="Occhipinti, Annalisa" userId="a66fcd2b-4181-400a-8ca1-7fdb013d8d8c" providerId="ADAL" clId="{6B164C28-414D-496F-92BD-7FC821717FE5}" dt="2020-11-17T14:49:31.332" v="13" actId="2696"/>
        <pc:sldMkLst>
          <pc:docMk/>
          <pc:sldMk cId="2346591898" sldId="274"/>
        </pc:sldMkLst>
      </pc:sldChg>
      <pc:sldChg chg="del">
        <pc:chgData name="Occhipinti, Annalisa" userId="a66fcd2b-4181-400a-8ca1-7fdb013d8d8c" providerId="ADAL" clId="{6B164C28-414D-496F-92BD-7FC821717FE5}" dt="2020-11-17T14:49:31.308" v="11" actId="2696"/>
        <pc:sldMkLst>
          <pc:docMk/>
          <pc:sldMk cId="1602459583" sldId="277"/>
        </pc:sldMkLst>
      </pc:sldChg>
      <pc:sldChg chg="modSp modAnim">
        <pc:chgData name="Occhipinti, Annalisa" userId="a66fcd2b-4181-400a-8ca1-7fdb013d8d8c" providerId="ADAL" clId="{6B164C28-414D-496F-92BD-7FC821717FE5}" dt="2020-11-17T14:50:32.631" v="188" actId="20577"/>
        <pc:sldMkLst>
          <pc:docMk/>
          <pc:sldMk cId="1473191283" sldId="278"/>
        </pc:sldMkLst>
        <pc:spChg chg="mod">
          <ac:chgData name="Occhipinti, Annalisa" userId="a66fcd2b-4181-400a-8ca1-7fdb013d8d8c" providerId="ADAL" clId="{6B164C28-414D-496F-92BD-7FC821717FE5}" dt="2020-11-17T14:50:32.631" v="188" actId="20577"/>
          <ac:spMkLst>
            <pc:docMk/>
            <pc:sldMk cId="1473191283" sldId="278"/>
            <ac:spMk id="2" creationId="{00000000-0000-0000-0000-000000000000}"/>
          </ac:spMkLst>
        </pc:spChg>
      </pc:sldChg>
      <pc:sldChg chg="del">
        <pc:chgData name="Occhipinti, Annalisa" userId="a66fcd2b-4181-400a-8ca1-7fdb013d8d8c" providerId="ADAL" clId="{6B164C28-414D-496F-92BD-7FC821717FE5}" dt="2020-11-17T14:49:31.318" v="12" actId="2696"/>
        <pc:sldMkLst>
          <pc:docMk/>
          <pc:sldMk cId="1072190223" sldId="280"/>
        </pc:sldMkLst>
      </pc:sldChg>
      <pc:sldChg chg="del">
        <pc:chgData name="Occhipinti, Annalisa" userId="a66fcd2b-4181-400a-8ca1-7fdb013d8d8c" providerId="ADAL" clId="{6B164C28-414D-496F-92BD-7FC821717FE5}" dt="2020-11-17T14:49:31.339" v="14" actId="2696"/>
        <pc:sldMkLst>
          <pc:docMk/>
          <pc:sldMk cId="1250714060" sldId="364"/>
        </pc:sldMkLst>
      </pc:sldChg>
      <pc:sldChg chg="del">
        <pc:chgData name="Occhipinti, Annalisa" userId="a66fcd2b-4181-400a-8ca1-7fdb013d8d8c" providerId="ADAL" clId="{6B164C28-414D-496F-92BD-7FC821717FE5}" dt="2020-11-17T14:49:31.144" v="1" actId="2696"/>
        <pc:sldMkLst>
          <pc:docMk/>
          <pc:sldMk cId="3044792806" sldId="501"/>
        </pc:sldMkLst>
      </pc:sldChg>
      <pc:sldChg chg="del">
        <pc:chgData name="Occhipinti, Annalisa" userId="a66fcd2b-4181-400a-8ca1-7fdb013d8d8c" providerId="ADAL" clId="{6B164C28-414D-496F-92BD-7FC821717FE5}" dt="2020-11-17T14:49:31.162" v="2" actId="2696"/>
        <pc:sldMkLst>
          <pc:docMk/>
          <pc:sldMk cId="3888819992" sldId="502"/>
        </pc:sldMkLst>
      </pc:sldChg>
      <pc:sldChg chg="del">
        <pc:chgData name="Occhipinti, Annalisa" userId="a66fcd2b-4181-400a-8ca1-7fdb013d8d8c" providerId="ADAL" clId="{6B164C28-414D-496F-92BD-7FC821717FE5}" dt="2020-11-17T14:49:31.202" v="5" actId="2696"/>
        <pc:sldMkLst>
          <pc:docMk/>
          <pc:sldMk cId="1606568356" sldId="503"/>
        </pc:sldMkLst>
      </pc:sldChg>
      <pc:sldChg chg="del">
        <pc:chgData name="Occhipinti, Annalisa" userId="a66fcd2b-4181-400a-8ca1-7fdb013d8d8c" providerId="ADAL" clId="{6B164C28-414D-496F-92BD-7FC821717FE5}" dt="2020-11-17T14:49:31.217" v="6" actId="2696"/>
        <pc:sldMkLst>
          <pc:docMk/>
          <pc:sldMk cId="3579248324" sldId="504"/>
        </pc:sldMkLst>
      </pc:sldChg>
      <pc:sldChg chg="del">
        <pc:chgData name="Occhipinti, Annalisa" userId="a66fcd2b-4181-400a-8ca1-7fdb013d8d8c" providerId="ADAL" clId="{6B164C28-414D-496F-92BD-7FC821717FE5}" dt="2020-11-17T14:49:31.231" v="7" actId="2696"/>
        <pc:sldMkLst>
          <pc:docMk/>
          <pc:sldMk cId="1637322082" sldId="505"/>
        </pc:sldMkLst>
      </pc:sldChg>
      <pc:sldChg chg="del">
        <pc:chgData name="Occhipinti, Annalisa" userId="a66fcd2b-4181-400a-8ca1-7fdb013d8d8c" providerId="ADAL" clId="{6B164C28-414D-496F-92BD-7FC821717FE5}" dt="2020-11-17T14:49:31.248" v="8" actId="2696"/>
        <pc:sldMkLst>
          <pc:docMk/>
          <pc:sldMk cId="2397545959" sldId="506"/>
        </pc:sldMkLst>
      </pc:sldChg>
      <pc:sldChg chg="del">
        <pc:chgData name="Occhipinti, Annalisa" userId="a66fcd2b-4181-400a-8ca1-7fdb013d8d8c" providerId="ADAL" clId="{6B164C28-414D-496F-92BD-7FC821717FE5}" dt="2020-11-17T14:49:31.267" v="9" actId="2696"/>
        <pc:sldMkLst>
          <pc:docMk/>
          <pc:sldMk cId="714477354" sldId="507"/>
        </pc:sldMkLst>
      </pc:sldChg>
      <pc:sldChg chg="del">
        <pc:chgData name="Occhipinti, Annalisa" userId="a66fcd2b-4181-400a-8ca1-7fdb013d8d8c" providerId="ADAL" clId="{6B164C28-414D-496F-92BD-7FC821717FE5}" dt="2020-11-17T14:49:31.289" v="10" actId="2696"/>
        <pc:sldMkLst>
          <pc:docMk/>
          <pc:sldMk cId="3969090368" sldId="508"/>
        </pc:sldMkLst>
      </pc:sldChg>
      <pc:sldChg chg="del">
        <pc:chgData name="Occhipinti, Annalisa" userId="a66fcd2b-4181-400a-8ca1-7fdb013d8d8c" providerId="ADAL" clId="{6B164C28-414D-496F-92BD-7FC821717FE5}" dt="2020-11-17T14:49:31.177" v="3" actId="2696"/>
        <pc:sldMkLst>
          <pc:docMk/>
          <pc:sldMk cId="1644310337" sldId="509"/>
        </pc:sldMkLst>
      </pc:sldChg>
      <pc:sldChg chg="del">
        <pc:chgData name="Occhipinti, Annalisa" userId="a66fcd2b-4181-400a-8ca1-7fdb013d8d8c" providerId="ADAL" clId="{6B164C28-414D-496F-92BD-7FC821717FE5}" dt="2020-11-17T14:49:31.187" v="4" actId="2696"/>
        <pc:sldMkLst>
          <pc:docMk/>
          <pc:sldMk cId="3793393114" sldId="510"/>
        </pc:sldMkLst>
      </pc:sldChg>
      <pc:sldChg chg="del">
        <pc:chgData name="Occhipinti, Annalisa" userId="a66fcd2b-4181-400a-8ca1-7fdb013d8d8c" providerId="ADAL" clId="{6B164C28-414D-496F-92BD-7FC821717FE5}" dt="2020-11-17T14:49:31.355" v="15" actId="2696"/>
        <pc:sldMkLst>
          <pc:docMk/>
          <pc:sldMk cId="712840208" sldId="511"/>
        </pc:sldMkLst>
      </pc:sldChg>
      <pc:sldChg chg="del">
        <pc:chgData name="Occhipinti, Annalisa" userId="a66fcd2b-4181-400a-8ca1-7fdb013d8d8c" providerId="ADAL" clId="{6B164C28-414D-496F-92BD-7FC821717FE5}" dt="2020-11-17T14:49:31.390" v="16" actId="2696"/>
        <pc:sldMkLst>
          <pc:docMk/>
          <pc:sldMk cId="2573114832" sldId="512"/>
        </pc:sldMkLst>
      </pc:sldChg>
      <pc:sldChg chg="del">
        <pc:chgData name="Occhipinti, Annalisa" userId="a66fcd2b-4181-400a-8ca1-7fdb013d8d8c" providerId="ADAL" clId="{6B164C28-414D-496F-92BD-7FC821717FE5}" dt="2020-11-17T14:49:31.429" v="17" actId="2696"/>
        <pc:sldMkLst>
          <pc:docMk/>
          <pc:sldMk cId="600056118" sldId="513"/>
        </pc:sldMkLst>
      </pc:sldChg>
      <pc:sldChg chg="del">
        <pc:chgData name="Occhipinti, Annalisa" userId="a66fcd2b-4181-400a-8ca1-7fdb013d8d8c" providerId="ADAL" clId="{6B164C28-414D-496F-92BD-7FC821717FE5}" dt="2020-11-17T14:49:31.452" v="18" actId="2696"/>
        <pc:sldMkLst>
          <pc:docMk/>
          <pc:sldMk cId="984757465" sldId="514"/>
        </pc:sldMkLst>
      </pc:sldChg>
      <pc:sldChg chg="del">
        <pc:chgData name="Occhipinti, Annalisa" userId="a66fcd2b-4181-400a-8ca1-7fdb013d8d8c" providerId="ADAL" clId="{6B164C28-414D-496F-92BD-7FC821717FE5}" dt="2020-11-17T14:49:31.470" v="19" actId="2696"/>
        <pc:sldMkLst>
          <pc:docMk/>
          <pc:sldMk cId="1837458993" sldId="515"/>
        </pc:sldMkLst>
      </pc:sldChg>
      <pc:sldChg chg="del">
        <pc:chgData name="Occhipinti, Annalisa" userId="a66fcd2b-4181-400a-8ca1-7fdb013d8d8c" providerId="ADAL" clId="{6B164C28-414D-496F-92BD-7FC821717FE5}" dt="2020-11-17T14:49:31.491" v="20" actId="2696"/>
        <pc:sldMkLst>
          <pc:docMk/>
          <pc:sldMk cId="4205522343" sldId="516"/>
        </pc:sldMkLst>
      </pc:sldChg>
      <pc:sldChg chg="del">
        <pc:chgData name="Occhipinti, Annalisa" userId="a66fcd2b-4181-400a-8ca1-7fdb013d8d8c" providerId="ADAL" clId="{6B164C28-414D-496F-92BD-7FC821717FE5}" dt="2020-11-17T14:49:31.513" v="21" actId="2696"/>
        <pc:sldMkLst>
          <pc:docMk/>
          <pc:sldMk cId="3444226548" sldId="517"/>
        </pc:sldMkLst>
      </pc:sldChg>
      <pc:sldChg chg="del">
        <pc:chgData name="Occhipinti, Annalisa" userId="a66fcd2b-4181-400a-8ca1-7fdb013d8d8c" providerId="ADAL" clId="{6B164C28-414D-496F-92BD-7FC821717FE5}" dt="2020-11-17T14:49:31.550" v="22" actId="2696"/>
        <pc:sldMkLst>
          <pc:docMk/>
          <pc:sldMk cId="3147542322" sldId="518"/>
        </pc:sldMkLst>
      </pc:sldChg>
      <pc:sldChg chg="del">
        <pc:chgData name="Occhipinti, Annalisa" userId="a66fcd2b-4181-400a-8ca1-7fdb013d8d8c" providerId="ADAL" clId="{6B164C28-414D-496F-92BD-7FC821717FE5}" dt="2020-11-17T14:49:31.571" v="23" actId="2696"/>
        <pc:sldMkLst>
          <pc:docMk/>
          <pc:sldMk cId="3487337716" sldId="519"/>
        </pc:sldMkLst>
      </pc:sldChg>
      <pc:sldChg chg="del">
        <pc:chgData name="Occhipinti, Annalisa" userId="a66fcd2b-4181-400a-8ca1-7fdb013d8d8c" providerId="ADAL" clId="{6B164C28-414D-496F-92BD-7FC821717FE5}" dt="2020-11-17T14:49:31.592" v="24" actId="2696"/>
        <pc:sldMkLst>
          <pc:docMk/>
          <pc:sldMk cId="676441934" sldId="520"/>
        </pc:sldMkLst>
      </pc:sldChg>
      <pc:sldChg chg="del">
        <pc:chgData name="Occhipinti, Annalisa" userId="a66fcd2b-4181-400a-8ca1-7fdb013d8d8c" providerId="ADAL" clId="{6B164C28-414D-496F-92BD-7FC821717FE5}" dt="2020-11-17T14:49:31.618" v="25" actId="2696"/>
        <pc:sldMkLst>
          <pc:docMk/>
          <pc:sldMk cId="135114350" sldId="521"/>
        </pc:sldMkLst>
      </pc:sldChg>
      <pc:sldChg chg="del">
        <pc:chgData name="Occhipinti, Annalisa" userId="a66fcd2b-4181-400a-8ca1-7fdb013d8d8c" providerId="ADAL" clId="{6B164C28-414D-496F-92BD-7FC821717FE5}" dt="2020-11-17T14:49:31.644" v="26" actId="2696"/>
        <pc:sldMkLst>
          <pc:docMk/>
          <pc:sldMk cId="3053451492" sldId="522"/>
        </pc:sldMkLst>
      </pc:sldChg>
      <pc:sldChg chg="del">
        <pc:chgData name="Occhipinti, Annalisa" userId="a66fcd2b-4181-400a-8ca1-7fdb013d8d8c" providerId="ADAL" clId="{6B164C28-414D-496F-92BD-7FC821717FE5}" dt="2020-11-17T14:49:31.666" v="27" actId="2696"/>
        <pc:sldMkLst>
          <pc:docMk/>
          <pc:sldMk cId="342570841" sldId="523"/>
        </pc:sldMkLst>
      </pc:sldChg>
      <pc:sldChg chg="del">
        <pc:chgData name="Occhipinti, Annalisa" userId="a66fcd2b-4181-400a-8ca1-7fdb013d8d8c" providerId="ADAL" clId="{6B164C28-414D-496F-92BD-7FC821717FE5}" dt="2020-11-17T14:49:31.688" v="28" actId="2696"/>
        <pc:sldMkLst>
          <pc:docMk/>
          <pc:sldMk cId="973595247" sldId="524"/>
        </pc:sldMkLst>
      </pc:sldChg>
      <pc:sldChg chg="del">
        <pc:chgData name="Occhipinti, Annalisa" userId="a66fcd2b-4181-400a-8ca1-7fdb013d8d8c" providerId="ADAL" clId="{6B164C28-414D-496F-92BD-7FC821717FE5}" dt="2020-11-17T14:49:31.732" v="29" actId="2696"/>
        <pc:sldMkLst>
          <pc:docMk/>
          <pc:sldMk cId="2397489264" sldId="525"/>
        </pc:sldMkLst>
      </pc:sldChg>
      <pc:sldChg chg="del">
        <pc:chgData name="Occhipinti, Annalisa" userId="a66fcd2b-4181-400a-8ca1-7fdb013d8d8c" providerId="ADAL" clId="{6B164C28-414D-496F-92BD-7FC821717FE5}" dt="2020-11-17T14:49:31.761" v="30" actId="2696"/>
        <pc:sldMkLst>
          <pc:docMk/>
          <pc:sldMk cId="4143236363" sldId="526"/>
        </pc:sldMkLst>
      </pc:sldChg>
      <pc:sldChg chg="del">
        <pc:chgData name="Occhipinti, Annalisa" userId="a66fcd2b-4181-400a-8ca1-7fdb013d8d8c" providerId="ADAL" clId="{6B164C28-414D-496F-92BD-7FC821717FE5}" dt="2020-11-17T14:49:31.775" v="32" actId="2696"/>
        <pc:sldMkLst>
          <pc:docMk/>
          <pc:sldMk cId="586711732" sldId="527"/>
        </pc:sldMkLst>
      </pc:sldChg>
      <pc:sldChg chg="del">
        <pc:chgData name="Occhipinti, Annalisa" userId="a66fcd2b-4181-400a-8ca1-7fdb013d8d8c" providerId="ADAL" clId="{6B164C28-414D-496F-92BD-7FC821717FE5}" dt="2020-11-17T14:49:31.787" v="33" actId="2696"/>
        <pc:sldMkLst>
          <pc:docMk/>
          <pc:sldMk cId="3381756397" sldId="529"/>
        </pc:sldMkLst>
      </pc:sldChg>
      <pc:sldChg chg="del">
        <pc:chgData name="Occhipinti, Annalisa" userId="a66fcd2b-4181-400a-8ca1-7fdb013d8d8c" providerId="ADAL" clId="{6B164C28-414D-496F-92BD-7FC821717FE5}" dt="2020-11-17T14:49:31.815" v="35" actId="2696"/>
        <pc:sldMkLst>
          <pc:docMk/>
          <pc:sldMk cId="944537601" sldId="530"/>
        </pc:sldMkLst>
      </pc:sldChg>
      <pc:sldChg chg="del">
        <pc:chgData name="Occhipinti, Annalisa" userId="a66fcd2b-4181-400a-8ca1-7fdb013d8d8c" providerId="ADAL" clId="{6B164C28-414D-496F-92BD-7FC821717FE5}" dt="2020-11-17T14:49:31.832" v="36" actId="2696"/>
        <pc:sldMkLst>
          <pc:docMk/>
          <pc:sldMk cId="665997737" sldId="531"/>
        </pc:sldMkLst>
      </pc:sldChg>
      <pc:sldChg chg="del">
        <pc:chgData name="Occhipinti, Annalisa" userId="a66fcd2b-4181-400a-8ca1-7fdb013d8d8c" providerId="ADAL" clId="{6B164C28-414D-496F-92BD-7FC821717FE5}" dt="2020-11-17T14:49:31.844" v="37" actId="2696"/>
        <pc:sldMkLst>
          <pc:docMk/>
          <pc:sldMk cId="1724450956" sldId="532"/>
        </pc:sldMkLst>
      </pc:sldChg>
      <pc:sldChg chg="del">
        <pc:chgData name="Occhipinti, Annalisa" userId="a66fcd2b-4181-400a-8ca1-7fdb013d8d8c" providerId="ADAL" clId="{6B164C28-414D-496F-92BD-7FC821717FE5}" dt="2020-11-17T14:49:31.849" v="38" actId="2696"/>
        <pc:sldMkLst>
          <pc:docMk/>
          <pc:sldMk cId="950788960" sldId="534"/>
        </pc:sldMkLst>
      </pc:sldChg>
      <pc:sldChg chg="del">
        <pc:chgData name="Occhipinti, Annalisa" userId="a66fcd2b-4181-400a-8ca1-7fdb013d8d8c" providerId="ADAL" clId="{6B164C28-414D-496F-92BD-7FC821717FE5}" dt="2020-11-17T14:49:31.854" v="39" actId="2696"/>
        <pc:sldMkLst>
          <pc:docMk/>
          <pc:sldMk cId="2101970460" sldId="535"/>
        </pc:sldMkLst>
      </pc:sldChg>
      <pc:sldChg chg="del">
        <pc:chgData name="Occhipinti, Annalisa" userId="a66fcd2b-4181-400a-8ca1-7fdb013d8d8c" providerId="ADAL" clId="{6B164C28-414D-496F-92BD-7FC821717FE5}" dt="2020-11-17T14:49:33.710" v="40" actId="2696"/>
        <pc:sldMkLst>
          <pc:docMk/>
          <pc:sldMk cId="2412236617" sldId="544"/>
        </pc:sldMkLst>
      </pc:sldChg>
      <pc:sldChg chg="addSp modSp">
        <pc:chgData name="Occhipinti, Annalisa" userId="a66fcd2b-4181-400a-8ca1-7fdb013d8d8c" providerId="ADAL" clId="{6B164C28-414D-496F-92BD-7FC821717FE5}" dt="2020-11-17T14:55:02.724" v="319"/>
        <pc:sldMkLst>
          <pc:docMk/>
          <pc:sldMk cId="3434795984" sldId="546"/>
        </pc:sldMkLst>
        <pc:spChg chg="mod">
          <ac:chgData name="Occhipinti, Annalisa" userId="a66fcd2b-4181-400a-8ca1-7fdb013d8d8c" providerId="ADAL" clId="{6B164C28-414D-496F-92BD-7FC821717FE5}" dt="2020-11-17T14:54:43.920" v="317" actId="1076"/>
          <ac:spMkLst>
            <pc:docMk/>
            <pc:sldMk cId="3434795984" sldId="546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6B164C28-414D-496F-92BD-7FC821717FE5}" dt="2020-11-17T14:54:39.464" v="315" actId="1076"/>
          <ac:spMkLst>
            <pc:docMk/>
            <pc:sldMk cId="3434795984" sldId="546"/>
            <ac:spMk id="6" creationId="{00000000-0000-0000-0000-000000000000}"/>
          </ac:spMkLst>
        </pc:spChg>
        <pc:picChg chg="mod">
          <ac:chgData name="Occhipinti, Annalisa" userId="a66fcd2b-4181-400a-8ca1-7fdb013d8d8c" providerId="ADAL" clId="{6B164C28-414D-496F-92BD-7FC821717FE5}" dt="2020-11-17T14:54:39.464" v="315" actId="1076"/>
          <ac:picMkLst>
            <pc:docMk/>
            <pc:sldMk cId="3434795984" sldId="546"/>
            <ac:picMk id="4" creationId="{00000000-0000-0000-0000-000000000000}"/>
          </ac:picMkLst>
        </pc:picChg>
        <pc:picChg chg="add mod">
          <ac:chgData name="Occhipinti, Annalisa" userId="a66fcd2b-4181-400a-8ca1-7fdb013d8d8c" providerId="ADAL" clId="{6B164C28-414D-496F-92BD-7FC821717FE5}" dt="2020-11-17T14:55:02.724" v="319"/>
          <ac:picMkLst>
            <pc:docMk/>
            <pc:sldMk cId="3434795984" sldId="546"/>
            <ac:picMk id="7" creationId="{6CB1D5AF-E2A5-46AC-A3BD-53F81FCF1A1C}"/>
          </ac:picMkLst>
        </pc:picChg>
      </pc:sldChg>
      <pc:sldChg chg="del">
        <pc:chgData name="Occhipinti, Annalisa" userId="a66fcd2b-4181-400a-8ca1-7fdb013d8d8c" providerId="ADAL" clId="{6B164C28-414D-496F-92BD-7FC821717FE5}" dt="2020-11-17T14:49:31.801" v="34" actId="2696"/>
        <pc:sldMkLst>
          <pc:docMk/>
          <pc:sldMk cId="1508112656" sldId="547"/>
        </pc:sldMkLst>
      </pc:sldChg>
      <pc:sldChg chg="addSp modSp add">
        <pc:chgData name="Occhipinti, Annalisa" userId="a66fcd2b-4181-400a-8ca1-7fdb013d8d8c" providerId="ADAL" clId="{6B164C28-414D-496F-92BD-7FC821717FE5}" dt="2020-11-17T14:58:16.608" v="403" actId="20577"/>
        <pc:sldMkLst>
          <pc:docMk/>
          <pc:sldMk cId="3303750758" sldId="547"/>
        </pc:sldMkLst>
        <pc:spChg chg="mod">
          <ac:chgData name="Occhipinti, Annalisa" userId="a66fcd2b-4181-400a-8ca1-7fdb013d8d8c" providerId="ADAL" clId="{6B164C28-414D-496F-92BD-7FC821717FE5}" dt="2020-11-17T14:58:16.608" v="403" actId="20577"/>
          <ac:spMkLst>
            <pc:docMk/>
            <pc:sldMk cId="3303750758" sldId="547"/>
            <ac:spMk id="2" creationId="{1862C936-FF4E-45B6-B339-F7C5622FC62C}"/>
          </ac:spMkLst>
        </pc:spChg>
        <pc:spChg chg="mod">
          <ac:chgData name="Occhipinti, Annalisa" userId="a66fcd2b-4181-400a-8ca1-7fdb013d8d8c" providerId="ADAL" clId="{6B164C28-414D-496F-92BD-7FC821717FE5}" dt="2020-11-17T14:51:17.104" v="205" actId="20577"/>
          <ac:spMkLst>
            <pc:docMk/>
            <pc:sldMk cId="3303750758" sldId="547"/>
            <ac:spMk id="4" creationId="{268531A5-FF14-4F39-BF6C-3EFD58A2F3B5}"/>
          </ac:spMkLst>
        </pc:spChg>
        <pc:picChg chg="add mod">
          <ac:chgData name="Occhipinti, Annalisa" userId="a66fcd2b-4181-400a-8ca1-7fdb013d8d8c" providerId="ADAL" clId="{6B164C28-414D-496F-92BD-7FC821717FE5}" dt="2020-11-17T14:51:40.063" v="208" actId="1076"/>
          <ac:picMkLst>
            <pc:docMk/>
            <pc:sldMk cId="3303750758" sldId="547"/>
            <ac:picMk id="6" creationId="{C950E4DF-A11C-4473-99E7-C177A975A916}"/>
          </ac:picMkLst>
        </pc:picChg>
      </pc:sldChg>
      <pc:sldChg chg="addSp delSp modSp add mod modClrScheme chgLayout">
        <pc:chgData name="Occhipinti, Annalisa" userId="a66fcd2b-4181-400a-8ca1-7fdb013d8d8c" providerId="ADAL" clId="{6B164C28-414D-496F-92BD-7FC821717FE5}" dt="2020-11-17T14:53:21.023" v="262" actId="14100"/>
        <pc:sldMkLst>
          <pc:docMk/>
          <pc:sldMk cId="2382349509" sldId="548"/>
        </pc:sldMkLst>
        <pc:spChg chg="mod ord">
          <ac:chgData name="Occhipinti, Annalisa" userId="a66fcd2b-4181-400a-8ca1-7fdb013d8d8c" providerId="ADAL" clId="{6B164C28-414D-496F-92BD-7FC821717FE5}" dt="2020-11-17T14:53:08.837" v="260" actId="26606"/>
          <ac:spMkLst>
            <pc:docMk/>
            <pc:sldMk cId="2382349509" sldId="548"/>
            <ac:spMk id="2" creationId="{C4DBC606-5DD8-44E2-822C-F442A19CAF0F}"/>
          </ac:spMkLst>
        </pc:spChg>
        <pc:spChg chg="mod ord">
          <ac:chgData name="Occhipinti, Annalisa" userId="a66fcd2b-4181-400a-8ca1-7fdb013d8d8c" providerId="ADAL" clId="{6B164C28-414D-496F-92BD-7FC821717FE5}" dt="2020-11-17T14:53:08.837" v="260" actId="26606"/>
          <ac:spMkLst>
            <pc:docMk/>
            <pc:sldMk cId="2382349509" sldId="548"/>
            <ac:spMk id="3" creationId="{BAFDC7CF-4E24-4D9B-B04A-14E22949E8FB}"/>
          </ac:spMkLst>
        </pc:spChg>
        <pc:spChg chg="mod">
          <ac:chgData name="Occhipinti, Annalisa" userId="a66fcd2b-4181-400a-8ca1-7fdb013d8d8c" providerId="ADAL" clId="{6B164C28-414D-496F-92BD-7FC821717FE5}" dt="2020-11-17T14:53:08.837" v="260" actId="26606"/>
          <ac:spMkLst>
            <pc:docMk/>
            <pc:sldMk cId="2382349509" sldId="548"/>
            <ac:spMk id="4" creationId="{AC30A743-675D-47B5-83CA-91A87BC81053}"/>
          </ac:spMkLst>
        </pc:spChg>
        <pc:spChg chg="mod ord">
          <ac:chgData name="Occhipinti, Annalisa" userId="a66fcd2b-4181-400a-8ca1-7fdb013d8d8c" providerId="ADAL" clId="{6B164C28-414D-496F-92BD-7FC821717FE5}" dt="2020-11-17T14:53:08.837" v="260" actId="26606"/>
          <ac:spMkLst>
            <pc:docMk/>
            <pc:sldMk cId="2382349509" sldId="548"/>
            <ac:spMk id="5" creationId="{76037618-FFCC-47D9-9DC8-33025BFB6E5E}"/>
          </ac:spMkLst>
        </pc:spChg>
        <pc:spChg chg="add del mod">
          <ac:chgData name="Occhipinti, Annalisa" userId="a66fcd2b-4181-400a-8ca1-7fdb013d8d8c" providerId="ADAL" clId="{6B164C28-414D-496F-92BD-7FC821717FE5}" dt="2020-11-17T14:53:08.829" v="259" actId="26606"/>
          <ac:spMkLst>
            <pc:docMk/>
            <pc:sldMk cId="2382349509" sldId="548"/>
            <ac:spMk id="11" creationId="{D25D9625-8B69-4A11-8354-B1EFA314BEA9}"/>
          </ac:spMkLst>
        </pc:spChg>
        <pc:spChg chg="add del mod">
          <ac:chgData name="Occhipinti, Annalisa" userId="a66fcd2b-4181-400a-8ca1-7fdb013d8d8c" providerId="ADAL" clId="{6B164C28-414D-496F-92BD-7FC821717FE5}" dt="2020-11-17T14:53:08.829" v="259" actId="26606"/>
          <ac:spMkLst>
            <pc:docMk/>
            <pc:sldMk cId="2382349509" sldId="548"/>
            <ac:spMk id="13" creationId="{4FF2C9DC-0F5E-4869-88A5-F74504E74BE2}"/>
          </ac:spMkLst>
        </pc:spChg>
        <pc:spChg chg="add mod">
          <ac:chgData name="Occhipinti, Annalisa" userId="a66fcd2b-4181-400a-8ca1-7fdb013d8d8c" providerId="ADAL" clId="{6B164C28-414D-496F-92BD-7FC821717FE5}" dt="2020-11-17T14:53:08.837" v="260" actId="26606"/>
          <ac:spMkLst>
            <pc:docMk/>
            <pc:sldMk cId="2382349509" sldId="548"/>
            <ac:spMk id="15" creationId="{236EF523-D5EB-4529-9471-633A4C9A15D4}"/>
          </ac:spMkLst>
        </pc:spChg>
        <pc:spChg chg="add mod">
          <ac:chgData name="Occhipinti, Annalisa" userId="a66fcd2b-4181-400a-8ca1-7fdb013d8d8c" providerId="ADAL" clId="{6B164C28-414D-496F-92BD-7FC821717FE5}" dt="2020-11-17T14:53:08.837" v="260" actId="26606"/>
          <ac:spMkLst>
            <pc:docMk/>
            <pc:sldMk cId="2382349509" sldId="548"/>
            <ac:spMk id="16" creationId="{FD1CEE77-B3EE-4BCB-AFB4-2E7387DD36EC}"/>
          </ac:spMkLst>
        </pc:spChg>
        <pc:picChg chg="add mod">
          <ac:chgData name="Occhipinti, Annalisa" userId="a66fcd2b-4181-400a-8ca1-7fdb013d8d8c" providerId="ADAL" clId="{6B164C28-414D-496F-92BD-7FC821717FE5}" dt="2020-11-17T14:53:21.023" v="262" actId="14100"/>
          <ac:picMkLst>
            <pc:docMk/>
            <pc:sldMk cId="2382349509" sldId="548"/>
            <ac:picMk id="6" creationId="{E95FFB94-F739-4D98-8CE3-CBC4940D4F8E}"/>
          </ac:picMkLst>
        </pc:picChg>
      </pc:sldChg>
      <pc:sldChg chg="addSp modSp add">
        <pc:chgData name="Occhipinti, Annalisa" userId="a66fcd2b-4181-400a-8ca1-7fdb013d8d8c" providerId="ADAL" clId="{6B164C28-414D-496F-92BD-7FC821717FE5}" dt="2020-11-23T13:31:33.464" v="589" actId="20577"/>
        <pc:sldMkLst>
          <pc:docMk/>
          <pc:sldMk cId="3342932651" sldId="549"/>
        </pc:sldMkLst>
        <pc:spChg chg="mod">
          <ac:chgData name="Occhipinti, Annalisa" userId="a66fcd2b-4181-400a-8ca1-7fdb013d8d8c" providerId="ADAL" clId="{6B164C28-414D-496F-92BD-7FC821717FE5}" dt="2020-11-17T14:53:36.545" v="310" actId="5793"/>
          <ac:spMkLst>
            <pc:docMk/>
            <pc:sldMk cId="3342932651" sldId="549"/>
            <ac:spMk id="2" creationId="{4B0EF12B-B1A0-4ABF-875F-536EDEBD9EC2}"/>
          </ac:spMkLst>
        </pc:spChg>
        <pc:spChg chg="mod">
          <ac:chgData name="Occhipinti, Annalisa" userId="a66fcd2b-4181-400a-8ca1-7fdb013d8d8c" providerId="ADAL" clId="{6B164C28-414D-496F-92BD-7FC821717FE5}" dt="2020-11-23T13:31:09.607" v="542" actId="20577"/>
          <ac:spMkLst>
            <pc:docMk/>
            <pc:sldMk cId="3342932651" sldId="549"/>
            <ac:spMk id="4" creationId="{F5A38595-20FA-4FDB-85A2-DFEE564FBF6F}"/>
          </ac:spMkLst>
        </pc:spChg>
        <pc:spChg chg="mod">
          <ac:chgData name="Occhipinti, Annalisa" userId="a66fcd2b-4181-400a-8ca1-7fdb013d8d8c" providerId="ADAL" clId="{6B164C28-414D-496F-92BD-7FC821717FE5}" dt="2020-11-23T13:31:33.464" v="589" actId="20577"/>
          <ac:spMkLst>
            <pc:docMk/>
            <pc:sldMk cId="3342932651" sldId="549"/>
            <ac:spMk id="6" creationId="{F36696A2-8AA0-4CAB-A63A-E050EAC6A03C}"/>
          </ac:spMkLst>
        </pc:spChg>
        <pc:picChg chg="add mod">
          <ac:chgData name="Occhipinti, Annalisa" userId="a66fcd2b-4181-400a-8ca1-7fdb013d8d8c" providerId="ADAL" clId="{6B164C28-414D-496F-92BD-7FC821717FE5}" dt="2020-11-17T14:54:15.080" v="313" actId="14100"/>
          <ac:picMkLst>
            <pc:docMk/>
            <pc:sldMk cId="3342932651" sldId="549"/>
            <ac:picMk id="9" creationId="{D06904B6-0084-46E8-A91D-0D24D4F8E323}"/>
          </ac:picMkLst>
        </pc:picChg>
      </pc:sldChg>
      <pc:sldChg chg="del">
        <pc:chgData name="Occhipinti, Annalisa" userId="a66fcd2b-4181-400a-8ca1-7fdb013d8d8c" providerId="ADAL" clId="{6B164C28-414D-496F-92BD-7FC821717FE5}" dt="2020-11-17T14:49:31.126" v="0" actId="2696"/>
        <pc:sldMkLst>
          <pc:docMk/>
          <pc:sldMk cId="4051145227" sldId="549"/>
        </pc:sldMkLst>
      </pc:sldChg>
      <pc:sldChg chg="del">
        <pc:chgData name="Occhipinti, Annalisa" userId="a66fcd2b-4181-400a-8ca1-7fdb013d8d8c" providerId="ADAL" clId="{6B164C28-414D-496F-92BD-7FC821717FE5}" dt="2020-11-17T14:49:37.960" v="42" actId="2696"/>
        <pc:sldMkLst>
          <pc:docMk/>
          <pc:sldMk cId="2869133260" sldId="550"/>
        </pc:sldMkLst>
      </pc:sldChg>
      <pc:sldChg chg="del">
        <pc:chgData name="Occhipinti, Annalisa" userId="a66fcd2b-4181-400a-8ca1-7fdb013d8d8c" providerId="ADAL" clId="{6B164C28-414D-496F-92BD-7FC821717FE5}" dt="2020-11-17T14:49:35.349" v="41" actId="2696"/>
        <pc:sldMkLst>
          <pc:docMk/>
          <pc:sldMk cId="434021116" sldId="551"/>
        </pc:sldMkLst>
      </pc:sldChg>
      <pc:sldChg chg="modSp add ord modAnim">
        <pc:chgData name="Occhipinti, Annalisa" userId="a66fcd2b-4181-400a-8ca1-7fdb013d8d8c" providerId="ADAL" clId="{6B164C28-414D-496F-92BD-7FC821717FE5}" dt="2020-11-23T18:25:01.563" v="1117"/>
        <pc:sldMkLst>
          <pc:docMk/>
          <pc:sldMk cId="4265103060" sldId="553"/>
        </pc:sldMkLst>
        <pc:spChg chg="mod">
          <ac:chgData name="Occhipinti, Annalisa" userId="a66fcd2b-4181-400a-8ca1-7fdb013d8d8c" providerId="ADAL" clId="{6B164C28-414D-496F-92BD-7FC821717FE5}" dt="2020-11-23T18:21:38.963" v="632" actId="5793"/>
          <ac:spMkLst>
            <pc:docMk/>
            <pc:sldMk cId="4265103060" sldId="553"/>
            <ac:spMk id="2" creationId="{7258B8AF-4777-4A2F-871E-C9AEA10CA0E3}"/>
          </ac:spMkLst>
        </pc:spChg>
        <pc:spChg chg="mod">
          <ac:chgData name="Occhipinti, Annalisa" userId="a66fcd2b-4181-400a-8ca1-7fdb013d8d8c" providerId="ADAL" clId="{6B164C28-414D-496F-92BD-7FC821717FE5}" dt="2020-11-23T18:21:46.011" v="649" actId="20577"/>
          <ac:spMkLst>
            <pc:docMk/>
            <pc:sldMk cId="4265103060" sldId="553"/>
            <ac:spMk id="3" creationId="{BEB437AB-7107-42EC-B44C-E14FB359B293}"/>
          </ac:spMkLst>
        </pc:spChg>
        <pc:spChg chg="mod">
          <ac:chgData name="Occhipinti, Annalisa" userId="a66fcd2b-4181-400a-8ca1-7fdb013d8d8c" providerId="ADAL" clId="{6B164C28-414D-496F-92BD-7FC821717FE5}" dt="2020-11-23T18:24:09.562" v="1111" actId="20577"/>
          <ac:spMkLst>
            <pc:docMk/>
            <pc:sldMk cId="4265103060" sldId="553"/>
            <ac:spMk id="4" creationId="{7F2C313E-0425-4064-858F-D12861409E5A}"/>
          </ac:spMkLst>
        </pc:spChg>
        <pc:spChg chg="mod">
          <ac:chgData name="Occhipinti, Annalisa" userId="a66fcd2b-4181-400a-8ca1-7fdb013d8d8c" providerId="ADAL" clId="{6B164C28-414D-496F-92BD-7FC821717FE5}" dt="2020-11-23T18:22:31.698" v="778" actId="20577"/>
          <ac:spMkLst>
            <pc:docMk/>
            <pc:sldMk cId="4265103060" sldId="553"/>
            <ac:spMk id="5" creationId="{19718108-E79F-463B-8019-67ED0B05FFDF}"/>
          </ac:spMkLst>
        </pc:spChg>
        <pc:spChg chg="mod">
          <ac:chgData name="Occhipinti, Annalisa" userId="a66fcd2b-4181-400a-8ca1-7fdb013d8d8c" providerId="ADAL" clId="{6B164C28-414D-496F-92BD-7FC821717FE5}" dt="2020-11-23T18:23:45.505" v="1079" actId="20577"/>
          <ac:spMkLst>
            <pc:docMk/>
            <pc:sldMk cId="4265103060" sldId="553"/>
            <ac:spMk id="6" creationId="{52616107-F250-4347-96A0-7F0B4F8B5BC1}"/>
          </ac:spMkLst>
        </pc:spChg>
      </pc:sldChg>
      <pc:sldChg chg="addSp delSp modSp add">
        <pc:chgData name="Occhipinti, Annalisa" userId="a66fcd2b-4181-400a-8ca1-7fdb013d8d8c" providerId="ADAL" clId="{6B164C28-414D-496F-92BD-7FC821717FE5}" dt="2020-11-25T14:35:49.580" v="1424" actId="1582"/>
        <pc:sldMkLst>
          <pc:docMk/>
          <pc:sldMk cId="2963297600" sldId="557"/>
        </pc:sldMkLst>
        <pc:spChg chg="mod">
          <ac:chgData name="Occhipinti, Annalisa" userId="a66fcd2b-4181-400a-8ca1-7fdb013d8d8c" providerId="ADAL" clId="{6B164C28-414D-496F-92BD-7FC821717FE5}" dt="2020-11-25T14:25:52.650" v="1181" actId="27636"/>
          <ac:spMkLst>
            <pc:docMk/>
            <pc:sldMk cId="2963297600" sldId="557"/>
            <ac:spMk id="2" creationId="{9EFF4C48-77AE-4B60-B8D1-022509385319}"/>
          </ac:spMkLst>
        </pc:spChg>
        <pc:spChg chg="del mod">
          <ac:chgData name="Occhipinti, Annalisa" userId="a66fcd2b-4181-400a-8ca1-7fdb013d8d8c" providerId="ADAL" clId="{6B164C28-414D-496F-92BD-7FC821717FE5}" dt="2020-11-25T14:26:21.356" v="1258" actId="478"/>
          <ac:spMkLst>
            <pc:docMk/>
            <pc:sldMk cId="2963297600" sldId="557"/>
            <ac:spMk id="3" creationId="{04BB60D2-95BA-4827-8839-361D582BF366}"/>
          </ac:spMkLst>
        </pc:spChg>
        <pc:spChg chg="mod">
          <ac:chgData name="Occhipinti, Annalisa" userId="a66fcd2b-4181-400a-8ca1-7fdb013d8d8c" providerId="ADAL" clId="{6B164C28-414D-496F-92BD-7FC821717FE5}" dt="2020-11-25T14:34:45.006" v="1417" actId="20577"/>
          <ac:spMkLst>
            <pc:docMk/>
            <pc:sldMk cId="2963297600" sldId="557"/>
            <ac:spMk id="4" creationId="{B0FC249D-CCD2-4B94-899A-F1C531E72138}"/>
          </ac:spMkLst>
        </pc:spChg>
        <pc:spChg chg="mod">
          <ac:chgData name="Occhipinti, Annalisa" userId="a66fcd2b-4181-400a-8ca1-7fdb013d8d8c" providerId="ADAL" clId="{6B164C28-414D-496F-92BD-7FC821717FE5}" dt="2020-11-25T14:26:18.359" v="1255" actId="27636"/>
          <ac:spMkLst>
            <pc:docMk/>
            <pc:sldMk cId="2963297600" sldId="557"/>
            <ac:spMk id="5" creationId="{E98733BB-A651-489D-8CF0-32E821AA2DF6}"/>
          </ac:spMkLst>
        </pc:spChg>
        <pc:spChg chg="add mod">
          <ac:chgData name="Occhipinti, Annalisa" userId="a66fcd2b-4181-400a-8ca1-7fdb013d8d8c" providerId="ADAL" clId="{6B164C28-414D-496F-92BD-7FC821717FE5}" dt="2020-11-25T14:35:49.580" v="1424" actId="1582"/>
          <ac:spMkLst>
            <pc:docMk/>
            <pc:sldMk cId="2963297600" sldId="557"/>
            <ac:spMk id="10" creationId="{1233B415-F612-4085-8104-C89DA1515846}"/>
          </ac:spMkLst>
        </pc:spChg>
        <pc:picChg chg="add mod">
          <ac:chgData name="Occhipinti, Annalisa" userId="a66fcd2b-4181-400a-8ca1-7fdb013d8d8c" providerId="ADAL" clId="{6B164C28-414D-496F-92BD-7FC821717FE5}" dt="2020-11-25T14:35:22.085" v="1420" actId="14100"/>
          <ac:picMkLst>
            <pc:docMk/>
            <pc:sldMk cId="2963297600" sldId="557"/>
            <ac:picMk id="9" creationId="{6CDA428E-7CD1-4DD0-A172-18F209ABE325}"/>
          </ac:picMkLst>
        </pc:picChg>
      </pc:sldChg>
      <pc:sldMasterChg chg="delSldLayout">
        <pc:chgData name="Occhipinti, Annalisa" userId="a66fcd2b-4181-400a-8ca1-7fdb013d8d8c" providerId="ADAL" clId="{6B164C28-414D-496F-92BD-7FC821717FE5}" dt="2020-11-17T14:49:31.762" v="31" actId="2696"/>
        <pc:sldMasterMkLst>
          <pc:docMk/>
          <pc:sldMasterMk cId="2792796649" sldId="2147483703"/>
        </pc:sldMasterMkLst>
        <pc:sldLayoutChg chg="del">
          <pc:chgData name="Occhipinti, Annalisa" userId="a66fcd2b-4181-400a-8ca1-7fdb013d8d8c" providerId="ADAL" clId="{6B164C28-414D-496F-92BD-7FC821717FE5}" dt="2020-11-17T14:49:31.762" v="31" actId="2696"/>
          <pc:sldLayoutMkLst>
            <pc:docMk/>
            <pc:sldMasterMk cId="2792796649" sldId="2147483703"/>
            <pc:sldLayoutMk cId="1845862898" sldId="2147483715"/>
          </pc:sldLayoutMkLst>
        </pc:sldLayoutChg>
      </pc:sldMasterChg>
    </pc:docChg>
  </pc:docChgLst>
  <pc:docChgLst>
    <pc:chgData name="Occhipinti, Annalisa" userId="a66fcd2b-4181-400a-8ca1-7fdb013d8d8c" providerId="ADAL" clId="{BB93502E-3B18-4154-A45B-A2B74726967A}"/>
    <pc:docChg chg="undo custSel addSld delSld modSld sldOrd">
      <pc:chgData name="Occhipinti, Annalisa" userId="a66fcd2b-4181-400a-8ca1-7fdb013d8d8c" providerId="ADAL" clId="{BB93502E-3B18-4154-A45B-A2B74726967A}" dt="2022-11-10T13:38:02.810" v="387" actId="1076"/>
      <pc:docMkLst>
        <pc:docMk/>
      </pc:docMkLst>
      <pc:sldChg chg="delSp modSp mod">
        <pc:chgData name="Occhipinti, Annalisa" userId="a66fcd2b-4181-400a-8ca1-7fdb013d8d8c" providerId="ADAL" clId="{BB93502E-3B18-4154-A45B-A2B74726967A}" dt="2022-11-08T16:34:12.799" v="205" actId="1076"/>
        <pc:sldMkLst>
          <pc:docMk/>
          <pc:sldMk cId="1149176039" sldId="256"/>
        </pc:sldMkLst>
        <pc:spChg chg="mod">
          <ac:chgData name="Occhipinti, Annalisa" userId="a66fcd2b-4181-400a-8ca1-7fdb013d8d8c" providerId="ADAL" clId="{BB93502E-3B18-4154-A45B-A2B74726967A}" dt="2022-11-08T16:34:12.799" v="205" actId="1076"/>
          <ac:spMkLst>
            <pc:docMk/>
            <pc:sldMk cId="1149176039" sldId="256"/>
            <ac:spMk id="6" creationId="{9683C2CD-6FDC-4FBA-8014-DE9E09BFAC15}"/>
          </ac:spMkLst>
        </pc:spChg>
        <pc:spChg chg="mod">
          <ac:chgData name="Occhipinti, Annalisa" userId="a66fcd2b-4181-400a-8ca1-7fdb013d8d8c" providerId="ADAL" clId="{BB93502E-3B18-4154-A45B-A2B74726967A}" dt="2022-11-08T16:14:59.271" v="36" actId="20577"/>
          <ac:spMkLst>
            <pc:docMk/>
            <pc:sldMk cId="1149176039" sldId="256"/>
            <ac:spMk id="18" creationId="{67ABA581-7897-49E5-98D9-3414F9D8A384}"/>
          </ac:spMkLst>
        </pc:spChg>
        <pc:spChg chg="del">
          <ac:chgData name="Occhipinti, Annalisa" userId="a66fcd2b-4181-400a-8ca1-7fdb013d8d8c" providerId="ADAL" clId="{BB93502E-3B18-4154-A45B-A2B74726967A}" dt="2022-11-08T16:15:13.879" v="42" actId="478"/>
          <ac:spMkLst>
            <pc:docMk/>
            <pc:sldMk cId="1149176039" sldId="256"/>
            <ac:spMk id="19" creationId="{BA3ECBAB-A1BE-4585-AA10-A5A7D89A7B47}"/>
          </ac:spMkLst>
        </pc:spChg>
      </pc:sldChg>
      <pc:sldChg chg="del">
        <pc:chgData name="Occhipinti, Annalisa" userId="a66fcd2b-4181-400a-8ca1-7fdb013d8d8c" providerId="ADAL" clId="{BB93502E-3B18-4154-A45B-A2B74726967A}" dt="2022-11-08T16:15:25.667" v="43" actId="2696"/>
        <pc:sldMkLst>
          <pc:docMk/>
          <pc:sldMk cId="1473191283" sldId="278"/>
        </pc:sldMkLst>
      </pc:sldChg>
      <pc:sldChg chg="del">
        <pc:chgData name="Occhipinti, Annalisa" userId="a66fcd2b-4181-400a-8ca1-7fdb013d8d8c" providerId="ADAL" clId="{BB93502E-3B18-4154-A45B-A2B74726967A}" dt="2022-11-08T16:34:27.692" v="206" actId="47"/>
        <pc:sldMkLst>
          <pc:docMk/>
          <pc:sldMk cId="3302463319" sldId="278"/>
        </pc:sldMkLst>
      </pc:sldChg>
      <pc:sldChg chg="add del setBg">
        <pc:chgData name="Occhipinti, Annalisa" userId="a66fcd2b-4181-400a-8ca1-7fdb013d8d8c" providerId="ADAL" clId="{BB93502E-3B18-4154-A45B-A2B74726967A}" dt="2022-11-08T16:15:30.666" v="45"/>
        <pc:sldMkLst>
          <pc:docMk/>
          <pc:sldMk cId="4103767218" sldId="278"/>
        </pc:sldMkLst>
      </pc:sldChg>
      <pc:sldChg chg="mod modShow">
        <pc:chgData name="Occhipinti, Annalisa" userId="a66fcd2b-4181-400a-8ca1-7fdb013d8d8c" providerId="ADAL" clId="{BB93502E-3B18-4154-A45B-A2B74726967A}" dt="2022-11-08T16:36:13.576" v="218" actId="729"/>
        <pc:sldMkLst>
          <pc:docMk/>
          <pc:sldMk cId="228588950" sldId="313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1060205552" sldId="313"/>
        </pc:sldMkLst>
      </pc:sldChg>
      <pc:sldChg chg="modSp 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3817219500" sldId="313"/>
        </pc:sldMkLst>
        <pc:spChg chg="mod">
          <ac:chgData name="Occhipinti, Annalisa" userId="a66fcd2b-4181-400a-8ca1-7fdb013d8d8c" providerId="ADAL" clId="{BB93502E-3B18-4154-A45B-A2B74726967A}" dt="2022-11-08T16:14:42.842" v="6"/>
          <ac:spMkLst>
            <pc:docMk/>
            <pc:sldMk cId="3817219500" sldId="313"/>
            <ac:spMk id="5" creationId="{00000000-0000-0000-0000-000000000000}"/>
          </ac:spMkLst>
        </pc:spChg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3378499856" sldId="315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4024467847" sldId="315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1365957885" sldId="316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2708163853" sldId="316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1554163731" sldId="317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1937943472" sldId="317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43278735" sldId="318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344168543" sldId="318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552690520" sldId="319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2849610465" sldId="319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3505543730" sldId="320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4238914302" sldId="320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1972446707" sldId="321"/>
        </pc:sldMkLst>
      </pc:sldChg>
      <pc:sldChg chg="modSp">
        <pc:chgData name="Occhipinti, Annalisa" userId="a66fcd2b-4181-400a-8ca1-7fdb013d8d8c" providerId="ADAL" clId="{BB93502E-3B18-4154-A45B-A2B74726967A}" dt="2022-11-10T13:28:00.055" v="261" actId="20577"/>
        <pc:sldMkLst>
          <pc:docMk/>
          <pc:sldMk cId="2024067903" sldId="321"/>
        </pc:sldMkLst>
        <pc:spChg chg="mod">
          <ac:chgData name="Occhipinti, Annalisa" userId="a66fcd2b-4181-400a-8ca1-7fdb013d8d8c" providerId="ADAL" clId="{BB93502E-3B18-4154-A45B-A2B74726967A}" dt="2022-11-10T13:28:00.055" v="261" actId="20577"/>
          <ac:spMkLst>
            <pc:docMk/>
            <pc:sldMk cId="2024067903" sldId="321"/>
            <ac:spMk id="3" creationId="{00000000-0000-0000-0000-000000000000}"/>
          </ac:spMkLst>
        </pc:spChg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2787855857" sldId="321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374923312" sldId="323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2614089547" sldId="323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2017565909" sldId="324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2474105104" sldId="324"/>
        </pc:sldMkLst>
      </pc:sldChg>
      <pc:sldChg chg="ord">
        <pc:chgData name="Occhipinti, Annalisa" userId="a66fcd2b-4181-400a-8ca1-7fdb013d8d8c" providerId="ADAL" clId="{BB93502E-3B18-4154-A45B-A2B74726967A}" dt="2022-11-10T13:36:00.466" v="273"/>
        <pc:sldMkLst>
          <pc:docMk/>
          <pc:sldMk cId="1375317922" sldId="325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3589359578" sldId="333"/>
        </pc:sldMkLst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3615285828" sldId="333"/>
        </pc:sldMkLst>
      </pc:sldChg>
      <pc:sldChg chg="add del setBg">
        <pc:chgData name="Occhipinti, Annalisa" userId="a66fcd2b-4181-400a-8ca1-7fdb013d8d8c" providerId="ADAL" clId="{BB93502E-3B18-4154-A45B-A2B74726967A}" dt="2022-11-08T16:14:44.497" v="9"/>
        <pc:sldMkLst>
          <pc:docMk/>
          <pc:sldMk cId="979128259" sldId="542"/>
        </pc:sldMkLst>
      </pc:sldChg>
      <pc:sldChg chg="modSp mod">
        <pc:chgData name="Occhipinti, Annalisa" userId="a66fcd2b-4181-400a-8ca1-7fdb013d8d8c" providerId="ADAL" clId="{BB93502E-3B18-4154-A45B-A2B74726967A}" dt="2022-11-08T16:16:17.309" v="90" actId="20577"/>
        <pc:sldMkLst>
          <pc:docMk/>
          <pc:sldMk cId="1285793325" sldId="542"/>
        </pc:sldMkLst>
        <pc:spChg chg="mod">
          <ac:chgData name="Occhipinti, Annalisa" userId="a66fcd2b-4181-400a-8ca1-7fdb013d8d8c" providerId="ADAL" clId="{BB93502E-3B18-4154-A45B-A2B74726967A}" dt="2022-11-08T16:16:17.309" v="90" actId="20577"/>
          <ac:spMkLst>
            <pc:docMk/>
            <pc:sldMk cId="1285793325" sldId="542"/>
            <ac:spMk id="5" creationId="{93AE80EB-4CEB-4CE4-B252-8688716C5016}"/>
          </ac:spMkLst>
        </pc:spChg>
      </pc:sldChg>
      <pc:sldChg chg="del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4159993472" sldId="542"/>
        </pc:sldMkLst>
      </pc:sldChg>
      <pc:sldChg chg="modSp mod">
        <pc:chgData name="Occhipinti, Annalisa" userId="a66fcd2b-4181-400a-8ca1-7fdb013d8d8c" providerId="ADAL" clId="{BB93502E-3B18-4154-A45B-A2B74726967A}" dt="2022-11-10T13:38:02.810" v="387" actId="1076"/>
        <pc:sldMkLst>
          <pc:docMk/>
          <pc:sldMk cId="3434795984" sldId="546"/>
        </pc:sldMkLst>
        <pc:spChg chg="mod">
          <ac:chgData name="Occhipinti, Annalisa" userId="a66fcd2b-4181-400a-8ca1-7fdb013d8d8c" providerId="ADAL" clId="{BB93502E-3B18-4154-A45B-A2B74726967A}" dt="2022-11-10T13:38:02.810" v="387" actId="1076"/>
          <ac:spMkLst>
            <pc:docMk/>
            <pc:sldMk cId="3434795984" sldId="546"/>
            <ac:spMk id="8" creationId="{5FCDE1EE-226B-462A-AA5E-4D3822FD5AC9}"/>
          </ac:spMkLst>
        </pc:spChg>
        <pc:spChg chg="mod">
          <ac:chgData name="Occhipinti, Annalisa" userId="a66fcd2b-4181-400a-8ca1-7fdb013d8d8c" providerId="ADAL" clId="{BB93502E-3B18-4154-A45B-A2B74726967A}" dt="2022-11-08T16:30:39.535" v="183" actId="1076"/>
          <ac:spMkLst>
            <pc:docMk/>
            <pc:sldMk cId="3434795984" sldId="546"/>
            <ac:spMk id="9" creationId="{5713BD47-83E5-4B6D-B3E0-6490EFE407C7}"/>
          </ac:spMkLst>
        </pc:spChg>
        <pc:grpChg chg="mod">
          <ac:chgData name="Occhipinti, Annalisa" userId="a66fcd2b-4181-400a-8ca1-7fdb013d8d8c" providerId="ADAL" clId="{BB93502E-3B18-4154-A45B-A2B74726967A}" dt="2022-11-10T13:36:37.576" v="314" actId="1076"/>
          <ac:grpSpMkLst>
            <pc:docMk/>
            <pc:sldMk cId="3434795984" sldId="546"/>
            <ac:grpSpMk id="11" creationId="{D5916F65-B0FE-425D-A5E0-8A583BAA39DD}"/>
          </ac:grpSpMkLst>
        </pc:grpChg>
      </pc:sldChg>
      <pc:sldChg chg="mod modShow">
        <pc:chgData name="Occhipinti, Annalisa" userId="a66fcd2b-4181-400a-8ca1-7fdb013d8d8c" providerId="ADAL" clId="{BB93502E-3B18-4154-A45B-A2B74726967A}" dt="2022-11-10T13:27:13.594" v="235" actId="729"/>
        <pc:sldMkLst>
          <pc:docMk/>
          <pc:sldMk cId="1012103426" sldId="547"/>
        </pc:sldMkLst>
      </pc:sldChg>
      <pc:sldChg chg="add del setBg">
        <pc:chgData name="Occhipinti, Annalisa" userId="a66fcd2b-4181-400a-8ca1-7fdb013d8d8c" providerId="ADAL" clId="{BB93502E-3B18-4154-A45B-A2B74726967A}" dt="2022-11-08T16:15:30.666" v="45"/>
        <pc:sldMkLst>
          <pc:docMk/>
          <pc:sldMk cId="1392163407" sldId="547"/>
        </pc:sldMkLst>
      </pc:sldChg>
      <pc:sldChg chg="del">
        <pc:chgData name="Occhipinti, Annalisa" userId="a66fcd2b-4181-400a-8ca1-7fdb013d8d8c" providerId="ADAL" clId="{BB93502E-3B18-4154-A45B-A2B74726967A}" dt="2022-11-08T16:15:25.667" v="43" actId="2696"/>
        <pc:sldMkLst>
          <pc:docMk/>
          <pc:sldMk cId="3303750758" sldId="547"/>
        </pc:sldMkLst>
      </pc:sldChg>
      <pc:sldChg chg="del mod modShow">
        <pc:chgData name="Occhipinti, Annalisa" userId="a66fcd2b-4181-400a-8ca1-7fdb013d8d8c" providerId="ADAL" clId="{BB93502E-3B18-4154-A45B-A2B74726967A}" dt="2022-11-08T16:35:48.956" v="214" actId="47"/>
        <pc:sldMkLst>
          <pc:docMk/>
          <pc:sldMk cId="771773888" sldId="549"/>
        </pc:sldMkLst>
      </pc:sldChg>
      <pc:sldChg chg="del">
        <pc:chgData name="Occhipinti, Annalisa" userId="a66fcd2b-4181-400a-8ca1-7fdb013d8d8c" providerId="ADAL" clId="{BB93502E-3B18-4154-A45B-A2B74726967A}" dt="2022-11-08T16:29:54.244" v="174" actId="47"/>
        <pc:sldMkLst>
          <pc:docMk/>
          <pc:sldMk cId="250561466" sldId="556"/>
        </pc:sldMkLst>
      </pc:sldChg>
      <pc:sldChg chg="modSp mod">
        <pc:chgData name="Occhipinti, Annalisa" userId="a66fcd2b-4181-400a-8ca1-7fdb013d8d8c" providerId="ADAL" clId="{BB93502E-3B18-4154-A45B-A2B74726967A}" dt="2022-11-08T16:30:04.769" v="178" actId="20577"/>
        <pc:sldMkLst>
          <pc:docMk/>
          <pc:sldMk cId="2963297600" sldId="557"/>
        </pc:sldMkLst>
        <pc:spChg chg="mod">
          <ac:chgData name="Occhipinti, Annalisa" userId="a66fcd2b-4181-400a-8ca1-7fdb013d8d8c" providerId="ADAL" clId="{BB93502E-3B18-4154-A45B-A2B74726967A}" dt="2022-11-08T16:30:04.769" v="178" actId="20577"/>
          <ac:spMkLst>
            <pc:docMk/>
            <pc:sldMk cId="2963297600" sldId="557"/>
            <ac:spMk id="4" creationId="{B0FC249D-CCD2-4B94-899A-F1C531E72138}"/>
          </ac:spMkLst>
        </pc:spChg>
      </pc:sldChg>
      <pc:sldChg chg="modSp del mod">
        <pc:chgData name="Occhipinti, Annalisa" userId="a66fcd2b-4181-400a-8ca1-7fdb013d8d8c" providerId="ADAL" clId="{BB93502E-3B18-4154-A45B-A2B74726967A}" dt="2022-11-08T16:14:37.451" v="5" actId="2696"/>
        <pc:sldMkLst>
          <pc:docMk/>
          <pc:sldMk cId="1352670850" sldId="558"/>
        </pc:sldMkLst>
        <pc:spChg chg="mod">
          <ac:chgData name="Occhipinti, Annalisa" userId="a66fcd2b-4181-400a-8ca1-7fdb013d8d8c" providerId="ADAL" clId="{BB93502E-3B18-4154-A45B-A2B74726967A}" dt="2022-11-08T16:14:19.765" v="4" actId="20577"/>
          <ac:spMkLst>
            <pc:docMk/>
            <pc:sldMk cId="1352670850" sldId="558"/>
            <ac:spMk id="2" creationId="{E066E151-C2AB-4A12-9925-6C3FBD0FD902}"/>
          </ac:spMkLst>
        </pc:spChg>
      </pc:sldChg>
      <pc:sldChg chg="modSp add del mod setBg">
        <pc:chgData name="Occhipinti, Annalisa" userId="a66fcd2b-4181-400a-8ca1-7fdb013d8d8c" providerId="ADAL" clId="{BB93502E-3B18-4154-A45B-A2B74726967A}" dt="2022-11-08T16:14:44.497" v="9"/>
        <pc:sldMkLst>
          <pc:docMk/>
          <pc:sldMk cId="1639779153" sldId="558"/>
        </pc:sldMkLst>
        <pc:spChg chg="mod">
          <ac:chgData name="Occhipinti, Annalisa" userId="a66fcd2b-4181-400a-8ca1-7fdb013d8d8c" providerId="ADAL" clId="{BB93502E-3B18-4154-A45B-A2B74726967A}" dt="2022-11-08T16:14:44.497" v="9"/>
          <ac:spMkLst>
            <pc:docMk/>
            <pc:sldMk cId="1639779153" sldId="558"/>
            <ac:spMk id="3" creationId="{3BF94AC0-E1CA-4F2E-A89F-B9E927EBCE75}"/>
          </ac:spMkLst>
        </pc:spChg>
      </pc:sldChg>
      <pc:sldChg chg="addSp modSp add mod modAnim">
        <pc:chgData name="Occhipinti, Annalisa" userId="a66fcd2b-4181-400a-8ca1-7fdb013d8d8c" providerId="ADAL" clId="{BB93502E-3B18-4154-A45B-A2B74726967A}" dt="2022-11-08T16:29:50.057" v="173"/>
        <pc:sldMkLst>
          <pc:docMk/>
          <pc:sldMk cId="2408426794" sldId="558"/>
        </pc:sldMkLst>
        <pc:spChg chg="mod">
          <ac:chgData name="Occhipinti, Annalisa" userId="a66fcd2b-4181-400a-8ca1-7fdb013d8d8c" providerId="ADAL" clId="{BB93502E-3B18-4154-A45B-A2B74726967A}" dt="2022-11-08T16:26:28.979" v="107" actId="20577"/>
          <ac:spMkLst>
            <pc:docMk/>
            <pc:sldMk cId="2408426794" sldId="558"/>
            <ac:spMk id="2" creationId="{E066E151-C2AB-4A12-9925-6C3FBD0FD902}"/>
          </ac:spMkLst>
        </pc:spChg>
        <pc:spChg chg="add mod">
          <ac:chgData name="Occhipinti, Annalisa" userId="a66fcd2b-4181-400a-8ca1-7fdb013d8d8c" providerId="ADAL" clId="{BB93502E-3B18-4154-A45B-A2B74726967A}" dt="2022-11-08T16:29:50.057" v="173"/>
          <ac:spMkLst>
            <pc:docMk/>
            <pc:sldMk cId="2408426794" sldId="558"/>
            <ac:spMk id="10" creationId="{6C3670C4-39AF-4602-BEB5-C790E3E8F69C}"/>
          </ac:spMkLst>
        </pc:spChg>
      </pc:sldChg>
      <pc:sldChg chg="addSp delSp modSp add del mod setBg">
        <pc:chgData name="Occhipinti, Annalisa" userId="a66fcd2b-4181-400a-8ca1-7fdb013d8d8c" providerId="ADAL" clId="{BB93502E-3B18-4154-A45B-A2B74726967A}" dt="2022-11-08T16:26:10.156" v="97" actId="2696"/>
        <pc:sldMkLst>
          <pc:docMk/>
          <pc:sldMk cId="2717702971" sldId="558"/>
        </pc:sldMkLst>
        <pc:spChg chg="del">
          <ac:chgData name="Occhipinti, Annalisa" userId="a66fcd2b-4181-400a-8ca1-7fdb013d8d8c" providerId="ADAL" clId="{BB93502E-3B18-4154-A45B-A2B74726967A}" dt="2022-11-08T16:16:38.817" v="93" actId="478"/>
          <ac:spMkLst>
            <pc:docMk/>
            <pc:sldMk cId="2717702971" sldId="558"/>
            <ac:spMk id="3" creationId="{3BF94AC0-E1CA-4F2E-A89F-B9E927EBCE75}"/>
          </ac:spMkLst>
        </pc:spChg>
        <pc:spChg chg="mod">
          <ac:chgData name="Occhipinti, Annalisa" userId="a66fcd2b-4181-400a-8ca1-7fdb013d8d8c" providerId="ADAL" clId="{BB93502E-3B18-4154-A45B-A2B74726967A}" dt="2022-11-08T16:16:48.235" v="96" actId="1076"/>
          <ac:spMkLst>
            <pc:docMk/>
            <pc:sldMk cId="2717702971" sldId="558"/>
            <ac:spMk id="4" creationId="{F4B8B204-3042-4C22-B397-BB34A593AD44}"/>
          </ac:spMkLst>
        </pc:spChg>
        <pc:spChg chg="add del mod">
          <ac:chgData name="Occhipinti, Annalisa" userId="a66fcd2b-4181-400a-8ca1-7fdb013d8d8c" providerId="ADAL" clId="{BB93502E-3B18-4154-A45B-A2B74726967A}" dt="2022-11-08T16:16:45.179" v="95" actId="478"/>
          <ac:spMkLst>
            <pc:docMk/>
            <pc:sldMk cId="2717702971" sldId="558"/>
            <ac:spMk id="6" creationId="{65839E27-5A6A-4F60-B5B9-9EB095F1D800}"/>
          </ac:spMkLst>
        </pc:spChg>
      </pc:sldChg>
      <pc:sldChg chg="del">
        <pc:chgData name="Occhipinti, Annalisa" userId="a66fcd2b-4181-400a-8ca1-7fdb013d8d8c" providerId="ADAL" clId="{BB93502E-3B18-4154-A45B-A2B74726967A}" dt="2022-11-08T16:16:22.196" v="91" actId="2696"/>
        <pc:sldMkLst>
          <pc:docMk/>
          <pc:sldMk cId="3141364933" sldId="558"/>
        </pc:sldMkLst>
      </pc:sldChg>
      <pc:sldChg chg="del mod modShow">
        <pc:chgData name="Occhipinti, Annalisa" userId="a66fcd2b-4181-400a-8ca1-7fdb013d8d8c" providerId="ADAL" clId="{BB93502E-3B18-4154-A45B-A2B74726967A}" dt="2022-11-08T16:35:47.167" v="213" actId="47"/>
        <pc:sldMkLst>
          <pc:docMk/>
          <pc:sldMk cId="1915017717" sldId="560"/>
        </pc:sldMkLst>
      </pc:sldChg>
      <pc:sldChg chg="del">
        <pc:chgData name="Occhipinti, Annalisa" userId="a66fcd2b-4181-400a-8ca1-7fdb013d8d8c" providerId="ADAL" clId="{BB93502E-3B18-4154-A45B-A2B74726967A}" dt="2022-11-08T16:15:25.667" v="43" actId="2696"/>
        <pc:sldMkLst>
          <pc:docMk/>
          <pc:sldMk cId="150576465" sldId="564"/>
        </pc:sldMkLst>
      </pc:sldChg>
      <pc:sldChg chg="add del">
        <pc:chgData name="Occhipinti, Annalisa" userId="a66fcd2b-4181-400a-8ca1-7fdb013d8d8c" providerId="ADAL" clId="{BB93502E-3B18-4154-A45B-A2B74726967A}" dt="2022-11-08T16:15:30.666" v="45"/>
        <pc:sldMkLst>
          <pc:docMk/>
          <pc:sldMk cId="1987255454" sldId="564"/>
        </pc:sldMkLst>
      </pc:sldChg>
      <pc:sldChg chg="modSp mod modAnim">
        <pc:chgData name="Occhipinti, Annalisa" userId="a66fcd2b-4181-400a-8ca1-7fdb013d8d8c" providerId="ADAL" clId="{BB93502E-3B18-4154-A45B-A2B74726967A}" dt="2022-11-10T13:26:41.224" v="234"/>
        <pc:sldMkLst>
          <pc:docMk/>
          <pc:sldMk cId="2106828134" sldId="564"/>
        </pc:sldMkLst>
        <pc:spChg chg="mod">
          <ac:chgData name="Occhipinti, Annalisa" userId="a66fcd2b-4181-400a-8ca1-7fdb013d8d8c" providerId="ADAL" clId="{BB93502E-3B18-4154-A45B-A2B74726967A}" dt="2022-11-08T16:34:40.217" v="211" actId="20577"/>
          <ac:spMkLst>
            <pc:docMk/>
            <pc:sldMk cId="2106828134" sldId="564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BB93502E-3B18-4154-A45B-A2B74726967A}" dt="2022-11-08T16:34:43.254" v="212" actId="1076"/>
          <ac:spMkLst>
            <pc:docMk/>
            <pc:sldMk cId="2106828134" sldId="564"/>
            <ac:spMk id="6" creationId="{CB96A3AA-7553-480C-B454-E5DFA2DCAD39}"/>
          </ac:spMkLst>
        </pc:spChg>
      </pc:sldChg>
      <pc:sldChg chg="addSp delSp modSp mod">
        <pc:chgData name="Occhipinti, Annalisa" userId="a66fcd2b-4181-400a-8ca1-7fdb013d8d8c" providerId="ADAL" clId="{BB93502E-3B18-4154-A45B-A2B74726967A}" dt="2022-11-09T11:34:43.306" v="233" actId="115"/>
        <pc:sldMkLst>
          <pc:docMk/>
          <pc:sldMk cId="1455848168" sldId="565"/>
        </pc:sldMkLst>
        <pc:spChg chg="mod">
          <ac:chgData name="Occhipinti, Annalisa" userId="a66fcd2b-4181-400a-8ca1-7fdb013d8d8c" providerId="ADAL" clId="{BB93502E-3B18-4154-A45B-A2B74726967A}" dt="2022-11-09T11:34:43.306" v="233" actId="115"/>
          <ac:spMkLst>
            <pc:docMk/>
            <pc:sldMk cId="1455848168" sldId="565"/>
            <ac:spMk id="6" creationId="{DF33E25E-CA2F-4544-B5B5-9F9EB1F51ABA}"/>
          </ac:spMkLst>
        </pc:spChg>
        <pc:picChg chg="add mod modCrop">
          <ac:chgData name="Occhipinti, Annalisa" userId="a66fcd2b-4181-400a-8ca1-7fdb013d8d8c" providerId="ADAL" clId="{BB93502E-3B18-4154-A45B-A2B74726967A}" dt="2022-11-09T11:34:15.968" v="228" actId="14100"/>
          <ac:picMkLst>
            <pc:docMk/>
            <pc:sldMk cId="1455848168" sldId="565"/>
            <ac:picMk id="3" creationId="{CE49360E-2370-4A94-B1CE-A2ADEED226B1}"/>
          </ac:picMkLst>
        </pc:picChg>
        <pc:picChg chg="del">
          <ac:chgData name="Occhipinti, Annalisa" userId="a66fcd2b-4181-400a-8ca1-7fdb013d8d8c" providerId="ADAL" clId="{BB93502E-3B18-4154-A45B-A2B74726967A}" dt="2022-11-09T11:33:57.643" v="222" actId="478"/>
          <ac:picMkLst>
            <pc:docMk/>
            <pc:sldMk cId="1455848168" sldId="565"/>
            <ac:picMk id="8" creationId="{4D91CBA4-5283-4043-9235-CBC76F75B5E1}"/>
          </ac:picMkLst>
        </pc:picChg>
      </pc:sldChg>
      <pc:sldChg chg="modSp new mod ord">
        <pc:chgData name="Occhipinti, Annalisa" userId="a66fcd2b-4181-400a-8ca1-7fdb013d8d8c" providerId="ADAL" clId="{BB93502E-3B18-4154-A45B-A2B74726967A}" dt="2022-11-08T16:35:53.222" v="216"/>
        <pc:sldMkLst>
          <pc:docMk/>
          <pc:sldMk cId="944514904" sldId="566"/>
        </pc:sldMkLst>
        <pc:spChg chg="mod">
          <ac:chgData name="Occhipinti, Annalisa" userId="a66fcd2b-4181-400a-8ca1-7fdb013d8d8c" providerId="ADAL" clId="{BB93502E-3B18-4154-A45B-A2B74726967A}" dt="2022-11-08T16:28:24.560" v="169" actId="20577"/>
          <ac:spMkLst>
            <pc:docMk/>
            <pc:sldMk cId="944514904" sldId="566"/>
            <ac:spMk id="2" creationId="{15B2CB90-FB80-4B87-B19D-B9EB35F917A8}"/>
          </ac:spMkLst>
        </pc:spChg>
        <pc:spChg chg="mod">
          <ac:chgData name="Occhipinti, Annalisa" userId="a66fcd2b-4181-400a-8ca1-7fdb013d8d8c" providerId="ADAL" clId="{BB93502E-3B18-4154-A45B-A2B74726967A}" dt="2022-11-08T16:28:11.922" v="133" actId="20577"/>
          <ac:spMkLst>
            <pc:docMk/>
            <pc:sldMk cId="944514904" sldId="566"/>
            <ac:spMk id="7" creationId="{ADF8E624-A239-4054-8327-B95E71B75390}"/>
          </ac:spMkLst>
        </pc:spChg>
      </pc:sldChg>
      <pc:sldChg chg="modSp new mod">
        <pc:chgData name="Occhipinti, Annalisa" userId="a66fcd2b-4181-400a-8ca1-7fdb013d8d8c" providerId="ADAL" clId="{BB93502E-3B18-4154-A45B-A2B74726967A}" dt="2022-11-10T13:35:53.090" v="271" actId="20577"/>
        <pc:sldMkLst>
          <pc:docMk/>
          <pc:sldMk cId="624513412" sldId="567"/>
        </pc:sldMkLst>
        <pc:spChg chg="mod">
          <ac:chgData name="Occhipinti, Annalisa" userId="a66fcd2b-4181-400a-8ca1-7fdb013d8d8c" providerId="ADAL" clId="{BB93502E-3B18-4154-A45B-A2B74726967A}" dt="2022-11-10T13:35:53.090" v="271" actId="20577"/>
          <ac:spMkLst>
            <pc:docMk/>
            <pc:sldMk cId="624513412" sldId="567"/>
            <ac:spMk id="3" creationId="{995A82A6-5FB8-420E-B1D2-ECFD26435F67}"/>
          </ac:spMkLst>
        </pc:spChg>
        <pc:spChg chg="mod">
          <ac:chgData name="Occhipinti, Annalisa" userId="a66fcd2b-4181-400a-8ca1-7fdb013d8d8c" providerId="ADAL" clId="{BB93502E-3B18-4154-A45B-A2B74726967A}" dt="2022-11-10T13:35:50.703" v="269" actId="20577"/>
          <ac:spMkLst>
            <pc:docMk/>
            <pc:sldMk cId="624513412" sldId="567"/>
            <ac:spMk id="7" creationId="{DCF1E080-300F-4B81-9CC3-FCAD9DAAC7B7}"/>
          </ac:spMkLst>
        </pc:spChg>
      </pc:sldChg>
    </pc:docChg>
  </pc:docChgLst>
  <pc:docChgLst>
    <pc:chgData name="Occhipinti, Annalisa" userId="a66fcd2b-4181-400a-8ca1-7fdb013d8d8c" providerId="ADAL" clId="{AAF2F0E2-243E-46C4-ADD3-0957B29929CD}"/>
    <pc:docChg chg="custSel modSld">
      <pc:chgData name="Occhipinti, Annalisa" userId="a66fcd2b-4181-400a-8ca1-7fdb013d8d8c" providerId="ADAL" clId="{AAF2F0E2-243E-46C4-ADD3-0957B29929CD}" dt="2024-11-07T13:58:47.915" v="13" actId="1076"/>
      <pc:docMkLst>
        <pc:docMk/>
      </pc:docMkLst>
      <pc:sldChg chg="delSp mod">
        <pc:chgData name="Occhipinti, Annalisa" userId="a66fcd2b-4181-400a-8ca1-7fdb013d8d8c" providerId="ADAL" clId="{AAF2F0E2-243E-46C4-ADD3-0957B29929CD}" dt="2024-11-07T13:57:53.850" v="6" actId="478"/>
        <pc:sldMkLst>
          <pc:docMk/>
          <pc:sldMk cId="1149176039" sldId="256"/>
        </pc:sldMkLst>
        <pc:spChg chg="del">
          <ac:chgData name="Occhipinti, Annalisa" userId="a66fcd2b-4181-400a-8ca1-7fdb013d8d8c" providerId="ADAL" clId="{AAF2F0E2-243E-46C4-ADD3-0957B29929CD}" dt="2024-11-07T13:57:53.850" v="6" actId="478"/>
          <ac:spMkLst>
            <pc:docMk/>
            <pc:sldMk cId="1149176039" sldId="256"/>
            <ac:spMk id="6" creationId="{9683C2CD-6FDC-4FBA-8014-DE9E09BFAC15}"/>
          </ac:spMkLst>
        </pc:spChg>
      </pc:sldChg>
      <pc:sldChg chg="addSp delSp modSp mod">
        <pc:chgData name="Occhipinti, Annalisa" userId="a66fcd2b-4181-400a-8ca1-7fdb013d8d8c" providerId="ADAL" clId="{AAF2F0E2-243E-46C4-ADD3-0957B29929CD}" dt="2024-11-07T13:58:47.915" v="13" actId="1076"/>
        <pc:sldMkLst>
          <pc:docMk/>
          <pc:sldMk cId="1455848168" sldId="565"/>
        </pc:sldMkLst>
        <pc:spChg chg="mod">
          <ac:chgData name="Occhipinti, Annalisa" userId="a66fcd2b-4181-400a-8ca1-7fdb013d8d8c" providerId="ADAL" clId="{AAF2F0E2-243E-46C4-ADD3-0957B29929CD}" dt="2024-11-07T13:58:47.915" v="13" actId="1076"/>
          <ac:spMkLst>
            <pc:docMk/>
            <pc:sldMk cId="1455848168" sldId="565"/>
            <ac:spMk id="6" creationId="{DF33E25E-CA2F-4544-B5B5-9F9EB1F51ABA}"/>
          </ac:spMkLst>
        </pc:spChg>
        <pc:picChg chg="del">
          <ac:chgData name="Occhipinti, Annalisa" userId="a66fcd2b-4181-400a-8ca1-7fdb013d8d8c" providerId="ADAL" clId="{AAF2F0E2-243E-46C4-ADD3-0957B29929CD}" dt="2024-11-07T13:57:38.279" v="0" actId="478"/>
          <ac:picMkLst>
            <pc:docMk/>
            <pc:sldMk cId="1455848168" sldId="565"/>
            <ac:picMk id="3" creationId="{CE49360E-2370-4A94-B1CE-A2ADEED226B1}"/>
          </ac:picMkLst>
        </pc:picChg>
        <pc:picChg chg="add mod">
          <ac:chgData name="Occhipinti, Annalisa" userId="a66fcd2b-4181-400a-8ca1-7fdb013d8d8c" providerId="ADAL" clId="{AAF2F0E2-243E-46C4-ADD3-0957B29929CD}" dt="2024-11-07T13:58:39.684" v="11" actId="1076"/>
          <ac:picMkLst>
            <pc:docMk/>
            <pc:sldMk cId="1455848168" sldId="565"/>
            <ac:picMk id="4" creationId="{1C85908F-7F5A-1F68-5E09-B9A5A284A8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54A33-1090-EC4D-8812-6652BA304414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9DF67-0900-1547-96D2-E921F3F76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3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apterra.com/best-practices-for-better-bi-reports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Normalization</a:t>
            </a:r>
          </a:p>
          <a:p>
            <a:endParaRPr lang="en-GB" dirty="0"/>
          </a:p>
          <a:p>
            <a:r>
              <a:rPr lang="en-GB" dirty="0"/>
              <a:t>Why normalization</a:t>
            </a:r>
          </a:p>
          <a:p>
            <a:endParaRPr lang="en-GB" dirty="0"/>
          </a:p>
          <a:p>
            <a:r>
              <a:rPr lang="en-GB" dirty="0"/>
              <a:t>https://www.youtube.com/watch?v=xoTyrdT9SZI</a:t>
            </a:r>
          </a:p>
          <a:p>
            <a:endParaRPr lang="en-GB" dirty="0"/>
          </a:p>
          <a:p>
            <a:r>
              <a:rPr lang="en-GB" dirty="0"/>
              <a:t>How to normalise</a:t>
            </a:r>
          </a:p>
          <a:p>
            <a:endParaRPr lang="en-GB" dirty="0"/>
          </a:p>
          <a:p>
            <a:r>
              <a:rPr lang="en-GB" dirty="0"/>
              <a:t>https://www.youtube.com/watch?v=mUtAPbb1ECM</a:t>
            </a:r>
          </a:p>
          <a:p>
            <a:endParaRPr lang="en-GB" dirty="0"/>
          </a:p>
          <a:p>
            <a:r>
              <a:rPr lang="en-GB" dirty="0"/>
              <a:t>https://launchschool.com/books/sql/read/table_relationships#normalization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9DF67-0900-1547-96D2-E921F3F76B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10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hlinkClick r:id="rId3"/>
              </a:rPr>
              <a:t>https://blog.capterra.com/best-practices-for-better-bi-reports/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29293A-89C9-45C4-8EC7-C6D739491CE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187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11571"/>
            <a:ext cx="9144000" cy="1298391"/>
          </a:xfrm>
          <a:prstGeom prst="rect">
            <a:avLst/>
          </a:prstGeom>
        </p:spPr>
        <p:txBody>
          <a:bodyPr anchor="b"/>
          <a:lstStyle>
            <a:lvl1pPr algn="ctr">
              <a:defRPr sz="6000" b="1" i="0" baseline="0">
                <a:latin typeface="arial" charset="0"/>
              </a:defRPr>
            </a:lvl1pPr>
          </a:lstStyle>
          <a:p>
            <a:r>
              <a:rPr lang="en-US" dirty="0"/>
              <a:t>Title of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9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rgbClr val="F67F21"/>
                </a:solidFill>
                <a:latin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person/subtitle</a:t>
            </a:r>
          </a:p>
        </p:txBody>
      </p:sp>
    </p:spTree>
    <p:extLst>
      <p:ext uri="{BB962C8B-B14F-4D97-AF65-F5344CB8AC3E}">
        <p14:creationId xmlns:p14="http://schemas.microsoft.com/office/powerpoint/2010/main" val="168814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030818"/>
            <a:ext cx="12192000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63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59">
              <a:lnSpc>
                <a:spcPts val="1290"/>
              </a:lnSpc>
            </a:pPr>
            <a:r>
              <a:rPr lang="en-GB" spc="-14"/>
              <a:t>Pete</a:t>
            </a:r>
            <a:r>
              <a:rPr lang="en-GB" spc="-63"/>
              <a:t> </a:t>
            </a:r>
            <a:r>
              <a:rPr lang="en-GB" spc="-9"/>
              <a:t>Dwyer</a:t>
            </a:r>
            <a:endParaRPr lang="en-GB" spc="-9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63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59">
              <a:lnSpc>
                <a:spcPts val="1290"/>
              </a:lnSpc>
            </a:pPr>
            <a:r>
              <a:rPr lang="en-GB" spc="-9"/>
              <a:t>09</a:t>
            </a:r>
            <a:r>
              <a:rPr lang="en-GB" spc="-5"/>
              <a:t>/</a:t>
            </a:r>
            <a:r>
              <a:rPr lang="en-GB" spc="-14"/>
              <a:t>1</a:t>
            </a:r>
            <a:r>
              <a:rPr lang="en-GB" spc="-9"/>
              <a:t>0</a:t>
            </a:r>
            <a:r>
              <a:rPr lang="en-GB" spc="-5"/>
              <a:t>/</a:t>
            </a:r>
            <a:r>
              <a:rPr lang="en-GB" spc="-14"/>
              <a:t>2</a:t>
            </a:r>
            <a:r>
              <a:rPr lang="en-GB" spc="-9"/>
              <a:t>01</a:t>
            </a:r>
            <a:r>
              <a:rPr lang="en-GB"/>
              <a:t>7</a:t>
            </a:r>
            <a:endParaRPr lang="en-GB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63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2918">
              <a:lnSpc>
                <a:spcPts val="1290"/>
              </a:lnSpc>
            </a:pPr>
            <a:fld id="{81D60167-4931-47E6-BA6A-407CBD079E47}" type="slidenum">
              <a:rPr lang="en-GB" smtClean="0"/>
              <a:pPr marL="22918">
                <a:lnSpc>
                  <a:spcPts val="1290"/>
                </a:lnSpc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789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95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63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59">
              <a:lnSpc>
                <a:spcPts val="1290"/>
              </a:lnSpc>
            </a:pPr>
            <a:r>
              <a:rPr lang="en-GB" spc="-14"/>
              <a:t>Pete</a:t>
            </a:r>
            <a:r>
              <a:rPr lang="en-GB" spc="-63"/>
              <a:t> </a:t>
            </a:r>
            <a:r>
              <a:rPr lang="en-GB" spc="-9"/>
              <a:t>Dwyer</a:t>
            </a:r>
            <a:endParaRPr lang="en-GB" spc="-9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63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59">
              <a:lnSpc>
                <a:spcPts val="1290"/>
              </a:lnSpc>
            </a:pPr>
            <a:r>
              <a:rPr lang="en-GB" spc="-9"/>
              <a:t>09</a:t>
            </a:r>
            <a:r>
              <a:rPr lang="en-GB" spc="-5"/>
              <a:t>/</a:t>
            </a:r>
            <a:r>
              <a:rPr lang="en-GB" spc="-14"/>
              <a:t>1</a:t>
            </a:r>
            <a:r>
              <a:rPr lang="en-GB" spc="-9"/>
              <a:t>0</a:t>
            </a:r>
            <a:r>
              <a:rPr lang="en-GB" spc="-5"/>
              <a:t>/</a:t>
            </a:r>
            <a:r>
              <a:rPr lang="en-GB" spc="-14"/>
              <a:t>2</a:t>
            </a:r>
            <a:r>
              <a:rPr lang="en-GB" spc="-9"/>
              <a:t>01</a:t>
            </a:r>
            <a:r>
              <a:rPr lang="en-GB"/>
              <a:t>7</a:t>
            </a:r>
            <a:endParaRPr lang="en-GB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63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2918">
              <a:lnSpc>
                <a:spcPts val="1290"/>
              </a:lnSpc>
            </a:pPr>
            <a:fld id="{81D60167-4931-47E6-BA6A-407CBD079E47}" type="slidenum">
              <a:rPr lang="en-GB" smtClean="0"/>
              <a:pPr marL="22918">
                <a:lnSpc>
                  <a:spcPts val="1290"/>
                </a:lnSpc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81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6188149" y="3349256"/>
            <a:ext cx="914400" cy="914400"/>
          </a:xfrm>
          <a:prstGeom prst="rect">
            <a:avLst/>
          </a:prstGeom>
        </p:spPr>
        <p:txBody>
          <a:bodyPr wrap="none" rtlCol="0" anchor="ctr" anchorCtr="0">
            <a:normAutofit/>
          </a:bodyPr>
          <a:lstStyle/>
          <a:p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21365" y="1565341"/>
            <a:ext cx="11536018" cy="734864"/>
          </a:xfrm>
          <a:prstGeom prst="rect">
            <a:avLst/>
          </a:prstGeom>
        </p:spPr>
        <p:txBody>
          <a:bodyPr anchor="b"/>
          <a:lstStyle>
            <a:lvl1pPr algn="l">
              <a:defRPr sz="4000" b="1" i="0" baseline="0">
                <a:latin typeface="arial" charset="0"/>
              </a:defRPr>
            </a:lvl1pPr>
          </a:lstStyle>
          <a:p>
            <a:r>
              <a:rPr lang="en-US" dirty="0"/>
              <a:t>Title of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1365" y="2521374"/>
            <a:ext cx="11536018" cy="31989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aseline="0">
                <a:solidFill>
                  <a:schemeClr val="tx1"/>
                </a:solidFill>
                <a:latin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person/subtitle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82773" y="2030818"/>
            <a:ext cx="11461898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43" y="1534707"/>
            <a:ext cx="11557591" cy="8257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343" y="2541181"/>
            <a:ext cx="11557591" cy="3635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711" y="1709738"/>
            <a:ext cx="11568223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711" y="4589463"/>
            <a:ext cx="11568223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204" y="1513442"/>
            <a:ext cx="11538097" cy="8257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7204" y="2583713"/>
            <a:ext cx="5702596" cy="35932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583713"/>
            <a:ext cx="5683101" cy="3593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160" y="1524074"/>
            <a:ext cx="11536510" cy="8439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160" y="2521135"/>
            <a:ext cx="568941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160" y="3345047"/>
            <a:ext cx="5689415" cy="28446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521135"/>
            <a:ext cx="567247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345047"/>
            <a:ext cx="5672470" cy="28446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46150"/>
            <a:ext cx="5719763" cy="3849688"/>
          </a:xfrm>
          <a:prstGeom prst="rect">
            <a:avLst/>
          </a:prstGeom>
          <a:solidFill>
            <a:srgbClr val="6C2686">
              <a:alpha val="60000"/>
            </a:srgbClr>
          </a:solidFill>
        </p:spPr>
        <p:txBody>
          <a:bodyPr/>
          <a:lstStyle>
            <a:lvl1pPr>
              <a:defRPr sz="3600" b="1" i="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Text would go here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365551" y="3064532"/>
            <a:ext cx="11536018" cy="73486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400" baseline="0">
                <a:solidFill>
                  <a:schemeClr val="bg1"/>
                </a:solidFill>
              </a:rPr>
              <a:t>Thank you</a:t>
            </a:r>
            <a:endParaRPr lang="en-US" sz="4400" baseline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89098" y="2030818"/>
            <a:ext cx="11206716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720" y="3113371"/>
            <a:ext cx="11408230" cy="1101726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lecture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720" y="4268030"/>
            <a:ext cx="11408230" cy="1063691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lecture description</a:t>
            </a:r>
            <a:endParaRPr lang="en-GB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title</a:t>
            </a:r>
          </a:p>
        </p:txBody>
      </p:sp>
    </p:spTree>
    <p:extLst>
      <p:ext uri="{BB962C8B-B14F-4D97-AF65-F5344CB8AC3E}">
        <p14:creationId xmlns:p14="http://schemas.microsoft.com/office/powerpoint/2010/main" val="2978417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</p:spTree>
    <p:extLst>
      <p:ext uri="{BB962C8B-B14F-4D97-AF65-F5344CB8AC3E}">
        <p14:creationId xmlns:p14="http://schemas.microsoft.com/office/powerpoint/2010/main" val="3632571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259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496881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380067"/>
            <a:ext cx="5690508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7917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5"/>
            <a:ext cx="9505347" cy="8032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19" y="1262063"/>
            <a:ext cx="5613856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720" y="1854202"/>
            <a:ext cx="5613856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262063"/>
            <a:ext cx="5690507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1854202"/>
            <a:ext cx="5690507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620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13813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77408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338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1337733"/>
            <a:ext cx="6679519" cy="45233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01328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1329267"/>
            <a:ext cx="6679519" cy="45317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0833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496880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1337734"/>
            <a:ext cx="11478986" cy="483923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84723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9733" y="1346199"/>
            <a:ext cx="2142973" cy="4830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365125"/>
            <a:ext cx="9209012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38166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Sol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-8457"/>
            <a:ext cx="12193556" cy="6867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 bwMode="auto">
          <a:xfrm>
            <a:off x="272353" y="291070"/>
            <a:ext cx="6271860" cy="6275863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69241" y="1428401"/>
            <a:ext cx="5378548" cy="879910"/>
          </a:xfrm>
          <a:prstGeom prst="rect">
            <a:avLst/>
          </a:prstGeom>
        </p:spPr>
        <p:txBody>
          <a:bodyPr/>
          <a:lstStyle>
            <a:lvl1pPr algn="l">
              <a:defRPr sz="50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here, second line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302" y="4353453"/>
            <a:ext cx="5378486" cy="10347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47"/>
              </a:lnSpc>
              <a:buNone/>
              <a:defRPr sz="2157">
                <a:solidFill>
                  <a:schemeClr val="bg1"/>
                </a:solidFill>
                <a:latin typeface="+mj-lt"/>
              </a:defRPr>
            </a:lvl1pPr>
            <a:lvl2pPr marL="4481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96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44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92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40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89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373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85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72352" y="2997067"/>
            <a:ext cx="5392555" cy="8638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45" baseline="0">
                <a:solidFill>
                  <a:schemeClr val="bg1"/>
                </a:solidFill>
                <a:latin typeface="+mj-lt"/>
              </a:defRPr>
            </a:lvl1pPr>
            <a:lvl2pPr marL="336145" indent="0">
              <a:buNone/>
              <a:defRPr sz="1568">
                <a:solidFill>
                  <a:schemeClr val="bg1"/>
                </a:solidFill>
                <a:latin typeface="+mj-lt"/>
              </a:defRPr>
            </a:lvl2pPr>
            <a:lvl3pPr marL="560241" indent="0">
              <a:buNone/>
              <a:defRPr sz="1372">
                <a:solidFill>
                  <a:schemeClr val="bg1"/>
                </a:solidFill>
                <a:latin typeface="+mj-lt"/>
              </a:defRPr>
            </a:lvl3pPr>
            <a:lvl4pPr marL="784338" indent="0">
              <a:buNone/>
              <a:defRPr sz="1176">
                <a:solidFill>
                  <a:schemeClr val="bg1"/>
                </a:solidFill>
                <a:latin typeface="+mj-lt"/>
              </a:defRPr>
            </a:lvl4pPr>
            <a:lvl5pPr marL="1008435" indent="0">
              <a:buNone/>
              <a:defRPr sz="1176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Sub header here</a:t>
            </a:r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76" y="470067"/>
            <a:ext cx="1279273" cy="280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68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8601" y="1"/>
            <a:ext cx="12210759" cy="687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80133" y="298850"/>
            <a:ext cx="6272001" cy="6278977"/>
          </a:xfrm>
          <a:prstGeom prst="rect">
            <a:avLst/>
          </a:prstGeom>
          <a:solidFill>
            <a:srgbClr val="68217A">
              <a:alpha val="90000"/>
            </a:srgbClr>
          </a:solidFill>
        </p:spPr>
        <p:txBody>
          <a:bodyPr/>
          <a:lstStyle>
            <a:lvl1pPr marL="0" indent="0">
              <a:lnSpc>
                <a:spcPts val="4705"/>
              </a:lnSpc>
              <a:spcBef>
                <a:spcPts val="0"/>
              </a:spcBef>
              <a:buFontTx/>
              <a:buNone/>
              <a:defRPr sz="4215">
                <a:solidFill>
                  <a:schemeClr val="bg1"/>
                </a:solidFill>
              </a:defRPr>
            </a:lvl1pPr>
            <a:lvl2pPr marL="0" indent="0">
              <a:lnSpc>
                <a:spcPts val="2549"/>
              </a:lnSpc>
              <a:spcBef>
                <a:spcPts val="3529"/>
              </a:spcBef>
              <a:spcAft>
                <a:spcPts val="2353"/>
              </a:spcAft>
              <a:buFontTx/>
              <a:buNone/>
              <a:defRPr sz="1961">
                <a:solidFill>
                  <a:schemeClr val="bg1"/>
                </a:solidFill>
              </a:defRPr>
            </a:lvl2pPr>
            <a:lvl3pPr marL="225653" indent="-224097">
              <a:lnSpc>
                <a:spcPts val="2647"/>
              </a:lnSpc>
              <a:spcBef>
                <a:spcPts val="0"/>
              </a:spcBef>
              <a:defRPr sz="1961">
                <a:solidFill>
                  <a:schemeClr val="bg1"/>
                </a:solidFill>
              </a:defRPr>
            </a:lvl3pPr>
            <a:lvl4pPr marL="225653" indent="-224097">
              <a:lnSpc>
                <a:spcPts val="2647"/>
              </a:lnSpc>
              <a:spcBef>
                <a:spcPts val="0"/>
              </a:spcBef>
              <a:defRPr sz="1961">
                <a:solidFill>
                  <a:schemeClr val="bg1"/>
                </a:solidFill>
              </a:defRPr>
            </a:lvl4pPr>
            <a:lvl5pPr marL="225653" indent="-224097">
              <a:lnSpc>
                <a:spcPts val="2647"/>
              </a:lnSpc>
              <a:spcBef>
                <a:spcPts val="0"/>
              </a:spcBef>
              <a:defRPr sz="196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849698" y="-355798"/>
            <a:ext cx="896425" cy="896552"/>
          </a:xfrm>
          <a:prstGeom prst="rect">
            <a:avLst/>
          </a:prstGeom>
          <a:noFill/>
        </p:spPr>
        <p:txBody>
          <a:bodyPr wrap="none" lIns="179285" tIns="143428" rIns="179285" bIns="143428" rtlCol="0">
            <a:noAutofit/>
          </a:bodyPr>
          <a:lstStyle/>
          <a:p>
            <a:pPr defTabSz="914314">
              <a:lnSpc>
                <a:spcPct val="90000"/>
              </a:lnSpc>
              <a:spcAft>
                <a:spcPts val="588"/>
              </a:spcAft>
            </a:pPr>
            <a:endParaRPr lang="en-US" sz="2353" dirty="0">
              <a:gradFill>
                <a:gsLst>
                  <a:gs pos="2917">
                    <a:srgbClr val="000000"/>
                  </a:gs>
                  <a:gs pos="30000">
                    <a:srgbClr val="000000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9254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0pt Title/30pt Sub/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8601" y="1"/>
            <a:ext cx="12210759" cy="687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636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50pt Title/30pt Sub/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8601" y="1"/>
            <a:ext cx="12210759" cy="687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123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8927" y="286381"/>
            <a:ext cx="11653523" cy="927940"/>
          </a:xfrm>
          <a:prstGeom prst="rect">
            <a:avLst/>
          </a:prstGeom>
        </p:spPr>
        <p:txBody>
          <a:bodyPr lIns="146304" tIns="91440" rIns="146304" bIns="91440"/>
          <a:lstStyle>
            <a:lvl1pPr algn="l">
              <a:defRPr>
                <a:gradFill>
                  <a:gsLst>
                    <a:gs pos="2917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269239" y="2084173"/>
            <a:ext cx="9860673" cy="1793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273">
                <a:gradFill>
                  <a:gsLst>
                    <a:gs pos="2917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Demo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153" y="3382305"/>
            <a:ext cx="596061" cy="5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73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8927" y="286381"/>
            <a:ext cx="11653523" cy="927940"/>
          </a:xfrm>
          <a:prstGeom prst="rect">
            <a:avLst/>
          </a:prstGeom>
        </p:spPr>
        <p:txBody>
          <a:bodyPr lIns="146304" tIns="91440" rIns="146304" bIns="91440"/>
          <a:lstStyle>
            <a:lvl1pPr algn="l">
              <a:defRPr>
                <a:gradFill>
                  <a:gsLst>
                    <a:gs pos="2917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269239" y="2084173"/>
            <a:ext cx="9860673" cy="1793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273">
                <a:gradFill>
                  <a:gsLst>
                    <a:gs pos="2917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7134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ata Insights 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69239" y="2031021"/>
            <a:ext cx="10258286" cy="1686801"/>
          </a:xfrm>
          <a:prstGeom prst="rect">
            <a:avLst/>
          </a:prstGeom>
        </p:spPr>
        <p:txBody>
          <a:bodyPr lIns="146304" tIns="91440" rIns="146304" bIns="91440"/>
          <a:lstStyle>
            <a:lvl1pPr algn="l">
              <a:defRPr sz="5882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Data insights headline</a:t>
            </a:r>
          </a:p>
        </p:txBody>
      </p:sp>
    </p:spTree>
    <p:extLst>
      <p:ext uri="{BB962C8B-B14F-4D97-AF65-F5344CB8AC3E}">
        <p14:creationId xmlns:p14="http://schemas.microsoft.com/office/powerpoint/2010/main" val="308360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743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ata Insights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8927" y="286381"/>
            <a:ext cx="11653523" cy="927940"/>
          </a:xfrm>
          <a:prstGeom prst="rect">
            <a:avLst/>
          </a:prstGeom>
        </p:spPr>
        <p:txBody>
          <a:bodyPr lIns="146304" tIns="91440" rIns="146304" bIns="91440"/>
          <a:lstStyle>
            <a:lvl1pPr algn="l">
              <a:defRPr sz="50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255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8927" y="286381"/>
            <a:ext cx="11653523" cy="927940"/>
          </a:xfrm>
          <a:prstGeom prst="rect">
            <a:avLst/>
          </a:prstGeom>
        </p:spPr>
        <p:txBody>
          <a:bodyPr lIns="146304" tIns="91440" rIns="146304" bIns="91440"/>
          <a:lstStyle>
            <a:lvl1pPr algn="l">
              <a:defRPr sz="5098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877921" y="6368202"/>
            <a:ext cx="2044529" cy="371246"/>
            <a:chOff x="10075994" y="6523798"/>
            <a:chExt cx="2085526" cy="378637"/>
          </a:xfrm>
        </p:grpSpPr>
        <p:sp>
          <p:nvSpPr>
            <p:cNvPr id="5" name="icon BULB"/>
            <p:cNvSpPr>
              <a:spLocks noEditPoints="1"/>
            </p:cNvSpPr>
            <p:nvPr/>
          </p:nvSpPr>
          <p:spPr bwMode="auto">
            <a:xfrm>
              <a:off x="10981759" y="6523798"/>
              <a:ext cx="217746" cy="348394"/>
            </a:xfrm>
            <a:custGeom>
              <a:avLst/>
              <a:gdLst>
                <a:gd name="T0" fmla="*/ 74 w 149"/>
                <a:gd name="T1" fmla="*/ 0 h 241"/>
                <a:gd name="T2" fmla="*/ 74 w 149"/>
                <a:gd name="T3" fmla="*/ 0 h 241"/>
                <a:gd name="T4" fmla="*/ 0 w 149"/>
                <a:gd name="T5" fmla="*/ 70 h 241"/>
                <a:gd name="T6" fmla="*/ 27 w 149"/>
                <a:gd name="T7" fmla="*/ 127 h 241"/>
                <a:gd name="T8" fmla="*/ 33 w 149"/>
                <a:gd name="T9" fmla="*/ 140 h 241"/>
                <a:gd name="T10" fmla="*/ 35 w 149"/>
                <a:gd name="T11" fmla="*/ 154 h 241"/>
                <a:gd name="T12" fmla="*/ 44 w 149"/>
                <a:gd name="T13" fmla="*/ 176 h 241"/>
                <a:gd name="T14" fmla="*/ 107 w 149"/>
                <a:gd name="T15" fmla="*/ 176 h 241"/>
                <a:gd name="T16" fmla="*/ 115 w 149"/>
                <a:gd name="T17" fmla="*/ 154 h 241"/>
                <a:gd name="T18" fmla="*/ 124 w 149"/>
                <a:gd name="T19" fmla="*/ 127 h 241"/>
                <a:gd name="T20" fmla="*/ 137 w 149"/>
                <a:gd name="T21" fmla="*/ 105 h 241"/>
                <a:gd name="T22" fmla="*/ 149 w 149"/>
                <a:gd name="T23" fmla="*/ 70 h 241"/>
                <a:gd name="T24" fmla="*/ 74 w 149"/>
                <a:gd name="T25" fmla="*/ 0 h 241"/>
                <a:gd name="T26" fmla="*/ 58 w 149"/>
                <a:gd name="T27" fmla="*/ 234 h 241"/>
                <a:gd name="T28" fmla="*/ 67 w 149"/>
                <a:gd name="T29" fmla="*/ 241 h 241"/>
                <a:gd name="T30" fmla="*/ 86 w 149"/>
                <a:gd name="T31" fmla="*/ 241 h 241"/>
                <a:gd name="T32" fmla="*/ 94 w 149"/>
                <a:gd name="T33" fmla="*/ 234 h 241"/>
                <a:gd name="T34" fmla="*/ 58 w 149"/>
                <a:gd name="T35" fmla="*/ 234 h 241"/>
                <a:gd name="T36" fmla="*/ 97 w 149"/>
                <a:gd name="T37" fmla="*/ 209 h 241"/>
                <a:gd name="T38" fmla="*/ 55 w 149"/>
                <a:gd name="T39" fmla="*/ 209 h 241"/>
                <a:gd name="T40" fmla="*/ 45 w 149"/>
                <a:gd name="T41" fmla="*/ 217 h 241"/>
                <a:gd name="T42" fmla="*/ 56 w 149"/>
                <a:gd name="T43" fmla="*/ 226 h 241"/>
                <a:gd name="T44" fmla="*/ 97 w 149"/>
                <a:gd name="T45" fmla="*/ 226 h 241"/>
                <a:gd name="T46" fmla="*/ 107 w 149"/>
                <a:gd name="T47" fmla="*/ 217 h 241"/>
                <a:gd name="T48" fmla="*/ 97 w 149"/>
                <a:gd name="T49" fmla="*/ 209 h 241"/>
                <a:gd name="T50" fmla="*/ 99 w 149"/>
                <a:gd name="T51" fmla="*/ 184 h 241"/>
                <a:gd name="T52" fmla="*/ 52 w 149"/>
                <a:gd name="T53" fmla="*/ 184 h 241"/>
                <a:gd name="T54" fmla="*/ 43 w 149"/>
                <a:gd name="T55" fmla="*/ 192 h 241"/>
                <a:gd name="T56" fmla="*/ 53 w 149"/>
                <a:gd name="T57" fmla="*/ 201 h 241"/>
                <a:gd name="T58" fmla="*/ 99 w 149"/>
                <a:gd name="T59" fmla="*/ 201 h 241"/>
                <a:gd name="T60" fmla="*/ 110 w 149"/>
                <a:gd name="T61" fmla="*/ 192 h 241"/>
                <a:gd name="T62" fmla="*/ 99 w 149"/>
                <a:gd name="T63" fmla="*/ 184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9" h="241">
                  <a:moveTo>
                    <a:pt x="74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33" y="0"/>
                    <a:pt x="0" y="31"/>
                    <a:pt x="0" y="70"/>
                  </a:cubicBezTo>
                  <a:cubicBezTo>
                    <a:pt x="0" y="92"/>
                    <a:pt x="18" y="107"/>
                    <a:pt x="27" y="127"/>
                  </a:cubicBezTo>
                  <a:cubicBezTo>
                    <a:pt x="30" y="132"/>
                    <a:pt x="31" y="136"/>
                    <a:pt x="33" y="140"/>
                  </a:cubicBezTo>
                  <a:cubicBezTo>
                    <a:pt x="34" y="146"/>
                    <a:pt x="34" y="150"/>
                    <a:pt x="35" y="154"/>
                  </a:cubicBezTo>
                  <a:cubicBezTo>
                    <a:pt x="36" y="162"/>
                    <a:pt x="38" y="170"/>
                    <a:pt x="44" y="176"/>
                  </a:cubicBezTo>
                  <a:cubicBezTo>
                    <a:pt x="107" y="176"/>
                    <a:pt x="107" y="176"/>
                    <a:pt x="107" y="176"/>
                  </a:cubicBezTo>
                  <a:cubicBezTo>
                    <a:pt x="114" y="170"/>
                    <a:pt x="115" y="162"/>
                    <a:pt x="115" y="154"/>
                  </a:cubicBezTo>
                  <a:cubicBezTo>
                    <a:pt x="117" y="146"/>
                    <a:pt x="118" y="138"/>
                    <a:pt x="124" y="127"/>
                  </a:cubicBezTo>
                  <a:cubicBezTo>
                    <a:pt x="127" y="119"/>
                    <a:pt x="132" y="112"/>
                    <a:pt x="137" y="105"/>
                  </a:cubicBezTo>
                  <a:cubicBezTo>
                    <a:pt x="143" y="94"/>
                    <a:pt x="149" y="83"/>
                    <a:pt x="149" y="70"/>
                  </a:cubicBezTo>
                  <a:cubicBezTo>
                    <a:pt x="149" y="31"/>
                    <a:pt x="115" y="0"/>
                    <a:pt x="74" y="0"/>
                  </a:cubicBezTo>
                  <a:moveTo>
                    <a:pt x="58" y="234"/>
                  </a:moveTo>
                  <a:cubicBezTo>
                    <a:pt x="58" y="234"/>
                    <a:pt x="59" y="241"/>
                    <a:pt x="67" y="241"/>
                  </a:cubicBezTo>
                  <a:cubicBezTo>
                    <a:pt x="86" y="241"/>
                    <a:pt x="86" y="241"/>
                    <a:pt x="86" y="241"/>
                  </a:cubicBezTo>
                  <a:cubicBezTo>
                    <a:pt x="93" y="241"/>
                    <a:pt x="94" y="234"/>
                    <a:pt x="94" y="234"/>
                  </a:cubicBezTo>
                  <a:lnTo>
                    <a:pt x="58" y="234"/>
                  </a:lnTo>
                  <a:close/>
                  <a:moveTo>
                    <a:pt x="97" y="209"/>
                  </a:moveTo>
                  <a:cubicBezTo>
                    <a:pt x="55" y="209"/>
                    <a:pt x="55" y="209"/>
                    <a:pt x="55" y="209"/>
                  </a:cubicBezTo>
                  <a:cubicBezTo>
                    <a:pt x="50" y="209"/>
                    <a:pt x="45" y="213"/>
                    <a:pt x="45" y="217"/>
                  </a:cubicBezTo>
                  <a:cubicBezTo>
                    <a:pt x="45" y="223"/>
                    <a:pt x="50" y="226"/>
                    <a:pt x="56" y="226"/>
                  </a:cubicBezTo>
                  <a:cubicBezTo>
                    <a:pt x="97" y="226"/>
                    <a:pt x="97" y="226"/>
                    <a:pt x="97" y="226"/>
                  </a:cubicBezTo>
                  <a:cubicBezTo>
                    <a:pt x="103" y="226"/>
                    <a:pt x="107" y="223"/>
                    <a:pt x="107" y="217"/>
                  </a:cubicBezTo>
                  <a:cubicBezTo>
                    <a:pt x="107" y="213"/>
                    <a:pt x="103" y="209"/>
                    <a:pt x="97" y="209"/>
                  </a:cubicBezTo>
                  <a:moveTo>
                    <a:pt x="99" y="184"/>
                  </a:moveTo>
                  <a:cubicBezTo>
                    <a:pt x="52" y="184"/>
                    <a:pt x="52" y="184"/>
                    <a:pt x="52" y="184"/>
                  </a:cubicBezTo>
                  <a:cubicBezTo>
                    <a:pt x="47" y="184"/>
                    <a:pt x="43" y="187"/>
                    <a:pt x="43" y="192"/>
                  </a:cubicBezTo>
                  <a:cubicBezTo>
                    <a:pt x="43" y="197"/>
                    <a:pt x="47" y="201"/>
                    <a:pt x="53" y="201"/>
                  </a:cubicBezTo>
                  <a:cubicBezTo>
                    <a:pt x="99" y="201"/>
                    <a:pt x="99" y="201"/>
                    <a:pt x="99" y="201"/>
                  </a:cubicBezTo>
                  <a:cubicBezTo>
                    <a:pt x="105" y="201"/>
                    <a:pt x="110" y="197"/>
                    <a:pt x="110" y="192"/>
                  </a:cubicBezTo>
                  <a:cubicBezTo>
                    <a:pt x="110" y="187"/>
                    <a:pt x="105" y="184"/>
                    <a:pt x="99" y="184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65">
                <a:solidFill>
                  <a:srgbClr val="000000"/>
                </a:solidFill>
              </a:endParaRPr>
            </a:p>
          </p:txBody>
        </p:sp>
        <p:sp>
          <p:nvSpPr>
            <p:cNvPr id="6" name="icon  BINARY"/>
            <p:cNvSpPr>
              <a:spLocks noEditPoints="1"/>
            </p:cNvSpPr>
            <p:nvPr/>
          </p:nvSpPr>
          <p:spPr bwMode="auto">
            <a:xfrm>
              <a:off x="10075994" y="6534685"/>
              <a:ext cx="397992" cy="326620"/>
            </a:xfrm>
            <a:custGeom>
              <a:avLst/>
              <a:gdLst>
                <a:gd name="T0" fmla="*/ 64 w 275"/>
                <a:gd name="T1" fmla="*/ 55 h 226"/>
                <a:gd name="T2" fmla="*/ 65 w 275"/>
                <a:gd name="T3" fmla="*/ 0 h 226"/>
                <a:gd name="T4" fmla="*/ 64 w 275"/>
                <a:gd name="T5" fmla="*/ 9 h 226"/>
                <a:gd name="T6" fmla="*/ 72 w 275"/>
                <a:gd name="T7" fmla="*/ 28 h 226"/>
                <a:gd name="T8" fmla="*/ 96 w 275"/>
                <a:gd name="T9" fmla="*/ 45 h 226"/>
                <a:gd name="T10" fmla="*/ 96 w 275"/>
                <a:gd name="T11" fmla="*/ 15 h 226"/>
                <a:gd name="T12" fmla="*/ 119 w 275"/>
                <a:gd name="T13" fmla="*/ 45 h 226"/>
                <a:gd name="T14" fmla="*/ 178 w 275"/>
                <a:gd name="T15" fmla="*/ 54 h 226"/>
                <a:gd name="T16" fmla="*/ 155 w 275"/>
                <a:gd name="T17" fmla="*/ 45 h 226"/>
                <a:gd name="T18" fmla="*/ 144 w 275"/>
                <a:gd name="T19" fmla="*/ 5 h 226"/>
                <a:gd name="T20" fmla="*/ 178 w 275"/>
                <a:gd name="T21" fmla="*/ 45 h 226"/>
                <a:gd name="T22" fmla="*/ 222 w 275"/>
                <a:gd name="T23" fmla="*/ 48 h 226"/>
                <a:gd name="T24" fmla="*/ 194 w 275"/>
                <a:gd name="T25" fmla="*/ 7 h 226"/>
                <a:gd name="T26" fmla="*/ 215 w 275"/>
                <a:gd name="T27" fmla="*/ 28 h 226"/>
                <a:gd name="T28" fmla="*/ 208 w 275"/>
                <a:gd name="T29" fmla="*/ 46 h 226"/>
                <a:gd name="T30" fmla="*/ 269 w 275"/>
                <a:gd name="T31" fmla="*/ 48 h 226"/>
                <a:gd name="T32" fmla="*/ 242 w 275"/>
                <a:gd name="T33" fmla="*/ 7 h 226"/>
                <a:gd name="T34" fmla="*/ 263 w 275"/>
                <a:gd name="T35" fmla="*/ 28 h 226"/>
                <a:gd name="T36" fmla="*/ 256 w 275"/>
                <a:gd name="T37" fmla="*/ 46 h 226"/>
                <a:gd name="T38" fmla="*/ 0 w 275"/>
                <a:gd name="T39" fmla="*/ 140 h 226"/>
                <a:gd name="T40" fmla="*/ 11 w 275"/>
                <a:gd name="T41" fmla="*/ 98 h 226"/>
                <a:gd name="T42" fmla="*/ 23 w 275"/>
                <a:gd name="T43" fmla="*/ 85 h 226"/>
                <a:gd name="T44" fmla="*/ 34 w 275"/>
                <a:gd name="T45" fmla="*/ 140 h 226"/>
                <a:gd name="T46" fmla="*/ 64 w 275"/>
                <a:gd name="T47" fmla="*/ 141 h 226"/>
                <a:gd name="T48" fmla="*/ 65 w 275"/>
                <a:gd name="T49" fmla="*/ 85 h 226"/>
                <a:gd name="T50" fmla="*/ 64 w 275"/>
                <a:gd name="T51" fmla="*/ 94 h 226"/>
                <a:gd name="T52" fmla="*/ 71 w 275"/>
                <a:gd name="T53" fmla="*/ 113 h 226"/>
                <a:gd name="T54" fmla="*/ 111 w 275"/>
                <a:gd name="T55" fmla="*/ 141 h 226"/>
                <a:gd name="T56" fmla="*/ 112 w 275"/>
                <a:gd name="T57" fmla="*/ 85 h 226"/>
                <a:gd name="T58" fmla="*/ 112 w 275"/>
                <a:gd name="T59" fmla="*/ 94 h 226"/>
                <a:gd name="T60" fmla="*/ 119 w 275"/>
                <a:gd name="T61" fmla="*/ 113 h 226"/>
                <a:gd name="T62" fmla="*/ 145 w 275"/>
                <a:gd name="T63" fmla="*/ 130 h 226"/>
                <a:gd name="T64" fmla="*/ 144 w 275"/>
                <a:gd name="T65" fmla="*/ 100 h 226"/>
                <a:gd name="T66" fmla="*/ 167 w 275"/>
                <a:gd name="T67" fmla="*/ 130 h 226"/>
                <a:gd name="T68" fmla="*/ 227 w 275"/>
                <a:gd name="T69" fmla="*/ 113 h 226"/>
                <a:gd name="T70" fmla="*/ 188 w 275"/>
                <a:gd name="T71" fmla="*/ 115 h 226"/>
                <a:gd name="T72" fmla="*/ 227 w 275"/>
                <a:gd name="T73" fmla="*/ 113 h 226"/>
                <a:gd name="T74" fmla="*/ 200 w 275"/>
                <a:gd name="T75" fmla="*/ 113 h 226"/>
                <a:gd name="T76" fmla="*/ 83 w 275"/>
                <a:gd name="T77" fmla="*/ 199 h 226"/>
                <a:gd name="T78" fmla="*/ 45 w 275"/>
                <a:gd name="T79" fmla="*/ 200 h 226"/>
                <a:gd name="T80" fmla="*/ 83 w 275"/>
                <a:gd name="T81" fmla="*/ 199 h 226"/>
                <a:gd name="T82" fmla="*/ 56 w 275"/>
                <a:gd name="T83" fmla="*/ 200 h 226"/>
                <a:gd name="T84" fmla="*/ 132 w 275"/>
                <a:gd name="T85" fmla="*/ 199 h 226"/>
                <a:gd name="T86" fmla="*/ 93 w 275"/>
                <a:gd name="T87" fmla="*/ 200 h 226"/>
                <a:gd name="T88" fmla="*/ 132 w 275"/>
                <a:gd name="T89" fmla="*/ 199 h 226"/>
                <a:gd name="T90" fmla="*/ 105 w 275"/>
                <a:gd name="T91" fmla="*/ 200 h 226"/>
                <a:gd name="T92" fmla="*/ 178 w 275"/>
                <a:gd name="T93" fmla="*/ 225 h 226"/>
                <a:gd name="T94" fmla="*/ 155 w 275"/>
                <a:gd name="T95" fmla="*/ 216 h 226"/>
                <a:gd name="T96" fmla="*/ 144 w 275"/>
                <a:gd name="T97" fmla="*/ 176 h 226"/>
                <a:gd name="T98" fmla="*/ 178 w 275"/>
                <a:gd name="T99" fmla="*/ 216 h 226"/>
                <a:gd name="T100" fmla="*/ 222 w 275"/>
                <a:gd name="T101" fmla="*/ 220 h 226"/>
                <a:gd name="T102" fmla="*/ 194 w 275"/>
                <a:gd name="T103" fmla="*/ 178 h 226"/>
                <a:gd name="T104" fmla="*/ 215 w 275"/>
                <a:gd name="T105" fmla="*/ 199 h 226"/>
                <a:gd name="T106" fmla="*/ 208 w 275"/>
                <a:gd name="T107" fmla="*/ 218 h 226"/>
                <a:gd name="T108" fmla="*/ 240 w 275"/>
                <a:gd name="T109" fmla="*/ 225 h 226"/>
                <a:gd name="T110" fmla="*/ 252 w 275"/>
                <a:gd name="T111" fmla="*/ 183 h 226"/>
                <a:gd name="T112" fmla="*/ 263 w 275"/>
                <a:gd name="T113" fmla="*/ 172 h 226"/>
                <a:gd name="T114" fmla="*/ 274 w 275"/>
                <a:gd name="T115" fmla="*/ 22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75" h="226">
                  <a:moveTo>
                    <a:pt x="83" y="27"/>
                  </a:moveTo>
                  <a:cubicBezTo>
                    <a:pt x="83" y="36"/>
                    <a:pt x="82" y="44"/>
                    <a:pt x="78" y="48"/>
                  </a:cubicBezTo>
                  <a:cubicBezTo>
                    <a:pt x="75" y="53"/>
                    <a:pt x="70" y="55"/>
                    <a:pt x="64" y="55"/>
                  </a:cubicBezTo>
                  <a:cubicBezTo>
                    <a:pt x="51" y="55"/>
                    <a:pt x="45" y="46"/>
                    <a:pt x="45" y="28"/>
                  </a:cubicBezTo>
                  <a:cubicBezTo>
                    <a:pt x="45" y="19"/>
                    <a:pt x="46" y="13"/>
                    <a:pt x="51" y="7"/>
                  </a:cubicBezTo>
                  <a:cubicBezTo>
                    <a:pt x="54" y="3"/>
                    <a:pt x="58" y="0"/>
                    <a:pt x="65" y="0"/>
                  </a:cubicBezTo>
                  <a:cubicBezTo>
                    <a:pt x="77" y="0"/>
                    <a:pt x="83" y="9"/>
                    <a:pt x="83" y="27"/>
                  </a:cubicBezTo>
                  <a:moveTo>
                    <a:pt x="72" y="28"/>
                  </a:moveTo>
                  <a:cubicBezTo>
                    <a:pt x="72" y="16"/>
                    <a:pt x="68" y="9"/>
                    <a:pt x="64" y="9"/>
                  </a:cubicBezTo>
                  <a:cubicBezTo>
                    <a:pt x="60" y="9"/>
                    <a:pt x="56" y="16"/>
                    <a:pt x="56" y="28"/>
                  </a:cubicBezTo>
                  <a:cubicBezTo>
                    <a:pt x="56" y="41"/>
                    <a:pt x="60" y="46"/>
                    <a:pt x="64" y="46"/>
                  </a:cubicBezTo>
                  <a:cubicBezTo>
                    <a:pt x="68" y="46"/>
                    <a:pt x="72" y="41"/>
                    <a:pt x="72" y="28"/>
                  </a:cubicBezTo>
                  <a:moveTo>
                    <a:pt x="129" y="54"/>
                  </a:moveTo>
                  <a:cubicBezTo>
                    <a:pt x="96" y="54"/>
                    <a:pt x="96" y="54"/>
                    <a:pt x="96" y="54"/>
                  </a:cubicBezTo>
                  <a:cubicBezTo>
                    <a:pt x="96" y="45"/>
                    <a:pt x="96" y="45"/>
                    <a:pt x="96" y="45"/>
                  </a:cubicBezTo>
                  <a:cubicBezTo>
                    <a:pt x="107" y="45"/>
                    <a:pt x="107" y="45"/>
                    <a:pt x="107" y="45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45"/>
                    <a:pt x="119" y="45"/>
                    <a:pt x="119" y="45"/>
                  </a:cubicBezTo>
                  <a:cubicBezTo>
                    <a:pt x="129" y="45"/>
                    <a:pt x="129" y="45"/>
                    <a:pt x="129" y="45"/>
                  </a:cubicBezTo>
                  <a:lnTo>
                    <a:pt x="129" y="54"/>
                  </a:lnTo>
                  <a:close/>
                  <a:moveTo>
                    <a:pt x="178" y="54"/>
                  </a:moveTo>
                  <a:cubicBezTo>
                    <a:pt x="144" y="54"/>
                    <a:pt x="144" y="54"/>
                    <a:pt x="144" y="54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11"/>
                    <a:pt x="155" y="11"/>
                    <a:pt x="155" y="11"/>
                  </a:cubicBezTo>
                  <a:cubicBezTo>
                    <a:pt x="144" y="15"/>
                    <a:pt x="144" y="15"/>
                    <a:pt x="144" y="15"/>
                  </a:cubicBezTo>
                  <a:cubicBezTo>
                    <a:pt x="144" y="5"/>
                    <a:pt x="144" y="5"/>
                    <a:pt x="144" y="5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78" y="45"/>
                    <a:pt x="178" y="45"/>
                    <a:pt x="178" y="45"/>
                  </a:cubicBezTo>
                  <a:lnTo>
                    <a:pt x="178" y="54"/>
                  </a:lnTo>
                  <a:close/>
                  <a:moveTo>
                    <a:pt x="227" y="27"/>
                  </a:moveTo>
                  <a:cubicBezTo>
                    <a:pt x="227" y="36"/>
                    <a:pt x="225" y="44"/>
                    <a:pt x="222" y="48"/>
                  </a:cubicBezTo>
                  <a:cubicBezTo>
                    <a:pt x="218" y="53"/>
                    <a:pt x="214" y="55"/>
                    <a:pt x="207" y="55"/>
                  </a:cubicBezTo>
                  <a:cubicBezTo>
                    <a:pt x="195" y="55"/>
                    <a:pt x="188" y="46"/>
                    <a:pt x="188" y="28"/>
                  </a:cubicBezTo>
                  <a:cubicBezTo>
                    <a:pt x="188" y="19"/>
                    <a:pt x="191" y="13"/>
                    <a:pt x="194" y="7"/>
                  </a:cubicBezTo>
                  <a:cubicBezTo>
                    <a:pt x="197" y="3"/>
                    <a:pt x="203" y="0"/>
                    <a:pt x="208" y="0"/>
                  </a:cubicBezTo>
                  <a:cubicBezTo>
                    <a:pt x="220" y="0"/>
                    <a:pt x="227" y="9"/>
                    <a:pt x="227" y="27"/>
                  </a:cubicBezTo>
                  <a:moveTo>
                    <a:pt x="215" y="28"/>
                  </a:moveTo>
                  <a:cubicBezTo>
                    <a:pt x="215" y="16"/>
                    <a:pt x="213" y="9"/>
                    <a:pt x="208" y="9"/>
                  </a:cubicBezTo>
                  <a:cubicBezTo>
                    <a:pt x="203" y="9"/>
                    <a:pt x="200" y="16"/>
                    <a:pt x="200" y="28"/>
                  </a:cubicBezTo>
                  <a:cubicBezTo>
                    <a:pt x="200" y="41"/>
                    <a:pt x="203" y="46"/>
                    <a:pt x="208" y="46"/>
                  </a:cubicBezTo>
                  <a:cubicBezTo>
                    <a:pt x="213" y="46"/>
                    <a:pt x="215" y="41"/>
                    <a:pt x="215" y="28"/>
                  </a:cubicBezTo>
                  <a:moveTo>
                    <a:pt x="275" y="27"/>
                  </a:moveTo>
                  <a:cubicBezTo>
                    <a:pt x="275" y="36"/>
                    <a:pt x="274" y="44"/>
                    <a:pt x="269" y="48"/>
                  </a:cubicBezTo>
                  <a:cubicBezTo>
                    <a:pt x="266" y="53"/>
                    <a:pt x="262" y="55"/>
                    <a:pt x="256" y="55"/>
                  </a:cubicBezTo>
                  <a:cubicBezTo>
                    <a:pt x="243" y="55"/>
                    <a:pt x="236" y="46"/>
                    <a:pt x="236" y="28"/>
                  </a:cubicBezTo>
                  <a:cubicBezTo>
                    <a:pt x="236" y="19"/>
                    <a:pt x="238" y="13"/>
                    <a:pt x="242" y="7"/>
                  </a:cubicBezTo>
                  <a:cubicBezTo>
                    <a:pt x="245" y="3"/>
                    <a:pt x="250" y="0"/>
                    <a:pt x="256" y="0"/>
                  </a:cubicBezTo>
                  <a:cubicBezTo>
                    <a:pt x="269" y="0"/>
                    <a:pt x="275" y="9"/>
                    <a:pt x="275" y="27"/>
                  </a:cubicBezTo>
                  <a:moveTo>
                    <a:pt x="263" y="28"/>
                  </a:moveTo>
                  <a:cubicBezTo>
                    <a:pt x="263" y="16"/>
                    <a:pt x="260" y="9"/>
                    <a:pt x="256" y="9"/>
                  </a:cubicBezTo>
                  <a:cubicBezTo>
                    <a:pt x="250" y="9"/>
                    <a:pt x="248" y="16"/>
                    <a:pt x="248" y="28"/>
                  </a:cubicBezTo>
                  <a:cubicBezTo>
                    <a:pt x="248" y="41"/>
                    <a:pt x="250" y="46"/>
                    <a:pt x="256" y="46"/>
                  </a:cubicBezTo>
                  <a:cubicBezTo>
                    <a:pt x="260" y="46"/>
                    <a:pt x="263" y="41"/>
                    <a:pt x="263" y="28"/>
                  </a:cubicBezTo>
                  <a:moveTo>
                    <a:pt x="34" y="140"/>
                  </a:moveTo>
                  <a:cubicBezTo>
                    <a:pt x="0" y="140"/>
                    <a:pt x="0" y="140"/>
                    <a:pt x="0" y="140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11" y="130"/>
                    <a:pt x="11" y="130"/>
                    <a:pt x="11" y="130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34" y="130"/>
                    <a:pt x="34" y="130"/>
                    <a:pt x="34" y="130"/>
                  </a:cubicBezTo>
                  <a:lnTo>
                    <a:pt x="34" y="140"/>
                  </a:lnTo>
                  <a:close/>
                  <a:moveTo>
                    <a:pt x="84" y="113"/>
                  </a:moveTo>
                  <a:cubicBezTo>
                    <a:pt x="84" y="122"/>
                    <a:pt x="81" y="129"/>
                    <a:pt x="78" y="134"/>
                  </a:cubicBezTo>
                  <a:cubicBezTo>
                    <a:pt x="75" y="139"/>
                    <a:pt x="70" y="141"/>
                    <a:pt x="64" y="141"/>
                  </a:cubicBezTo>
                  <a:cubicBezTo>
                    <a:pt x="51" y="141"/>
                    <a:pt x="45" y="132"/>
                    <a:pt x="45" y="115"/>
                  </a:cubicBezTo>
                  <a:cubicBezTo>
                    <a:pt x="45" y="104"/>
                    <a:pt x="47" y="98"/>
                    <a:pt x="50" y="93"/>
                  </a:cubicBezTo>
                  <a:cubicBezTo>
                    <a:pt x="54" y="88"/>
                    <a:pt x="58" y="85"/>
                    <a:pt x="65" y="85"/>
                  </a:cubicBezTo>
                  <a:cubicBezTo>
                    <a:pt x="77" y="85"/>
                    <a:pt x="84" y="94"/>
                    <a:pt x="84" y="113"/>
                  </a:cubicBezTo>
                  <a:moveTo>
                    <a:pt x="71" y="113"/>
                  </a:moveTo>
                  <a:cubicBezTo>
                    <a:pt x="71" y="101"/>
                    <a:pt x="69" y="94"/>
                    <a:pt x="64" y="94"/>
                  </a:cubicBezTo>
                  <a:cubicBezTo>
                    <a:pt x="59" y="94"/>
                    <a:pt x="57" y="101"/>
                    <a:pt x="57" y="113"/>
                  </a:cubicBezTo>
                  <a:cubicBezTo>
                    <a:pt x="57" y="126"/>
                    <a:pt x="59" y="132"/>
                    <a:pt x="64" y="132"/>
                  </a:cubicBezTo>
                  <a:cubicBezTo>
                    <a:pt x="69" y="132"/>
                    <a:pt x="71" y="126"/>
                    <a:pt x="71" y="113"/>
                  </a:cubicBezTo>
                  <a:moveTo>
                    <a:pt x="131" y="113"/>
                  </a:moveTo>
                  <a:cubicBezTo>
                    <a:pt x="131" y="122"/>
                    <a:pt x="129" y="129"/>
                    <a:pt x="126" y="134"/>
                  </a:cubicBezTo>
                  <a:cubicBezTo>
                    <a:pt x="122" y="139"/>
                    <a:pt x="118" y="141"/>
                    <a:pt x="111" y="141"/>
                  </a:cubicBezTo>
                  <a:cubicBezTo>
                    <a:pt x="99" y="141"/>
                    <a:pt x="92" y="132"/>
                    <a:pt x="92" y="115"/>
                  </a:cubicBezTo>
                  <a:cubicBezTo>
                    <a:pt x="92" y="104"/>
                    <a:pt x="95" y="98"/>
                    <a:pt x="98" y="93"/>
                  </a:cubicBezTo>
                  <a:cubicBezTo>
                    <a:pt x="101" y="88"/>
                    <a:pt x="106" y="85"/>
                    <a:pt x="112" y="85"/>
                  </a:cubicBezTo>
                  <a:cubicBezTo>
                    <a:pt x="125" y="85"/>
                    <a:pt x="131" y="94"/>
                    <a:pt x="131" y="113"/>
                  </a:cubicBezTo>
                  <a:moveTo>
                    <a:pt x="119" y="113"/>
                  </a:moveTo>
                  <a:cubicBezTo>
                    <a:pt x="119" y="101"/>
                    <a:pt x="117" y="94"/>
                    <a:pt x="112" y="94"/>
                  </a:cubicBezTo>
                  <a:cubicBezTo>
                    <a:pt x="107" y="94"/>
                    <a:pt x="105" y="101"/>
                    <a:pt x="105" y="113"/>
                  </a:cubicBezTo>
                  <a:cubicBezTo>
                    <a:pt x="105" y="126"/>
                    <a:pt x="107" y="132"/>
                    <a:pt x="111" y="132"/>
                  </a:cubicBezTo>
                  <a:cubicBezTo>
                    <a:pt x="117" y="132"/>
                    <a:pt x="119" y="126"/>
                    <a:pt x="119" y="113"/>
                  </a:cubicBezTo>
                  <a:moveTo>
                    <a:pt x="178" y="140"/>
                  </a:moveTo>
                  <a:cubicBezTo>
                    <a:pt x="145" y="140"/>
                    <a:pt x="145" y="140"/>
                    <a:pt x="145" y="140"/>
                  </a:cubicBezTo>
                  <a:cubicBezTo>
                    <a:pt x="145" y="130"/>
                    <a:pt x="145" y="130"/>
                    <a:pt x="145" y="130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6" y="98"/>
                    <a:pt x="156" y="98"/>
                    <a:pt x="156" y="98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4" y="90"/>
                    <a:pt x="144" y="90"/>
                    <a:pt x="144" y="90"/>
                  </a:cubicBezTo>
                  <a:cubicBezTo>
                    <a:pt x="167" y="85"/>
                    <a:pt x="167" y="85"/>
                    <a:pt x="167" y="85"/>
                  </a:cubicBezTo>
                  <a:cubicBezTo>
                    <a:pt x="167" y="130"/>
                    <a:pt x="167" y="130"/>
                    <a:pt x="167" y="130"/>
                  </a:cubicBezTo>
                  <a:cubicBezTo>
                    <a:pt x="178" y="130"/>
                    <a:pt x="178" y="130"/>
                    <a:pt x="178" y="130"/>
                  </a:cubicBezTo>
                  <a:lnTo>
                    <a:pt x="178" y="140"/>
                  </a:lnTo>
                  <a:close/>
                  <a:moveTo>
                    <a:pt x="227" y="113"/>
                  </a:moveTo>
                  <a:cubicBezTo>
                    <a:pt x="227" y="122"/>
                    <a:pt x="226" y="129"/>
                    <a:pt x="221" y="134"/>
                  </a:cubicBezTo>
                  <a:cubicBezTo>
                    <a:pt x="218" y="139"/>
                    <a:pt x="213" y="141"/>
                    <a:pt x="208" y="141"/>
                  </a:cubicBezTo>
                  <a:cubicBezTo>
                    <a:pt x="195" y="141"/>
                    <a:pt x="188" y="132"/>
                    <a:pt x="188" y="115"/>
                  </a:cubicBezTo>
                  <a:cubicBezTo>
                    <a:pt x="188" y="104"/>
                    <a:pt x="190" y="98"/>
                    <a:pt x="193" y="93"/>
                  </a:cubicBezTo>
                  <a:cubicBezTo>
                    <a:pt x="197" y="88"/>
                    <a:pt x="202" y="85"/>
                    <a:pt x="208" y="85"/>
                  </a:cubicBezTo>
                  <a:cubicBezTo>
                    <a:pt x="221" y="85"/>
                    <a:pt x="227" y="94"/>
                    <a:pt x="227" y="113"/>
                  </a:cubicBezTo>
                  <a:moveTo>
                    <a:pt x="215" y="113"/>
                  </a:moveTo>
                  <a:cubicBezTo>
                    <a:pt x="215" y="101"/>
                    <a:pt x="212" y="94"/>
                    <a:pt x="208" y="94"/>
                  </a:cubicBezTo>
                  <a:cubicBezTo>
                    <a:pt x="202" y="94"/>
                    <a:pt x="200" y="101"/>
                    <a:pt x="200" y="113"/>
                  </a:cubicBezTo>
                  <a:cubicBezTo>
                    <a:pt x="200" y="126"/>
                    <a:pt x="202" y="132"/>
                    <a:pt x="208" y="132"/>
                  </a:cubicBezTo>
                  <a:cubicBezTo>
                    <a:pt x="212" y="132"/>
                    <a:pt x="215" y="126"/>
                    <a:pt x="215" y="113"/>
                  </a:cubicBezTo>
                  <a:moveTo>
                    <a:pt x="83" y="199"/>
                  </a:moveTo>
                  <a:cubicBezTo>
                    <a:pt x="83" y="207"/>
                    <a:pt x="82" y="214"/>
                    <a:pt x="78" y="220"/>
                  </a:cubicBezTo>
                  <a:cubicBezTo>
                    <a:pt x="75" y="224"/>
                    <a:pt x="70" y="226"/>
                    <a:pt x="64" y="226"/>
                  </a:cubicBezTo>
                  <a:cubicBezTo>
                    <a:pt x="51" y="226"/>
                    <a:pt x="45" y="218"/>
                    <a:pt x="45" y="200"/>
                  </a:cubicBezTo>
                  <a:cubicBezTo>
                    <a:pt x="45" y="191"/>
                    <a:pt x="46" y="183"/>
                    <a:pt x="51" y="178"/>
                  </a:cubicBezTo>
                  <a:cubicBezTo>
                    <a:pt x="54" y="174"/>
                    <a:pt x="58" y="172"/>
                    <a:pt x="65" y="172"/>
                  </a:cubicBezTo>
                  <a:cubicBezTo>
                    <a:pt x="77" y="172"/>
                    <a:pt x="83" y="181"/>
                    <a:pt x="83" y="199"/>
                  </a:cubicBezTo>
                  <a:moveTo>
                    <a:pt x="72" y="199"/>
                  </a:moveTo>
                  <a:cubicBezTo>
                    <a:pt x="72" y="186"/>
                    <a:pt x="68" y="181"/>
                    <a:pt x="64" y="181"/>
                  </a:cubicBezTo>
                  <a:cubicBezTo>
                    <a:pt x="60" y="181"/>
                    <a:pt x="56" y="186"/>
                    <a:pt x="56" y="200"/>
                  </a:cubicBezTo>
                  <a:cubicBezTo>
                    <a:pt x="56" y="211"/>
                    <a:pt x="60" y="218"/>
                    <a:pt x="64" y="218"/>
                  </a:cubicBezTo>
                  <a:cubicBezTo>
                    <a:pt x="68" y="218"/>
                    <a:pt x="72" y="211"/>
                    <a:pt x="72" y="199"/>
                  </a:cubicBezTo>
                  <a:moveTo>
                    <a:pt x="132" y="199"/>
                  </a:moveTo>
                  <a:cubicBezTo>
                    <a:pt x="132" y="207"/>
                    <a:pt x="129" y="214"/>
                    <a:pt x="126" y="220"/>
                  </a:cubicBezTo>
                  <a:cubicBezTo>
                    <a:pt x="123" y="224"/>
                    <a:pt x="118" y="226"/>
                    <a:pt x="112" y="226"/>
                  </a:cubicBezTo>
                  <a:cubicBezTo>
                    <a:pt x="99" y="226"/>
                    <a:pt x="93" y="218"/>
                    <a:pt x="93" y="200"/>
                  </a:cubicBezTo>
                  <a:cubicBezTo>
                    <a:pt x="93" y="191"/>
                    <a:pt x="95" y="183"/>
                    <a:pt x="98" y="178"/>
                  </a:cubicBezTo>
                  <a:cubicBezTo>
                    <a:pt x="102" y="174"/>
                    <a:pt x="106" y="172"/>
                    <a:pt x="113" y="172"/>
                  </a:cubicBezTo>
                  <a:cubicBezTo>
                    <a:pt x="125" y="172"/>
                    <a:pt x="132" y="181"/>
                    <a:pt x="132" y="199"/>
                  </a:cubicBezTo>
                  <a:moveTo>
                    <a:pt x="119" y="199"/>
                  </a:moveTo>
                  <a:cubicBezTo>
                    <a:pt x="119" y="186"/>
                    <a:pt x="117" y="181"/>
                    <a:pt x="112" y="181"/>
                  </a:cubicBezTo>
                  <a:cubicBezTo>
                    <a:pt x="107" y="181"/>
                    <a:pt x="105" y="186"/>
                    <a:pt x="105" y="200"/>
                  </a:cubicBezTo>
                  <a:cubicBezTo>
                    <a:pt x="105" y="211"/>
                    <a:pt x="107" y="218"/>
                    <a:pt x="112" y="218"/>
                  </a:cubicBezTo>
                  <a:cubicBezTo>
                    <a:pt x="117" y="218"/>
                    <a:pt x="119" y="211"/>
                    <a:pt x="119" y="199"/>
                  </a:cubicBezTo>
                  <a:moveTo>
                    <a:pt x="178" y="225"/>
                  </a:moveTo>
                  <a:cubicBezTo>
                    <a:pt x="144" y="225"/>
                    <a:pt x="144" y="225"/>
                    <a:pt x="144" y="225"/>
                  </a:cubicBezTo>
                  <a:cubicBezTo>
                    <a:pt x="144" y="216"/>
                    <a:pt x="144" y="216"/>
                    <a:pt x="144" y="216"/>
                  </a:cubicBezTo>
                  <a:cubicBezTo>
                    <a:pt x="155" y="216"/>
                    <a:pt x="155" y="216"/>
                    <a:pt x="155" y="216"/>
                  </a:cubicBezTo>
                  <a:cubicBezTo>
                    <a:pt x="155" y="183"/>
                    <a:pt x="155" y="183"/>
                    <a:pt x="155" y="183"/>
                  </a:cubicBezTo>
                  <a:cubicBezTo>
                    <a:pt x="144" y="185"/>
                    <a:pt x="144" y="185"/>
                    <a:pt x="144" y="185"/>
                  </a:cubicBezTo>
                  <a:cubicBezTo>
                    <a:pt x="144" y="176"/>
                    <a:pt x="144" y="176"/>
                    <a:pt x="144" y="176"/>
                  </a:cubicBezTo>
                  <a:cubicBezTo>
                    <a:pt x="167" y="172"/>
                    <a:pt x="167" y="172"/>
                    <a:pt x="167" y="172"/>
                  </a:cubicBezTo>
                  <a:cubicBezTo>
                    <a:pt x="167" y="216"/>
                    <a:pt x="167" y="216"/>
                    <a:pt x="167" y="216"/>
                  </a:cubicBezTo>
                  <a:cubicBezTo>
                    <a:pt x="178" y="216"/>
                    <a:pt x="178" y="216"/>
                    <a:pt x="178" y="216"/>
                  </a:cubicBezTo>
                  <a:lnTo>
                    <a:pt x="178" y="225"/>
                  </a:lnTo>
                  <a:close/>
                  <a:moveTo>
                    <a:pt x="227" y="199"/>
                  </a:moveTo>
                  <a:cubicBezTo>
                    <a:pt x="227" y="207"/>
                    <a:pt x="225" y="214"/>
                    <a:pt x="222" y="220"/>
                  </a:cubicBezTo>
                  <a:cubicBezTo>
                    <a:pt x="218" y="224"/>
                    <a:pt x="214" y="226"/>
                    <a:pt x="207" y="226"/>
                  </a:cubicBezTo>
                  <a:cubicBezTo>
                    <a:pt x="195" y="226"/>
                    <a:pt x="188" y="218"/>
                    <a:pt x="188" y="200"/>
                  </a:cubicBezTo>
                  <a:cubicBezTo>
                    <a:pt x="188" y="191"/>
                    <a:pt x="191" y="183"/>
                    <a:pt x="194" y="178"/>
                  </a:cubicBezTo>
                  <a:cubicBezTo>
                    <a:pt x="197" y="174"/>
                    <a:pt x="203" y="172"/>
                    <a:pt x="208" y="172"/>
                  </a:cubicBezTo>
                  <a:cubicBezTo>
                    <a:pt x="220" y="172"/>
                    <a:pt x="227" y="181"/>
                    <a:pt x="227" y="199"/>
                  </a:cubicBezTo>
                  <a:moveTo>
                    <a:pt x="215" y="199"/>
                  </a:moveTo>
                  <a:cubicBezTo>
                    <a:pt x="215" y="186"/>
                    <a:pt x="213" y="181"/>
                    <a:pt x="208" y="181"/>
                  </a:cubicBezTo>
                  <a:cubicBezTo>
                    <a:pt x="203" y="181"/>
                    <a:pt x="200" y="186"/>
                    <a:pt x="200" y="200"/>
                  </a:cubicBezTo>
                  <a:cubicBezTo>
                    <a:pt x="200" y="211"/>
                    <a:pt x="203" y="218"/>
                    <a:pt x="208" y="218"/>
                  </a:cubicBezTo>
                  <a:cubicBezTo>
                    <a:pt x="213" y="218"/>
                    <a:pt x="215" y="211"/>
                    <a:pt x="215" y="199"/>
                  </a:cubicBezTo>
                  <a:moveTo>
                    <a:pt x="274" y="225"/>
                  </a:moveTo>
                  <a:cubicBezTo>
                    <a:pt x="240" y="225"/>
                    <a:pt x="240" y="225"/>
                    <a:pt x="240" y="225"/>
                  </a:cubicBezTo>
                  <a:cubicBezTo>
                    <a:pt x="240" y="216"/>
                    <a:pt x="240" y="216"/>
                    <a:pt x="240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183"/>
                    <a:pt x="252" y="183"/>
                    <a:pt x="252" y="183"/>
                  </a:cubicBezTo>
                  <a:cubicBezTo>
                    <a:pt x="240" y="185"/>
                    <a:pt x="240" y="185"/>
                    <a:pt x="240" y="185"/>
                  </a:cubicBezTo>
                  <a:cubicBezTo>
                    <a:pt x="240" y="176"/>
                    <a:pt x="240" y="176"/>
                    <a:pt x="240" y="176"/>
                  </a:cubicBezTo>
                  <a:cubicBezTo>
                    <a:pt x="263" y="172"/>
                    <a:pt x="263" y="172"/>
                    <a:pt x="263" y="172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74" y="216"/>
                    <a:pt x="274" y="216"/>
                    <a:pt x="274" y="216"/>
                  </a:cubicBezTo>
                  <a:lnTo>
                    <a:pt x="274" y="2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65">
                <a:solidFill>
                  <a:srgbClr val="000000"/>
                </a:solidFill>
              </a:endParaRPr>
            </a:p>
          </p:txBody>
        </p:sp>
        <p:sp>
          <p:nvSpPr>
            <p:cNvPr id="7" name="icon GEARS"/>
            <p:cNvSpPr>
              <a:spLocks noEditPoints="1"/>
            </p:cNvSpPr>
            <p:nvPr/>
          </p:nvSpPr>
          <p:spPr bwMode="auto">
            <a:xfrm>
              <a:off x="11707277" y="6523798"/>
              <a:ext cx="454243" cy="378637"/>
            </a:xfrm>
            <a:custGeom>
              <a:avLst/>
              <a:gdLst>
                <a:gd name="T0" fmla="*/ 114 w 315"/>
                <a:gd name="T1" fmla="*/ 169 h 262"/>
                <a:gd name="T2" fmla="*/ 114 w 315"/>
                <a:gd name="T3" fmla="*/ 132 h 262"/>
                <a:gd name="T4" fmla="*/ 227 w 315"/>
                <a:gd name="T5" fmla="*/ 139 h 262"/>
                <a:gd name="T6" fmla="*/ 195 w 315"/>
                <a:gd name="T7" fmla="*/ 159 h 262"/>
                <a:gd name="T8" fmla="*/ 216 w 315"/>
                <a:gd name="T9" fmla="*/ 187 h 262"/>
                <a:gd name="T10" fmla="*/ 208 w 315"/>
                <a:gd name="T11" fmla="*/ 214 h 262"/>
                <a:gd name="T12" fmla="*/ 170 w 315"/>
                <a:gd name="T13" fmla="*/ 209 h 262"/>
                <a:gd name="T14" fmla="*/ 172 w 315"/>
                <a:gd name="T15" fmla="*/ 242 h 262"/>
                <a:gd name="T16" fmla="*/ 149 w 315"/>
                <a:gd name="T17" fmla="*/ 258 h 262"/>
                <a:gd name="T18" fmla="*/ 123 w 315"/>
                <a:gd name="T19" fmla="*/ 231 h 262"/>
                <a:gd name="T20" fmla="*/ 113 w 315"/>
                <a:gd name="T21" fmla="*/ 232 h 262"/>
                <a:gd name="T22" fmla="*/ 90 w 315"/>
                <a:gd name="T23" fmla="*/ 261 h 262"/>
                <a:gd name="T24" fmla="*/ 65 w 315"/>
                <a:gd name="T25" fmla="*/ 247 h 262"/>
                <a:gd name="T26" fmla="*/ 60 w 315"/>
                <a:gd name="T27" fmla="*/ 212 h 262"/>
                <a:gd name="T28" fmla="*/ 23 w 315"/>
                <a:gd name="T29" fmla="*/ 219 h 262"/>
                <a:gd name="T30" fmla="*/ 14 w 315"/>
                <a:gd name="T31" fmla="*/ 192 h 262"/>
                <a:gd name="T32" fmla="*/ 33 w 315"/>
                <a:gd name="T33" fmla="*/ 159 h 262"/>
                <a:gd name="T34" fmla="*/ 1 w 315"/>
                <a:gd name="T35" fmla="*/ 140 h 262"/>
                <a:gd name="T36" fmla="*/ 12 w 315"/>
                <a:gd name="T37" fmla="*/ 113 h 262"/>
                <a:gd name="T38" fmla="*/ 45 w 315"/>
                <a:gd name="T39" fmla="*/ 106 h 262"/>
                <a:gd name="T40" fmla="*/ 33 w 315"/>
                <a:gd name="T41" fmla="*/ 70 h 262"/>
                <a:gd name="T42" fmla="*/ 58 w 315"/>
                <a:gd name="T43" fmla="*/ 57 h 262"/>
                <a:gd name="T44" fmla="*/ 90 w 315"/>
                <a:gd name="T45" fmla="*/ 72 h 262"/>
                <a:gd name="T46" fmla="*/ 103 w 315"/>
                <a:gd name="T47" fmla="*/ 37 h 262"/>
                <a:gd name="T48" fmla="*/ 131 w 315"/>
                <a:gd name="T49" fmla="*/ 43 h 262"/>
                <a:gd name="T50" fmla="*/ 146 w 315"/>
                <a:gd name="T51" fmla="*/ 75 h 262"/>
                <a:gd name="T52" fmla="*/ 179 w 315"/>
                <a:gd name="T53" fmla="*/ 57 h 262"/>
                <a:gd name="T54" fmla="*/ 196 w 315"/>
                <a:gd name="T55" fmla="*/ 80 h 262"/>
                <a:gd name="T56" fmla="*/ 186 w 315"/>
                <a:gd name="T57" fmla="*/ 113 h 262"/>
                <a:gd name="T58" fmla="*/ 223 w 315"/>
                <a:gd name="T59" fmla="*/ 120 h 262"/>
                <a:gd name="T60" fmla="*/ 157 w 315"/>
                <a:gd name="T61" fmla="*/ 150 h 262"/>
                <a:gd name="T62" fmla="*/ 70 w 315"/>
                <a:gd name="T63" fmla="*/ 150 h 262"/>
                <a:gd name="T64" fmla="*/ 157 w 315"/>
                <a:gd name="T65" fmla="*/ 150 h 262"/>
                <a:gd name="T66" fmla="*/ 312 w 315"/>
                <a:gd name="T67" fmla="*/ 93 h 262"/>
                <a:gd name="T68" fmla="*/ 300 w 315"/>
                <a:gd name="T69" fmla="*/ 98 h 262"/>
                <a:gd name="T70" fmla="*/ 273 w 315"/>
                <a:gd name="T71" fmla="*/ 102 h 262"/>
                <a:gd name="T72" fmla="*/ 263 w 315"/>
                <a:gd name="T73" fmla="*/ 120 h 262"/>
                <a:gd name="T74" fmla="*/ 252 w 315"/>
                <a:gd name="T75" fmla="*/ 114 h 262"/>
                <a:gd name="T76" fmla="*/ 233 w 315"/>
                <a:gd name="T77" fmla="*/ 93 h 262"/>
                <a:gd name="T78" fmla="*/ 213 w 315"/>
                <a:gd name="T79" fmla="*/ 96 h 262"/>
                <a:gd name="T80" fmla="*/ 211 w 315"/>
                <a:gd name="T81" fmla="*/ 83 h 262"/>
                <a:gd name="T82" fmla="*/ 218 w 315"/>
                <a:gd name="T83" fmla="*/ 61 h 262"/>
                <a:gd name="T84" fmla="*/ 220 w 315"/>
                <a:gd name="T85" fmla="*/ 48 h 262"/>
                <a:gd name="T86" fmla="*/ 210 w 315"/>
                <a:gd name="T87" fmla="*/ 29 h 262"/>
                <a:gd name="T88" fmla="*/ 221 w 315"/>
                <a:gd name="T89" fmla="*/ 23 h 262"/>
                <a:gd name="T90" fmla="*/ 233 w 315"/>
                <a:gd name="T91" fmla="*/ 28 h 262"/>
                <a:gd name="T92" fmla="*/ 252 w 315"/>
                <a:gd name="T93" fmla="*/ 7 h 262"/>
                <a:gd name="T94" fmla="*/ 263 w 315"/>
                <a:gd name="T95" fmla="*/ 0 h 262"/>
                <a:gd name="T96" fmla="*/ 273 w 315"/>
                <a:gd name="T97" fmla="*/ 19 h 262"/>
                <a:gd name="T98" fmla="*/ 301 w 315"/>
                <a:gd name="T99" fmla="*/ 23 h 262"/>
                <a:gd name="T100" fmla="*/ 313 w 315"/>
                <a:gd name="T101" fmla="*/ 29 h 262"/>
                <a:gd name="T102" fmla="*/ 303 w 315"/>
                <a:gd name="T103" fmla="*/ 48 h 262"/>
                <a:gd name="T104" fmla="*/ 302 w 315"/>
                <a:gd name="T105" fmla="*/ 74 h 262"/>
                <a:gd name="T106" fmla="*/ 276 w 315"/>
                <a:gd name="T107" fmla="*/ 61 h 262"/>
                <a:gd name="T108" fmla="*/ 246 w 315"/>
                <a:gd name="T109" fmla="*/ 61 h 262"/>
                <a:gd name="T110" fmla="*/ 276 w 315"/>
                <a:gd name="T111" fmla="*/ 61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5" h="262">
                  <a:moveTo>
                    <a:pt x="132" y="150"/>
                  </a:moveTo>
                  <a:cubicBezTo>
                    <a:pt x="132" y="160"/>
                    <a:pt x="124" y="169"/>
                    <a:pt x="114" y="169"/>
                  </a:cubicBezTo>
                  <a:cubicBezTo>
                    <a:pt x="103" y="169"/>
                    <a:pt x="95" y="160"/>
                    <a:pt x="95" y="150"/>
                  </a:cubicBezTo>
                  <a:cubicBezTo>
                    <a:pt x="95" y="140"/>
                    <a:pt x="103" y="132"/>
                    <a:pt x="114" y="132"/>
                  </a:cubicBezTo>
                  <a:cubicBezTo>
                    <a:pt x="124" y="132"/>
                    <a:pt x="132" y="140"/>
                    <a:pt x="132" y="150"/>
                  </a:cubicBezTo>
                  <a:close/>
                  <a:moveTo>
                    <a:pt x="227" y="139"/>
                  </a:moveTo>
                  <a:cubicBezTo>
                    <a:pt x="227" y="143"/>
                    <a:pt x="225" y="147"/>
                    <a:pt x="222" y="148"/>
                  </a:cubicBezTo>
                  <a:cubicBezTo>
                    <a:pt x="195" y="159"/>
                    <a:pt x="195" y="159"/>
                    <a:pt x="195" y="159"/>
                  </a:cubicBezTo>
                  <a:cubicBezTo>
                    <a:pt x="194" y="162"/>
                    <a:pt x="194" y="165"/>
                    <a:pt x="193" y="168"/>
                  </a:cubicBezTo>
                  <a:cubicBezTo>
                    <a:pt x="216" y="187"/>
                    <a:pt x="216" y="187"/>
                    <a:pt x="216" y="187"/>
                  </a:cubicBezTo>
                  <a:cubicBezTo>
                    <a:pt x="218" y="189"/>
                    <a:pt x="219" y="193"/>
                    <a:pt x="217" y="196"/>
                  </a:cubicBezTo>
                  <a:cubicBezTo>
                    <a:pt x="208" y="214"/>
                    <a:pt x="208" y="214"/>
                    <a:pt x="208" y="214"/>
                  </a:cubicBezTo>
                  <a:cubicBezTo>
                    <a:pt x="206" y="217"/>
                    <a:pt x="202" y="219"/>
                    <a:pt x="198" y="218"/>
                  </a:cubicBezTo>
                  <a:cubicBezTo>
                    <a:pt x="170" y="209"/>
                    <a:pt x="170" y="209"/>
                    <a:pt x="170" y="209"/>
                  </a:cubicBezTo>
                  <a:cubicBezTo>
                    <a:pt x="169" y="210"/>
                    <a:pt x="168" y="211"/>
                    <a:pt x="166" y="213"/>
                  </a:cubicBezTo>
                  <a:cubicBezTo>
                    <a:pt x="172" y="242"/>
                    <a:pt x="172" y="242"/>
                    <a:pt x="172" y="242"/>
                  </a:cubicBezTo>
                  <a:cubicBezTo>
                    <a:pt x="173" y="245"/>
                    <a:pt x="171" y="249"/>
                    <a:pt x="168" y="250"/>
                  </a:cubicBezTo>
                  <a:cubicBezTo>
                    <a:pt x="149" y="258"/>
                    <a:pt x="149" y="258"/>
                    <a:pt x="149" y="258"/>
                  </a:cubicBezTo>
                  <a:cubicBezTo>
                    <a:pt x="146" y="260"/>
                    <a:pt x="142" y="258"/>
                    <a:pt x="140" y="256"/>
                  </a:cubicBezTo>
                  <a:cubicBezTo>
                    <a:pt x="123" y="231"/>
                    <a:pt x="123" y="231"/>
                    <a:pt x="123" y="231"/>
                  </a:cubicBezTo>
                  <a:cubicBezTo>
                    <a:pt x="120" y="232"/>
                    <a:pt x="117" y="232"/>
                    <a:pt x="114" y="232"/>
                  </a:cubicBezTo>
                  <a:cubicBezTo>
                    <a:pt x="113" y="232"/>
                    <a:pt x="113" y="232"/>
                    <a:pt x="113" y="232"/>
                  </a:cubicBezTo>
                  <a:cubicBezTo>
                    <a:pt x="99" y="258"/>
                    <a:pt x="99" y="258"/>
                    <a:pt x="99" y="258"/>
                  </a:cubicBezTo>
                  <a:cubicBezTo>
                    <a:pt x="97" y="261"/>
                    <a:pt x="93" y="262"/>
                    <a:pt x="90" y="261"/>
                  </a:cubicBezTo>
                  <a:cubicBezTo>
                    <a:pt x="70" y="255"/>
                    <a:pt x="70" y="255"/>
                    <a:pt x="70" y="255"/>
                  </a:cubicBezTo>
                  <a:cubicBezTo>
                    <a:pt x="67" y="254"/>
                    <a:pt x="65" y="251"/>
                    <a:pt x="65" y="247"/>
                  </a:cubicBezTo>
                  <a:cubicBezTo>
                    <a:pt x="68" y="218"/>
                    <a:pt x="68" y="218"/>
                    <a:pt x="68" y="218"/>
                  </a:cubicBezTo>
                  <a:cubicBezTo>
                    <a:pt x="65" y="216"/>
                    <a:pt x="63" y="214"/>
                    <a:pt x="60" y="212"/>
                  </a:cubicBezTo>
                  <a:cubicBezTo>
                    <a:pt x="32" y="222"/>
                    <a:pt x="32" y="222"/>
                    <a:pt x="32" y="222"/>
                  </a:cubicBezTo>
                  <a:cubicBezTo>
                    <a:pt x="29" y="223"/>
                    <a:pt x="25" y="222"/>
                    <a:pt x="23" y="219"/>
                  </a:cubicBezTo>
                  <a:cubicBezTo>
                    <a:pt x="12" y="202"/>
                    <a:pt x="12" y="202"/>
                    <a:pt x="12" y="202"/>
                  </a:cubicBezTo>
                  <a:cubicBezTo>
                    <a:pt x="11" y="199"/>
                    <a:pt x="11" y="195"/>
                    <a:pt x="14" y="19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4" y="168"/>
                    <a:pt x="33" y="163"/>
                    <a:pt x="33" y="159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2" y="147"/>
                    <a:pt x="0" y="143"/>
                    <a:pt x="1" y="140"/>
                  </a:cubicBezTo>
                  <a:cubicBezTo>
                    <a:pt x="4" y="120"/>
                    <a:pt x="4" y="120"/>
                    <a:pt x="4" y="120"/>
                  </a:cubicBezTo>
                  <a:cubicBezTo>
                    <a:pt x="5" y="116"/>
                    <a:pt x="8" y="113"/>
                    <a:pt x="12" y="113"/>
                  </a:cubicBezTo>
                  <a:cubicBezTo>
                    <a:pt x="41" y="113"/>
                    <a:pt x="41" y="113"/>
                    <a:pt x="41" y="113"/>
                  </a:cubicBezTo>
                  <a:cubicBezTo>
                    <a:pt x="42" y="110"/>
                    <a:pt x="44" y="108"/>
                    <a:pt x="45" y="106"/>
                  </a:cubicBezTo>
                  <a:cubicBezTo>
                    <a:pt x="31" y="80"/>
                    <a:pt x="31" y="80"/>
                    <a:pt x="31" y="80"/>
                  </a:cubicBezTo>
                  <a:cubicBezTo>
                    <a:pt x="29" y="77"/>
                    <a:pt x="30" y="73"/>
                    <a:pt x="33" y="70"/>
                  </a:cubicBezTo>
                  <a:cubicBezTo>
                    <a:pt x="48" y="57"/>
                    <a:pt x="48" y="57"/>
                    <a:pt x="48" y="57"/>
                  </a:cubicBezTo>
                  <a:cubicBezTo>
                    <a:pt x="51" y="55"/>
                    <a:pt x="55" y="55"/>
                    <a:pt x="58" y="57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84" y="74"/>
                    <a:pt x="87" y="73"/>
                    <a:pt x="90" y="72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97" y="40"/>
                    <a:pt x="100" y="37"/>
                    <a:pt x="103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31" y="40"/>
                    <a:pt x="131" y="43"/>
                  </a:cubicBezTo>
                  <a:cubicBezTo>
                    <a:pt x="137" y="72"/>
                    <a:pt x="137" y="72"/>
                    <a:pt x="137" y="72"/>
                  </a:cubicBezTo>
                  <a:cubicBezTo>
                    <a:pt x="140" y="73"/>
                    <a:pt x="143" y="74"/>
                    <a:pt x="146" y="75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71" y="55"/>
                    <a:pt x="176" y="55"/>
                    <a:pt x="179" y="57"/>
                  </a:cubicBezTo>
                  <a:cubicBezTo>
                    <a:pt x="194" y="70"/>
                    <a:pt x="194" y="70"/>
                    <a:pt x="194" y="70"/>
                  </a:cubicBezTo>
                  <a:cubicBezTo>
                    <a:pt x="197" y="72"/>
                    <a:pt x="198" y="77"/>
                    <a:pt x="196" y="80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3" y="108"/>
                    <a:pt x="185" y="110"/>
                    <a:pt x="186" y="113"/>
                  </a:cubicBezTo>
                  <a:cubicBezTo>
                    <a:pt x="216" y="113"/>
                    <a:pt x="216" y="113"/>
                    <a:pt x="216" y="113"/>
                  </a:cubicBezTo>
                  <a:cubicBezTo>
                    <a:pt x="219" y="113"/>
                    <a:pt x="222" y="116"/>
                    <a:pt x="223" y="120"/>
                  </a:cubicBezTo>
                  <a:lnTo>
                    <a:pt x="227" y="139"/>
                  </a:lnTo>
                  <a:close/>
                  <a:moveTo>
                    <a:pt x="157" y="150"/>
                  </a:moveTo>
                  <a:cubicBezTo>
                    <a:pt x="157" y="126"/>
                    <a:pt x="137" y="107"/>
                    <a:pt x="114" y="107"/>
                  </a:cubicBezTo>
                  <a:cubicBezTo>
                    <a:pt x="90" y="107"/>
                    <a:pt x="70" y="126"/>
                    <a:pt x="70" y="150"/>
                  </a:cubicBezTo>
                  <a:cubicBezTo>
                    <a:pt x="70" y="174"/>
                    <a:pt x="90" y="193"/>
                    <a:pt x="114" y="193"/>
                  </a:cubicBezTo>
                  <a:cubicBezTo>
                    <a:pt x="137" y="193"/>
                    <a:pt x="157" y="174"/>
                    <a:pt x="157" y="150"/>
                  </a:cubicBezTo>
                  <a:close/>
                  <a:moveTo>
                    <a:pt x="311" y="83"/>
                  </a:moveTo>
                  <a:cubicBezTo>
                    <a:pt x="313" y="85"/>
                    <a:pt x="314" y="90"/>
                    <a:pt x="312" y="93"/>
                  </a:cubicBezTo>
                  <a:cubicBezTo>
                    <a:pt x="310" y="96"/>
                    <a:pt x="310" y="96"/>
                    <a:pt x="310" y="96"/>
                  </a:cubicBezTo>
                  <a:cubicBezTo>
                    <a:pt x="308" y="99"/>
                    <a:pt x="304" y="100"/>
                    <a:pt x="300" y="98"/>
                  </a:cubicBezTo>
                  <a:cubicBezTo>
                    <a:pt x="289" y="93"/>
                    <a:pt x="289" y="93"/>
                    <a:pt x="289" y="93"/>
                  </a:cubicBezTo>
                  <a:cubicBezTo>
                    <a:pt x="285" y="97"/>
                    <a:pt x="279" y="100"/>
                    <a:pt x="273" y="102"/>
                  </a:cubicBezTo>
                  <a:cubicBezTo>
                    <a:pt x="271" y="114"/>
                    <a:pt x="271" y="114"/>
                    <a:pt x="271" y="114"/>
                  </a:cubicBezTo>
                  <a:cubicBezTo>
                    <a:pt x="270" y="118"/>
                    <a:pt x="267" y="120"/>
                    <a:pt x="263" y="120"/>
                  </a:cubicBezTo>
                  <a:cubicBezTo>
                    <a:pt x="259" y="120"/>
                    <a:pt x="259" y="120"/>
                    <a:pt x="259" y="120"/>
                  </a:cubicBezTo>
                  <a:cubicBezTo>
                    <a:pt x="256" y="120"/>
                    <a:pt x="253" y="118"/>
                    <a:pt x="252" y="114"/>
                  </a:cubicBezTo>
                  <a:cubicBezTo>
                    <a:pt x="250" y="102"/>
                    <a:pt x="250" y="102"/>
                    <a:pt x="250" y="102"/>
                  </a:cubicBezTo>
                  <a:cubicBezTo>
                    <a:pt x="244" y="100"/>
                    <a:pt x="238" y="97"/>
                    <a:pt x="233" y="93"/>
                  </a:cubicBezTo>
                  <a:cubicBezTo>
                    <a:pt x="222" y="98"/>
                    <a:pt x="222" y="98"/>
                    <a:pt x="222" y="98"/>
                  </a:cubicBezTo>
                  <a:cubicBezTo>
                    <a:pt x="219" y="100"/>
                    <a:pt x="215" y="99"/>
                    <a:pt x="213" y="96"/>
                  </a:cubicBezTo>
                  <a:cubicBezTo>
                    <a:pt x="210" y="93"/>
                    <a:pt x="210" y="93"/>
                    <a:pt x="210" y="93"/>
                  </a:cubicBezTo>
                  <a:cubicBezTo>
                    <a:pt x="208" y="90"/>
                    <a:pt x="209" y="85"/>
                    <a:pt x="211" y="83"/>
                  </a:cubicBezTo>
                  <a:cubicBezTo>
                    <a:pt x="220" y="74"/>
                    <a:pt x="220" y="74"/>
                    <a:pt x="220" y="74"/>
                  </a:cubicBezTo>
                  <a:cubicBezTo>
                    <a:pt x="219" y="70"/>
                    <a:pt x="218" y="65"/>
                    <a:pt x="218" y="61"/>
                  </a:cubicBezTo>
                  <a:cubicBezTo>
                    <a:pt x="218" y="56"/>
                    <a:pt x="219" y="52"/>
                    <a:pt x="220" y="48"/>
                  </a:cubicBezTo>
                  <a:cubicBezTo>
                    <a:pt x="220" y="48"/>
                    <a:pt x="220" y="48"/>
                    <a:pt x="220" y="48"/>
                  </a:cubicBezTo>
                  <a:cubicBezTo>
                    <a:pt x="211" y="39"/>
                    <a:pt x="211" y="39"/>
                    <a:pt x="211" y="39"/>
                  </a:cubicBezTo>
                  <a:cubicBezTo>
                    <a:pt x="208" y="37"/>
                    <a:pt x="208" y="32"/>
                    <a:pt x="210" y="29"/>
                  </a:cubicBezTo>
                  <a:cubicBezTo>
                    <a:pt x="212" y="26"/>
                    <a:pt x="212" y="26"/>
                    <a:pt x="212" y="26"/>
                  </a:cubicBezTo>
                  <a:cubicBezTo>
                    <a:pt x="214" y="23"/>
                    <a:pt x="218" y="22"/>
                    <a:pt x="221" y="23"/>
                  </a:cubicBezTo>
                  <a:cubicBezTo>
                    <a:pt x="233" y="28"/>
                    <a:pt x="233" y="28"/>
                    <a:pt x="233" y="28"/>
                  </a:cubicBezTo>
                  <a:cubicBezTo>
                    <a:pt x="233" y="28"/>
                    <a:pt x="233" y="28"/>
                    <a:pt x="233" y="28"/>
                  </a:cubicBezTo>
                  <a:cubicBezTo>
                    <a:pt x="238" y="24"/>
                    <a:pt x="243" y="21"/>
                    <a:pt x="249" y="19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3"/>
                    <a:pt x="256" y="0"/>
                    <a:pt x="259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67" y="0"/>
                    <a:pt x="270" y="3"/>
                    <a:pt x="271" y="7"/>
                  </a:cubicBezTo>
                  <a:cubicBezTo>
                    <a:pt x="273" y="19"/>
                    <a:pt x="273" y="19"/>
                    <a:pt x="273" y="19"/>
                  </a:cubicBezTo>
                  <a:cubicBezTo>
                    <a:pt x="279" y="21"/>
                    <a:pt x="285" y="24"/>
                    <a:pt x="290" y="28"/>
                  </a:cubicBezTo>
                  <a:cubicBezTo>
                    <a:pt x="301" y="23"/>
                    <a:pt x="301" y="23"/>
                    <a:pt x="301" y="23"/>
                  </a:cubicBezTo>
                  <a:cubicBezTo>
                    <a:pt x="305" y="22"/>
                    <a:pt x="309" y="23"/>
                    <a:pt x="311" y="26"/>
                  </a:cubicBezTo>
                  <a:cubicBezTo>
                    <a:pt x="313" y="29"/>
                    <a:pt x="313" y="29"/>
                    <a:pt x="313" y="29"/>
                  </a:cubicBezTo>
                  <a:cubicBezTo>
                    <a:pt x="315" y="32"/>
                    <a:pt x="314" y="37"/>
                    <a:pt x="312" y="39"/>
                  </a:cubicBezTo>
                  <a:cubicBezTo>
                    <a:pt x="303" y="48"/>
                    <a:pt x="303" y="48"/>
                    <a:pt x="303" y="48"/>
                  </a:cubicBezTo>
                  <a:cubicBezTo>
                    <a:pt x="304" y="52"/>
                    <a:pt x="304" y="56"/>
                    <a:pt x="304" y="61"/>
                  </a:cubicBezTo>
                  <a:cubicBezTo>
                    <a:pt x="304" y="65"/>
                    <a:pt x="304" y="70"/>
                    <a:pt x="302" y="74"/>
                  </a:cubicBezTo>
                  <a:lnTo>
                    <a:pt x="311" y="83"/>
                  </a:lnTo>
                  <a:close/>
                  <a:moveTo>
                    <a:pt x="276" y="61"/>
                  </a:moveTo>
                  <a:cubicBezTo>
                    <a:pt x="276" y="52"/>
                    <a:pt x="269" y="46"/>
                    <a:pt x="261" y="46"/>
                  </a:cubicBezTo>
                  <a:cubicBezTo>
                    <a:pt x="253" y="46"/>
                    <a:pt x="246" y="52"/>
                    <a:pt x="246" y="61"/>
                  </a:cubicBezTo>
                  <a:cubicBezTo>
                    <a:pt x="246" y="69"/>
                    <a:pt x="253" y="75"/>
                    <a:pt x="261" y="75"/>
                  </a:cubicBezTo>
                  <a:cubicBezTo>
                    <a:pt x="269" y="75"/>
                    <a:pt x="276" y="69"/>
                    <a:pt x="276" y="6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65">
                <a:solidFill>
                  <a:srgbClr val="000000"/>
                </a:solidFill>
              </a:endParaRPr>
            </a:p>
          </p:txBody>
        </p:sp>
        <p:sp>
          <p:nvSpPr>
            <p:cNvPr id="8" name="Freeform 72"/>
            <p:cNvSpPr>
              <a:spLocks noEditPoints="1"/>
            </p:cNvSpPr>
            <p:nvPr/>
          </p:nvSpPr>
          <p:spPr bwMode="auto">
            <a:xfrm>
              <a:off x="10649888" y="6630565"/>
              <a:ext cx="155969" cy="155969"/>
            </a:xfrm>
            <a:custGeom>
              <a:avLst/>
              <a:gdLst>
                <a:gd name="T0" fmla="*/ 78 w 155"/>
                <a:gd name="T1" fmla="*/ 0 h 155"/>
                <a:gd name="T2" fmla="*/ 0 w 155"/>
                <a:gd name="T3" fmla="*/ 78 h 155"/>
                <a:gd name="T4" fmla="*/ 78 w 155"/>
                <a:gd name="T5" fmla="*/ 155 h 155"/>
                <a:gd name="T6" fmla="*/ 155 w 155"/>
                <a:gd name="T7" fmla="*/ 78 h 155"/>
                <a:gd name="T8" fmla="*/ 78 w 155"/>
                <a:gd name="T9" fmla="*/ 0 h 155"/>
                <a:gd name="T10" fmla="*/ 86 w 155"/>
                <a:gd name="T11" fmla="*/ 120 h 155"/>
                <a:gd name="T12" fmla="*/ 58 w 155"/>
                <a:gd name="T13" fmla="*/ 120 h 155"/>
                <a:gd name="T14" fmla="*/ 90 w 155"/>
                <a:gd name="T15" fmla="*/ 88 h 155"/>
                <a:gd name="T16" fmla="*/ 27 w 155"/>
                <a:gd name="T17" fmla="*/ 88 h 155"/>
                <a:gd name="T18" fmla="*/ 27 w 155"/>
                <a:gd name="T19" fmla="*/ 67 h 155"/>
                <a:gd name="T20" fmla="*/ 90 w 155"/>
                <a:gd name="T21" fmla="*/ 67 h 155"/>
                <a:gd name="T22" fmla="*/ 58 w 155"/>
                <a:gd name="T23" fmla="*/ 36 h 155"/>
                <a:gd name="T24" fmla="*/ 86 w 155"/>
                <a:gd name="T25" fmla="*/ 36 h 155"/>
                <a:gd name="T26" fmla="*/ 128 w 155"/>
                <a:gd name="T27" fmla="*/ 78 h 155"/>
                <a:gd name="T28" fmla="*/ 86 w 155"/>
                <a:gd name="T29" fmla="*/ 12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5" h="155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21"/>
                    <a:pt x="35" y="155"/>
                    <a:pt x="78" y="155"/>
                  </a:cubicBezTo>
                  <a:cubicBezTo>
                    <a:pt x="121" y="155"/>
                    <a:pt x="155" y="121"/>
                    <a:pt x="155" y="78"/>
                  </a:cubicBezTo>
                  <a:cubicBezTo>
                    <a:pt x="155" y="35"/>
                    <a:pt x="121" y="0"/>
                    <a:pt x="78" y="0"/>
                  </a:cubicBezTo>
                  <a:close/>
                  <a:moveTo>
                    <a:pt x="86" y="120"/>
                  </a:moveTo>
                  <a:cubicBezTo>
                    <a:pt x="58" y="120"/>
                    <a:pt x="58" y="120"/>
                    <a:pt x="58" y="120"/>
                  </a:cubicBezTo>
                  <a:cubicBezTo>
                    <a:pt x="90" y="88"/>
                    <a:pt x="90" y="88"/>
                    <a:pt x="90" y="88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90" y="67"/>
                    <a:pt x="90" y="67"/>
                    <a:pt x="90" y="67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128" y="78"/>
                    <a:pt x="128" y="78"/>
                    <a:pt x="128" y="78"/>
                  </a:cubicBezTo>
                  <a:lnTo>
                    <a:pt x="86" y="12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896175"/>
              <a:endParaRPr lang="en-US" sz="1667">
                <a:solidFill>
                  <a:srgbClr val="000000"/>
                </a:solidFill>
              </a:endParaRPr>
            </a:p>
          </p:txBody>
        </p:sp>
        <p:sp>
          <p:nvSpPr>
            <p:cNvPr id="9" name="Freeform 72"/>
            <p:cNvSpPr>
              <a:spLocks noEditPoints="1"/>
            </p:cNvSpPr>
            <p:nvPr/>
          </p:nvSpPr>
          <p:spPr bwMode="auto">
            <a:xfrm>
              <a:off x="11375407" y="6630565"/>
              <a:ext cx="155969" cy="155969"/>
            </a:xfrm>
            <a:custGeom>
              <a:avLst/>
              <a:gdLst>
                <a:gd name="T0" fmla="*/ 78 w 155"/>
                <a:gd name="T1" fmla="*/ 0 h 155"/>
                <a:gd name="T2" fmla="*/ 0 w 155"/>
                <a:gd name="T3" fmla="*/ 78 h 155"/>
                <a:gd name="T4" fmla="*/ 78 w 155"/>
                <a:gd name="T5" fmla="*/ 155 h 155"/>
                <a:gd name="T6" fmla="*/ 155 w 155"/>
                <a:gd name="T7" fmla="*/ 78 h 155"/>
                <a:gd name="T8" fmla="*/ 78 w 155"/>
                <a:gd name="T9" fmla="*/ 0 h 155"/>
                <a:gd name="T10" fmla="*/ 86 w 155"/>
                <a:gd name="T11" fmla="*/ 120 h 155"/>
                <a:gd name="T12" fmla="*/ 58 w 155"/>
                <a:gd name="T13" fmla="*/ 120 h 155"/>
                <a:gd name="T14" fmla="*/ 90 w 155"/>
                <a:gd name="T15" fmla="*/ 88 h 155"/>
                <a:gd name="T16" fmla="*/ 27 w 155"/>
                <a:gd name="T17" fmla="*/ 88 h 155"/>
                <a:gd name="T18" fmla="*/ 27 w 155"/>
                <a:gd name="T19" fmla="*/ 67 h 155"/>
                <a:gd name="T20" fmla="*/ 90 w 155"/>
                <a:gd name="T21" fmla="*/ 67 h 155"/>
                <a:gd name="T22" fmla="*/ 58 w 155"/>
                <a:gd name="T23" fmla="*/ 36 h 155"/>
                <a:gd name="T24" fmla="*/ 86 w 155"/>
                <a:gd name="T25" fmla="*/ 36 h 155"/>
                <a:gd name="T26" fmla="*/ 128 w 155"/>
                <a:gd name="T27" fmla="*/ 78 h 155"/>
                <a:gd name="T28" fmla="*/ 86 w 155"/>
                <a:gd name="T29" fmla="*/ 12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5" h="155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21"/>
                    <a:pt x="35" y="155"/>
                    <a:pt x="78" y="155"/>
                  </a:cubicBezTo>
                  <a:cubicBezTo>
                    <a:pt x="121" y="155"/>
                    <a:pt x="155" y="121"/>
                    <a:pt x="155" y="78"/>
                  </a:cubicBezTo>
                  <a:cubicBezTo>
                    <a:pt x="155" y="35"/>
                    <a:pt x="121" y="0"/>
                    <a:pt x="78" y="0"/>
                  </a:cubicBezTo>
                  <a:close/>
                  <a:moveTo>
                    <a:pt x="86" y="120"/>
                  </a:moveTo>
                  <a:cubicBezTo>
                    <a:pt x="58" y="120"/>
                    <a:pt x="58" y="120"/>
                    <a:pt x="58" y="120"/>
                  </a:cubicBezTo>
                  <a:cubicBezTo>
                    <a:pt x="90" y="88"/>
                    <a:pt x="90" y="88"/>
                    <a:pt x="90" y="88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90" y="67"/>
                    <a:pt x="90" y="67"/>
                    <a:pt x="90" y="67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128" y="78"/>
                    <a:pt x="128" y="78"/>
                    <a:pt x="128" y="78"/>
                  </a:cubicBezTo>
                  <a:lnTo>
                    <a:pt x="86" y="12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896175"/>
              <a:endParaRPr lang="en-US" sz="1667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824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pt Title/30pt Sub/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2050"/>
                </a:solidFill>
              </a:defRPr>
            </a:lvl1pPr>
          </a:lstStyle>
          <a:p>
            <a:r>
              <a:rPr dirty="0"/>
              <a:t>Microsoft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02050"/>
                </a:solidFill>
              </a:defRPr>
            </a:lvl1pPr>
          </a:lstStyle>
          <a:p>
            <a:fld id="{27258FFF-F925-446B-8502-81C933981705}" type="slidenum">
              <a:rPr smtClean="0"/>
              <a:pPr/>
              <a:t>‹#›</a:t>
            </a:fld>
            <a:endParaRPr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9239" y="291069"/>
            <a:ext cx="10757098" cy="888769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ts val="5392"/>
              </a:lnSpc>
              <a:spcBef>
                <a:spcPts val="0"/>
              </a:spcBef>
              <a:buFontTx/>
              <a:buNone/>
              <a:defRPr sz="5098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2549"/>
              </a:lnSpc>
              <a:spcBef>
                <a:spcPts val="1765"/>
              </a:spcBef>
              <a:spcAft>
                <a:spcPts val="0"/>
              </a:spcAft>
              <a:buFontTx/>
              <a:buNone/>
              <a:defRPr sz="5294">
                <a:solidFill>
                  <a:schemeClr val="tx2"/>
                </a:solidFill>
                <a:latin typeface="+mj-lt"/>
              </a:defRPr>
            </a:lvl2pPr>
            <a:lvl3pPr marL="225653" indent="-224097">
              <a:lnSpc>
                <a:spcPts val="2647"/>
              </a:lnSpc>
              <a:spcBef>
                <a:spcPts val="0"/>
              </a:spcBef>
              <a:defRPr sz="1961">
                <a:solidFill>
                  <a:schemeClr val="bg1"/>
                </a:solidFill>
              </a:defRPr>
            </a:lvl3pPr>
            <a:lvl4pPr marL="225653" indent="-224097">
              <a:lnSpc>
                <a:spcPts val="2647"/>
              </a:lnSpc>
              <a:spcBef>
                <a:spcPts val="0"/>
              </a:spcBef>
              <a:defRPr sz="1961">
                <a:solidFill>
                  <a:schemeClr val="bg1"/>
                </a:solidFill>
              </a:defRPr>
            </a:lvl4pPr>
            <a:lvl5pPr marL="225653" indent="-224097">
              <a:lnSpc>
                <a:spcPts val="2647"/>
              </a:lnSpc>
              <a:spcBef>
                <a:spcPts val="0"/>
              </a:spcBef>
              <a:defRPr sz="196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663889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8927" y="286381"/>
            <a:ext cx="11653523" cy="927940"/>
          </a:xfrm>
          <a:prstGeom prst="rect">
            <a:avLst/>
          </a:prstGeom>
        </p:spPr>
        <p:txBody>
          <a:bodyPr/>
          <a:lstStyle>
            <a:lvl1pPr algn="l">
              <a:defRPr sz="5098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1BC86A1F-E589-44B2-A543-2EC98F5547A7}" type="slidenum">
              <a:rPr>
                <a:gradFill>
                  <a:gsLst>
                    <a:gs pos="0">
                      <a:srgbClr val="EFEFEF"/>
                    </a:gs>
                    <a:gs pos="100000">
                      <a:srgbClr val="EFEFEF"/>
                    </a:gs>
                  </a:gsLst>
                  <a:lin ang="5400000" scaled="0"/>
                </a:gradFill>
              </a:rPr>
              <a:pPr>
                <a:lnSpc>
                  <a:spcPct val="90000"/>
                </a:lnSpc>
              </a:pPr>
              <a:t>‹#›</a:t>
            </a:fld>
            <a:endParaRPr dirty="0">
              <a:gradFill>
                <a:gsLst>
                  <a:gs pos="0">
                    <a:srgbClr val="EFEFEF"/>
                  </a:gs>
                  <a:gs pos="100000">
                    <a:srgbClr val="EFEFEF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253578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Change 48pt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69239" y="1187620"/>
            <a:ext cx="4482124" cy="4482760"/>
          </a:xfrm>
          <a:prstGeom prst="rect">
            <a:avLst/>
          </a:prstGeom>
          <a:solidFill>
            <a:srgbClr val="008272">
              <a:alpha val="90588"/>
            </a:srgbClr>
          </a:solidFill>
        </p:spPr>
        <p:txBody>
          <a:bodyPr lIns="146304" tIns="91440" rIns="146304" bIns="91440">
            <a:noAutofit/>
          </a:bodyPr>
          <a:lstStyle>
            <a:lvl1pPr marL="0" indent="0" algn="l">
              <a:buNone/>
              <a:defRPr lang="en-US" sz="4705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36113" indent="0" algn="l">
              <a:buNone/>
              <a:defRPr sz="4705"/>
            </a:lvl2pPr>
            <a:lvl3pPr marL="560187" indent="0" algn="l">
              <a:buNone/>
              <a:defRPr sz="4705"/>
            </a:lvl3pPr>
            <a:lvl4pPr marL="784261" indent="0" algn="l">
              <a:buNone/>
              <a:defRPr sz="4705"/>
            </a:lvl4pPr>
            <a:lvl5pPr marL="1008335" indent="0" algn="l">
              <a:buNone/>
              <a:defRPr sz="4705"/>
            </a:lvl5pPr>
          </a:lstStyle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48212" y="6437243"/>
            <a:ext cx="3859607" cy="134483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marL="0" algn="l" defTabSz="914367" rtl="0" eaLnBrk="1" latinLnBrk="0" hangingPunct="1">
              <a:defRPr lang="en-US" sz="882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>
                <a:solidFill>
                  <a:srgbClr val="FFFFFF"/>
                </a:solidFill>
              </a:rPr>
              <a:t>Microsoft Confidential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67166" y="6437243"/>
            <a:ext cx="555596" cy="134483"/>
          </a:xfrm>
          <a:prstGeom prst="rect">
            <a:avLst/>
          </a:prstGeom>
        </p:spPr>
        <p:txBody>
          <a:bodyPr vert="horz" lIns="91440" tIns="0" rIns="0" bIns="0" rtlCol="0" anchor="ctr"/>
          <a:lstStyle>
            <a:lvl1pPr algn="r">
              <a:defRPr lang="en-US" sz="882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7258FFF-F925-446B-8502-81C933981705}" type="slidenum">
              <a:rPr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30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>
                <a:solidFill>
                  <a:srgbClr val="505050"/>
                </a:solidFill>
              </a:rPr>
              <a:t>Microsoft Confidential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258FFF-F925-446B-8502-81C933981705}" type="slidenum">
              <a:rPr>
                <a:solidFill>
                  <a:srgbClr val="505050"/>
                </a:solidFill>
              </a:rPr>
              <a:pPr/>
              <a:t>‹#›</a:t>
            </a:fld>
            <a:endParaRPr>
              <a:solidFill>
                <a:srgbClr val="50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9777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-color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240678"/>
          </a:xfrm>
          <a:prstGeom prst="rect">
            <a:avLst/>
          </a:prstGeom>
        </p:spPr>
        <p:txBody>
          <a:bodyPr>
            <a:spAutoFit/>
          </a:bodyPr>
          <a:lstStyle>
            <a:lvl1pPr>
              <a:buClr>
                <a:schemeClr val="tx2"/>
              </a:buClr>
              <a:defRPr>
                <a:gradFill>
                  <a:gsLst>
                    <a:gs pos="13869">
                      <a:schemeClr val="tx2"/>
                    </a:gs>
                    <a:gs pos="42000">
                      <a:schemeClr val="tx2"/>
                    </a:gs>
                  </a:gsLst>
                  <a:lin ang="5400000" scaled="0"/>
                </a:gradFill>
              </a:defRPr>
            </a:lvl1pPr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224194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720" y="3113371"/>
            <a:ext cx="11408230" cy="1101726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lecture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720" y="4268030"/>
            <a:ext cx="11408230" cy="1063691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lecture description</a:t>
            </a:r>
            <a:endParaRPr lang="en-GB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title</a:t>
            </a:r>
          </a:p>
        </p:txBody>
      </p:sp>
    </p:spTree>
    <p:extLst>
      <p:ext uri="{BB962C8B-B14F-4D97-AF65-F5344CB8AC3E}">
        <p14:creationId xmlns:p14="http://schemas.microsoft.com/office/powerpoint/2010/main" val="6628382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dirty="0"/>
              <a:t>School of Computing, Engineering &amp; Digital Technologies</a:t>
            </a:r>
          </a:p>
        </p:txBody>
      </p:sp>
    </p:spTree>
    <p:extLst>
      <p:ext uri="{BB962C8B-B14F-4D97-AF65-F5344CB8AC3E}">
        <p14:creationId xmlns:p14="http://schemas.microsoft.com/office/powerpoint/2010/main" val="23020818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Computing, Engineering &amp;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81852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496881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380067"/>
            <a:ext cx="5690508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&amp;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11216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5"/>
            <a:ext cx="9505347" cy="8032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19" y="1262063"/>
            <a:ext cx="5613856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720" y="1854202"/>
            <a:ext cx="5613856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262063"/>
            <a:ext cx="5690507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1854202"/>
            <a:ext cx="5690507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83968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13813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Computing, Engineering &amp; Digital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1457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Computing, Engineering &amp; Digital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92424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1337733"/>
            <a:ext cx="6679519" cy="45233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9547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1329267"/>
            <a:ext cx="6679519" cy="45317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36551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496880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1337734"/>
            <a:ext cx="11478986" cy="483923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&amp;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7929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9733" y="1346199"/>
            <a:ext cx="2142973" cy="4830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365125"/>
            <a:ext cx="9209012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15014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0522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8712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6920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5659801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5400"/>
            <a:ext cx="5665306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5566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52551"/>
            <a:ext cx="563757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00" y="1981200"/>
            <a:ext cx="563757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52551"/>
            <a:ext cx="566530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81200"/>
            <a:ext cx="566530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10740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813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7896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6457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457200"/>
            <a:ext cx="5507400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67425" y="1247775"/>
            <a:ext cx="5770081" cy="4886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00" y="2057400"/>
            <a:ext cx="55074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90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0409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34600" y="1190625"/>
            <a:ext cx="1702906" cy="4986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9999" y="365125"/>
            <a:ext cx="9574575" cy="5811838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10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82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89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5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4" b="7864"/>
          <a:stretch>
            <a:fillRect/>
          </a:stretch>
        </p:blipFill>
        <p:spPr>
          <a:xfrm>
            <a:off x="0" y="4597"/>
            <a:ext cx="12192000" cy="6858000"/>
          </a:xfrm>
          <a:prstGeom prst="rect">
            <a:avLst/>
          </a:prstGeom>
        </p:spPr>
      </p:pic>
      <p:pic>
        <p:nvPicPr>
          <p:cNvPr id="5" name="Picture Placeholder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4" b="78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Placeholder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7230"/>
            <a:ext cx="121920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4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720" y="292937"/>
            <a:ext cx="9369880" cy="795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21" y="1323474"/>
            <a:ext cx="11478986" cy="4853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720" y="6515100"/>
            <a:ext cx="10654393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9628" y="6515099"/>
            <a:ext cx="683079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5BC3EEBC-8848-48BC-9E86-2856C4334E5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292937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38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48212" y="6437243"/>
            <a:ext cx="3859607" cy="134483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marL="0" algn="l" defTabSz="914367" rtl="0" eaLnBrk="1" latinLnBrk="0" hangingPunct="1">
              <a:defRPr lang="en-US" sz="882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>
                <a:solidFill>
                  <a:srgbClr val="FFFFFF"/>
                </a:solidFill>
              </a:rPr>
              <a:t>Microsoft Confidential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67166" y="6437243"/>
            <a:ext cx="555596" cy="134483"/>
          </a:xfrm>
          <a:prstGeom prst="rect">
            <a:avLst/>
          </a:prstGeom>
        </p:spPr>
        <p:txBody>
          <a:bodyPr vert="horz" lIns="91440" tIns="0" rIns="0" bIns="0" rtlCol="0" anchor="ctr"/>
          <a:lstStyle>
            <a:lvl1pPr algn="r">
              <a:defRPr lang="en-US" sz="882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7258FFF-F925-446B-8502-81C933981705}" type="slidenum">
              <a:rPr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45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896386" rtl="0" eaLnBrk="1" latinLnBrk="0" hangingPunct="1">
        <a:spcBef>
          <a:spcPct val="0"/>
        </a:spcBef>
        <a:buNone/>
        <a:defRPr sz="4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6145" indent="-336145" algn="l" defTabSz="896386" rtl="0" eaLnBrk="1" latinLnBrk="0" hangingPunct="1">
        <a:spcBef>
          <a:spcPct val="20000"/>
        </a:spcBef>
        <a:buFont typeface="Arial" pitchFamily="34" charset="0"/>
        <a:buChar char="•"/>
        <a:defRPr sz="3137" kern="1200">
          <a:solidFill>
            <a:schemeClr val="tx1"/>
          </a:solidFill>
          <a:latin typeface="+mn-lt"/>
          <a:ea typeface="+mn-ea"/>
          <a:cs typeface="+mn-cs"/>
        </a:defRPr>
      </a:lvl1pPr>
      <a:lvl2pPr marL="728314" indent="-280121" algn="l" defTabSz="896386" rtl="0" eaLnBrk="1" latinLnBrk="0" hangingPunct="1">
        <a:spcBef>
          <a:spcPct val="20000"/>
        </a:spcBef>
        <a:buFont typeface="Arial" pitchFamily="34" charset="0"/>
        <a:buChar char="–"/>
        <a:defRPr sz="2745" kern="1200">
          <a:solidFill>
            <a:schemeClr val="tx1"/>
          </a:solidFill>
          <a:latin typeface="+mn-lt"/>
          <a:ea typeface="+mn-ea"/>
          <a:cs typeface="+mn-cs"/>
        </a:defRPr>
      </a:lvl2pPr>
      <a:lvl3pPr marL="1120483" indent="-224097" algn="l" defTabSz="896386" rtl="0" eaLnBrk="1" latinLnBrk="0" hangingPunct="1">
        <a:spcBef>
          <a:spcPct val="20000"/>
        </a:spcBef>
        <a:buFont typeface="Arial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3pPr>
      <a:lvl4pPr marL="1568676" indent="-224097" algn="l" defTabSz="896386" rtl="0" eaLnBrk="1" latinLnBrk="0" hangingPunct="1">
        <a:spcBef>
          <a:spcPct val="20000"/>
        </a:spcBef>
        <a:buFont typeface="Arial" pitchFamily="34" charset="0"/>
        <a:buChar char="–"/>
        <a:defRPr sz="1961" kern="1200">
          <a:solidFill>
            <a:schemeClr val="tx1"/>
          </a:solidFill>
          <a:latin typeface="+mn-lt"/>
          <a:ea typeface="+mn-ea"/>
          <a:cs typeface="+mn-cs"/>
        </a:defRPr>
      </a:lvl4pPr>
      <a:lvl5pPr marL="2016869" indent="-224097" algn="l" defTabSz="896386" rtl="0" eaLnBrk="1" latinLnBrk="0" hangingPunct="1">
        <a:spcBef>
          <a:spcPct val="20000"/>
        </a:spcBef>
        <a:buFont typeface="Arial" pitchFamily="34" charset="0"/>
        <a:buChar char="»"/>
        <a:defRPr sz="1961" kern="1200">
          <a:solidFill>
            <a:schemeClr val="tx1"/>
          </a:solidFill>
          <a:latin typeface="+mn-lt"/>
          <a:ea typeface="+mn-ea"/>
          <a:cs typeface="+mn-cs"/>
        </a:defRPr>
      </a:lvl5pPr>
      <a:lvl6pPr marL="2465062" indent="-224097" algn="l" defTabSz="896386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13256" indent="-224097" algn="l" defTabSz="896386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361449" indent="-224097" algn="l" defTabSz="896386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09642" indent="-224097" algn="l" defTabSz="896386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193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386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579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2773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0966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159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352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5545" algn="l" defTabSz="896386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3">
          <p15:clr>
            <a:srgbClr val="547EBF"/>
          </p15:clr>
        </p15:guide>
        <p15:guide id="2" orient="horz" pos="187">
          <p15:clr>
            <a:srgbClr val="547EBF"/>
          </p15:clr>
        </p15:guide>
        <p15:guide id="3" orient="horz" pos="4219">
          <p15:clr>
            <a:srgbClr val="547EBF"/>
          </p15:clr>
        </p15:guide>
        <p15:guide id="4" pos="7661">
          <p15:clr>
            <a:srgbClr val="547EBF"/>
          </p15:clr>
        </p15:guide>
        <p15:guide id="5" orient="horz" pos="763">
          <p15:clr>
            <a:srgbClr val="A4A3A4"/>
          </p15:clr>
        </p15:guide>
        <p15:guide id="6" orient="horz" pos="1339">
          <p15:clr>
            <a:srgbClr val="A4A3A4"/>
          </p15:clr>
        </p15:guide>
        <p15:guide id="7" orient="horz" pos="1915">
          <p15:clr>
            <a:srgbClr val="A4A3A4"/>
          </p15:clr>
        </p15:guide>
        <p15:guide id="8" orient="horz" pos="2491">
          <p15:clr>
            <a:srgbClr val="A4A3A4"/>
          </p15:clr>
        </p15:guide>
        <p15:guide id="9" orient="horz" pos="3067">
          <p15:clr>
            <a:srgbClr val="A4A3A4"/>
          </p15:clr>
        </p15:guide>
        <p15:guide id="10" orient="horz" pos="3643">
          <p15:clr>
            <a:srgbClr val="A4A3A4"/>
          </p15:clr>
        </p15:guide>
        <p15:guide id="11" pos="749">
          <p15:clr>
            <a:srgbClr val="A4A3A4"/>
          </p15:clr>
        </p15:guide>
        <p15:guide id="12" pos="1325">
          <p15:clr>
            <a:srgbClr val="A4A3A4"/>
          </p15:clr>
        </p15:guide>
        <p15:guide id="13" pos="1901">
          <p15:clr>
            <a:srgbClr val="A4A3A4"/>
          </p15:clr>
        </p15:guide>
        <p15:guide id="14" pos="2477">
          <p15:clr>
            <a:srgbClr val="A4A3A4"/>
          </p15:clr>
        </p15:guide>
        <p15:guide id="15" pos="3053">
          <p15:clr>
            <a:srgbClr val="A4A3A4"/>
          </p15:clr>
        </p15:guide>
        <p15:guide id="16" pos="3629">
          <p15:clr>
            <a:srgbClr val="A4A3A4"/>
          </p15:clr>
        </p15:guide>
        <p15:guide id="17" pos="4205">
          <p15:clr>
            <a:srgbClr val="A4A3A4"/>
          </p15:clr>
        </p15:guide>
        <p15:guide id="18" pos="4781">
          <p15:clr>
            <a:srgbClr val="A4A3A4"/>
          </p15:clr>
        </p15:guide>
        <p15:guide id="19" pos="5357">
          <p15:clr>
            <a:srgbClr val="A4A3A4"/>
          </p15:clr>
        </p15:guide>
        <p15:guide id="20" pos="5933">
          <p15:clr>
            <a:srgbClr val="A4A3A4"/>
          </p15:clr>
        </p15:guide>
        <p15:guide id="21" pos="6509">
          <p15:clr>
            <a:srgbClr val="A4A3A4"/>
          </p15:clr>
        </p15:guide>
        <p15:guide id="22" pos="7085">
          <p15:clr>
            <a:srgbClr val="A4A3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720" y="292937"/>
            <a:ext cx="9369880" cy="795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21" y="1323474"/>
            <a:ext cx="11478986" cy="4853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720" y="6515100"/>
            <a:ext cx="10654393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9628" y="6515099"/>
            <a:ext cx="683079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5BC3EEBC-8848-48BC-9E86-2856C4334E5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292937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84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32000"/>
            <a:ext cx="11477506" cy="48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999" y="6516000"/>
            <a:ext cx="10912206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6942" y="6516000"/>
            <a:ext cx="500564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91C18-2D9D-461C-87BF-48086B64411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325500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04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tees.surveys.evasysplus.co.uk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youtube.com/watch?v=Sq2SDdz1i8U" TargetMode="External"/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pine.com/kpi-examples-and-templates/financ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liveteesac-my.sharepoint.com/:w:/g/personal/a_occhipinti_tees_ac_uk/EZtxTNqumXNJsqMJC_kwiN8Bhf6fG3vI4lu3omnwTozRmg?e=23yo4W" TargetMode="External"/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quizizz.com/admin/quiz/636cfd2fd2fb1c001e553279?source=quiz_share" TargetMode="External"/><Relationship Id="rId1" Type="http://schemas.openxmlformats.org/officeDocument/2006/relationships/slideLayout" Target="../slideLayouts/slideLayout5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3.xml"/><Relationship Id="rId4" Type="http://schemas.openxmlformats.org/officeDocument/2006/relationships/hyperlink" Target="https://tees.surveys.evasysplus.co.uk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lava18/google-play-store-apps" TargetMode="Externa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illion.com/resources/blog/dashboard-examples-the-good-the-bad-and-the-ugly" TargetMode="External"/><Relationship Id="rId7" Type="http://schemas.openxmlformats.org/officeDocument/2006/relationships/hyperlink" Target="https://www.cengage.com/bcomm/book_content/0324375530_lehman/model_documents/good_example_long_report.pdf" TargetMode="External"/><Relationship Id="rId2" Type="http://schemas.openxmlformats.org/officeDocument/2006/relationships/hyperlink" Target="https://www.datapine.com/blog/business-report-examples-and-templates/" TargetMode="Externa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library.unimelb.edu.au/__data/assets/pdf_file/0005/1924160/Business_Reports.pdf" TargetMode="External"/><Relationship Id="rId5" Type="http://schemas.openxmlformats.org/officeDocument/2006/relationships/hyperlink" Target="https://www.wgtn.ac.nz/__data/assets/pdf_file/0010/1779625/VBS-Report-Writing-Guide-2017.pdf" TargetMode="External"/><Relationship Id="rId4" Type="http://schemas.openxmlformats.org/officeDocument/2006/relationships/hyperlink" Target="https://owll.massey.ac.nz/pdf/studyup-analyse-this-handou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33E25E-CA2F-4544-B5B5-9F9EB1F51ABA}"/>
              </a:ext>
            </a:extLst>
          </p:cNvPr>
          <p:cNvSpPr txBox="1"/>
          <p:nvPr/>
        </p:nvSpPr>
        <p:spPr>
          <a:xfrm>
            <a:off x="807967" y="1905239"/>
            <a:ext cx="51129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Before starting today’s lesson, please take a few minutes to fill out the student survey for this module.</a:t>
            </a:r>
          </a:p>
          <a:p>
            <a:pPr algn="l"/>
            <a:endParaRPr lang="en-GB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GB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Use the link below to access the survey and write about all the beautiful things that you've learnt in this module so far :) </a:t>
            </a:r>
          </a:p>
          <a:p>
            <a:pPr algn="l"/>
            <a:endParaRPr lang="en-GB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GB" b="0" i="0" u="sng" dirty="0">
                <a:solidFill>
                  <a:srgbClr val="2075A3"/>
                </a:solidFill>
                <a:effectLst/>
                <a:latin typeface="Arial" panose="020B0604020202020204" pitchFamily="34" charset="0"/>
                <a:hlinkClick r:id="rId2"/>
              </a:rPr>
              <a:t>https://tees.surveys.evasysplus.co.uk/</a:t>
            </a:r>
            <a:endParaRPr lang="en-GB" b="0" i="0" u="sng" dirty="0">
              <a:solidFill>
                <a:srgbClr val="2075A3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GB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GB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Thank you for your time,</a:t>
            </a:r>
          </a:p>
          <a:p>
            <a:pPr algn="l"/>
            <a:r>
              <a:rPr lang="en-GB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The Teaching Team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5908F-7F5A-1F68-5E09-B9A5A284A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274" y="1379622"/>
            <a:ext cx="4778893" cy="465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4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5">
            <a:extLst>
              <a:ext uri="{FF2B5EF4-FFF2-40B4-BE49-F238E27FC236}">
                <a16:creationId xmlns:a16="http://schemas.microsoft.com/office/drawing/2014/main" id="{BA3ECBAB-A1BE-4585-AA10-A5A7D89A7B47}"/>
              </a:ext>
            </a:extLst>
          </p:cNvPr>
          <p:cNvSpPr txBox="1">
            <a:spLocks/>
          </p:cNvSpPr>
          <p:nvPr/>
        </p:nvSpPr>
        <p:spPr>
          <a:xfrm>
            <a:off x="383720" y="2791252"/>
            <a:ext cx="11408230" cy="1228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b="0" i="0" u="none" strike="noStrike" kern="1200" cap="none" spc="-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7" name="Subtitle 6">
            <a:extLst>
              <a:ext uri="{FF2B5EF4-FFF2-40B4-BE49-F238E27FC236}">
                <a16:creationId xmlns:a16="http://schemas.microsoft.com/office/drawing/2014/main" id="{54CEB7E1-D194-46C9-A1DF-A6A853556ADF}"/>
              </a:ext>
            </a:extLst>
          </p:cNvPr>
          <p:cNvSpPr txBox="1">
            <a:spLocks/>
          </p:cNvSpPr>
          <p:nvPr/>
        </p:nvSpPr>
        <p:spPr>
          <a:xfrm>
            <a:off x="383720" y="4268030"/>
            <a:ext cx="11408230" cy="1063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7ABA581-7897-49E5-98D9-3414F9D8A384}"/>
              </a:ext>
            </a:extLst>
          </p:cNvPr>
          <p:cNvSpPr txBox="1">
            <a:spLocks/>
          </p:cNvSpPr>
          <p:nvPr/>
        </p:nvSpPr>
        <p:spPr>
          <a:xfrm>
            <a:off x="383720" y="2045571"/>
            <a:ext cx="11408230" cy="9850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defRPr/>
            </a:pPr>
            <a:r>
              <a:rPr lang="en-GB" spc="-150" dirty="0">
                <a:solidFill>
                  <a:sysClr val="windowText" lastClr="000000"/>
                </a:solidFill>
                <a:latin typeface="Calibri Light" panose="020F0302020204030204"/>
              </a:rPr>
              <a:t>ICA Focus: Writing a Business Report</a:t>
            </a:r>
          </a:p>
        </p:txBody>
      </p:sp>
    </p:spTree>
    <p:extLst>
      <p:ext uri="{BB962C8B-B14F-4D97-AF65-F5344CB8AC3E}">
        <p14:creationId xmlns:p14="http://schemas.microsoft.com/office/powerpoint/2010/main" val="114917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0208" y="1323474"/>
            <a:ext cx="11792606" cy="4853489"/>
          </a:xfrm>
        </p:spPr>
        <p:txBody>
          <a:bodyPr/>
          <a:lstStyle/>
          <a:p>
            <a:r>
              <a:rPr lang="en-GB" dirty="0"/>
              <a:t>How to write a business report</a:t>
            </a:r>
          </a:p>
          <a:p>
            <a:r>
              <a:rPr lang="en-GB" dirty="0"/>
              <a:t>ICA Recap – </a:t>
            </a:r>
            <a:r>
              <a:rPr lang="en-GB" b="1" dirty="0"/>
              <a:t>Download the ICA document from Blackboard (Assessment)</a:t>
            </a:r>
          </a:p>
          <a:p>
            <a:r>
              <a:rPr lang="en-GB" dirty="0"/>
              <a:t>Where to find the list of datasets</a:t>
            </a:r>
          </a:p>
          <a:p>
            <a:r>
              <a:rPr lang="en-GB" dirty="0"/>
              <a:t>Q&amp;A (going through your questions)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plan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96A3AA-7553-480C-B454-E5DFA2DCAD39}"/>
              </a:ext>
            </a:extLst>
          </p:cNvPr>
          <p:cNvSpPr txBox="1"/>
          <p:nvPr/>
        </p:nvSpPr>
        <p:spPr>
          <a:xfrm>
            <a:off x="6180827" y="3061925"/>
            <a:ext cx="56818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if my dataset doesn’t have missing values?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can I deal with missing values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can I add a Calendar table/column?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I add extra column to the dataset?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can I have the slicer acting only on one visual?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if I notice half-way through the ICA that I need a new pre-processing step?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can we deal with blanks?</a:t>
            </a:r>
          </a:p>
        </p:txBody>
      </p:sp>
    </p:spTree>
    <p:extLst>
      <p:ext uri="{BB962C8B-B14F-4D97-AF65-F5344CB8AC3E}">
        <p14:creationId xmlns:p14="http://schemas.microsoft.com/office/powerpoint/2010/main" val="210682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62C936-FF4E-45B6-B339-F7C5622FC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34" y="1429762"/>
            <a:ext cx="11478986" cy="9552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Let’s open the ICA Document from Blackboard</a:t>
            </a:r>
          </a:p>
          <a:p>
            <a:pPr marL="0" indent="0">
              <a:buNone/>
            </a:pPr>
            <a:r>
              <a:rPr lang="en-GB" dirty="0"/>
              <a:t>Assessment\ICA Document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523174-36AB-46D6-B1C0-4EC469BA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8531A5-FF14-4F39-BF6C-3EFD58A2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5CE9C-4768-4FE7-A681-BF69C78F0B6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10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CFC7-4893-4AAA-820A-93B9D6D2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831"/>
            <a:ext cx="10515600" cy="2852737"/>
          </a:xfrm>
        </p:spPr>
        <p:txBody>
          <a:bodyPr/>
          <a:lstStyle/>
          <a:p>
            <a:r>
              <a:rPr lang="en-GB" dirty="0"/>
              <a:t>Writing a Business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83E9A-C409-491B-938F-681465508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913F-6898-41F7-A42C-B6C482C0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8B56E-B6FF-49BA-936F-DCD948F3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597" y="4067248"/>
            <a:ext cx="3190999" cy="2199775"/>
          </a:xfrm>
          <a:prstGeom prst="rect">
            <a:avLst/>
          </a:prstGeom>
        </p:spPr>
      </p:pic>
      <p:pic>
        <p:nvPicPr>
          <p:cNvPr id="1026" name="Picture 2" descr="Report Writing Template Download (7) - TEMPLATES EXAMPLE | TEMPLATES  EXAMPLE | Report writing, Report writing template, Report writing format">
            <a:extLst>
              <a:ext uri="{FF2B5EF4-FFF2-40B4-BE49-F238E27FC236}">
                <a16:creationId xmlns:a16="http://schemas.microsoft.com/office/drawing/2014/main" id="{D8DC4371-9DA3-4F19-AA14-2D526A74C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705" y="3718972"/>
            <a:ext cx="1925779" cy="272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3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Business Report?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4981424"/>
            <a:ext cx="11477506" cy="12465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Link to video: </a:t>
            </a:r>
            <a:r>
              <a:rPr lang="en-GB" dirty="0">
                <a:hlinkClick r:id="rId2"/>
              </a:rPr>
              <a:t>https://www.youtube.com/watch?v=Sq2SDdz1i8U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355" y="1332000"/>
            <a:ext cx="71913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4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BR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2612571"/>
            <a:ext cx="7281771" cy="361542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Examples:</a:t>
            </a:r>
          </a:p>
          <a:p>
            <a:r>
              <a:rPr lang="en-GB" dirty="0"/>
              <a:t>To give some information about a particular topic that you have been asked to research</a:t>
            </a:r>
          </a:p>
          <a:p>
            <a:r>
              <a:rPr lang="en-GB" dirty="0"/>
              <a:t>Report a collective analysis of where the business is at and where it’s going</a:t>
            </a:r>
          </a:p>
          <a:p>
            <a:pPr marL="0" indent="0" algn="ctr">
              <a:buNone/>
            </a:pPr>
            <a:r>
              <a:rPr lang="en-GB" b="1" dirty="0"/>
              <a:t>Key part in the decision making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06185" y="1499400"/>
            <a:ext cx="11331321" cy="998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Communicating information that can be acted upon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658" y="2334985"/>
            <a:ext cx="2598284" cy="336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3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are they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decision makers are the audience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dirty="0"/>
              <a:t>Examples:</a:t>
            </a:r>
          </a:p>
          <a:p>
            <a:pPr marL="0" indent="0">
              <a:buNone/>
            </a:pPr>
            <a:r>
              <a:rPr lang="en-GB" dirty="0"/>
              <a:t>For management or supervisors so that they can make decisions on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28" name="Picture 4" descr="Design template of business annual reports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67"/>
          <a:stretch/>
        </p:blipFill>
        <p:spPr bwMode="auto">
          <a:xfrm>
            <a:off x="3366199" y="4145572"/>
            <a:ext cx="2967107" cy="1380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esign template of business annual reports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21" b="8618"/>
          <a:stretch/>
        </p:blipFill>
        <p:spPr bwMode="auto">
          <a:xfrm>
            <a:off x="5020017" y="4680983"/>
            <a:ext cx="2967107" cy="1342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0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 aims 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Answer a question</a:t>
            </a:r>
          </a:p>
          <a:p>
            <a:r>
              <a:rPr lang="en-GB" dirty="0"/>
              <a:t>Solve a problem</a:t>
            </a:r>
          </a:p>
          <a:p>
            <a:r>
              <a:rPr lang="en-GB" dirty="0"/>
              <a:t>Address an issue within the business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The report will show all the information, </a:t>
            </a:r>
            <a:r>
              <a:rPr lang="en-GB" b="1" dirty="0"/>
              <a:t>analyse</a:t>
            </a:r>
            <a:r>
              <a:rPr lang="en-GB" dirty="0"/>
              <a:t> and </a:t>
            </a:r>
            <a:r>
              <a:rPr lang="en-GB" b="1" dirty="0"/>
              <a:t>evaluate it </a:t>
            </a:r>
            <a:r>
              <a:rPr lang="en-GB" dirty="0"/>
              <a:t>and include </a:t>
            </a:r>
            <a:r>
              <a:rPr lang="en-GB" b="1" dirty="0"/>
              <a:t>recommendations</a:t>
            </a:r>
            <a:r>
              <a:rPr lang="en-GB" dirty="0"/>
              <a:t> for action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That’s why the structure of a BR is really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579" y="1332000"/>
            <a:ext cx="3138779" cy="2088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574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5196" y="1438840"/>
            <a:ext cx="6829376" cy="4033324"/>
          </a:xfrm>
        </p:spPr>
        <p:txBody>
          <a:bodyPr>
            <a:normAutofit/>
          </a:bodyPr>
          <a:lstStyle/>
          <a:p>
            <a:r>
              <a:rPr lang="en-GB" sz="2600" dirty="0"/>
              <a:t>What are they for?</a:t>
            </a:r>
          </a:p>
          <a:p>
            <a:r>
              <a:rPr lang="en-GB" sz="2600" dirty="0"/>
              <a:t>Who are they for?</a:t>
            </a:r>
          </a:p>
          <a:p>
            <a:r>
              <a:rPr lang="en-GB" sz="2600" dirty="0"/>
              <a:t>How to structure one?</a:t>
            </a:r>
          </a:p>
          <a:p>
            <a:endParaRPr lang="en-GB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5196" y="0"/>
            <a:ext cx="10917009" cy="1192963"/>
          </a:xfrm>
        </p:spPr>
        <p:txBody>
          <a:bodyPr>
            <a:normAutofit/>
          </a:bodyPr>
          <a:lstStyle/>
          <a:p>
            <a:r>
              <a:rPr lang="en-GB" b="1" dirty="0"/>
              <a:t>How to Write a Business Report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926" y="1513845"/>
            <a:ext cx="4367016" cy="24374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58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structure a BR?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32000"/>
            <a:ext cx="6156414" cy="4896000"/>
          </a:xfrm>
        </p:spPr>
        <p:txBody>
          <a:bodyPr/>
          <a:lstStyle/>
          <a:p>
            <a:r>
              <a:rPr lang="en-GB" dirty="0"/>
              <a:t>Title Page</a:t>
            </a:r>
          </a:p>
          <a:p>
            <a:r>
              <a:rPr lang="en-GB" dirty="0"/>
              <a:t>Executive summary</a:t>
            </a:r>
          </a:p>
          <a:p>
            <a:r>
              <a:rPr lang="en-GB" dirty="0"/>
              <a:t>Body</a:t>
            </a:r>
          </a:p>
          <a:p>
            <a:pPr lvl="1"/>
            <a:r>
              <a:rPr lang="en-GB" dirty="0"/>
              <a:t>Introduction</a:t>
            </a:r>
          </a:p>
          <a:p>
            <a:pPr lvl="1"/>
            <a:r>
              <a:rPr lang="en-GB" dirty="0"/>
              <a:t>Key findings based on data analysis</a:t>
            </a:r>
          </a:p>
          <a:p>
            <a:pPr lvl="1"/>
            <a:r>
              <a:rPr lang="en-GB" dirty="0"/>
              <a:t>Conclusion</a:t>
            </a:r>
          </a:p>
          <a:p>
            <a:r>
              <a:rPr lang="en-GB" dirty="0"/>
              <a:t>Recommendations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880" y="1926771"/>
            <a:ext cx="4840256" cy="2710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451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32000"/>
            <a:ext cx="6584497" cy="3130273"/>
          </a:xfrm>
        </p:spPr>
        <p:txBody>
          <a:bodyPr/>
          <a:lstStyle/>
          <a:p>
            <a:r>
              <a:rPr lang="en-GB" dirty="0"/>
              <a:t>Cover letter</a:t>
            </a:r>
          </a:p>
          <a:p>
            <a:r>
              <a:rPr lang="en-GB" dirty="0"/>
              <a:t>Bullet points on what’s the report about</a:t>
            </a:r>
          </a:p>
          <a:p>
            <a:r>
              <a:rPr lang="en-GB" dirty="0"/>
              <a:t>What the main findings are and what is the general advice </a:t>
            </a:r>
          </a:p>
          <a:p>
            <a:r>
              <a:rPr lang="en-GB" dirty="0"/>
              <a:t>Quick and easy to read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43698" y="4368114"/>
            <a:ext cx="11293808" cy="22697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It’s a summary for the executive – busy people.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It’s the entire report in condensed form (background, key findings and recommendations).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E1EA97-75BB-4C6B-8000-7AD070292507}"/>
              </a:ext>
            </a:extLst>
          </p:cNvPr>
          <p:cNvGrpSpPr/>
          <p:nvPr/>
        </p:nvGrpSpPr>
        <p:grpSpPr>
          <a:xfrm>
            <a:off x="8182944" y="261748"/>
            <a:ext cx="3649056" cy="4590189"/>
            <a:chOff x="8182944" y="261748"/>
            <a:chExt cx="3649056" cy="459018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C4672BE-2555-4068-97F9-AC11DA391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2944" y="261748"/>
              <a:ext cx="3649056" cy="45901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F64F20-578C-4EDF-B3A4-C5320E5DEB17}"/>
                </a:ext>
              </a:extLst>
            </p:cNvPr>
            <p:cNvSpPr/>
            <p:nvPr/>
          </p:nvSpPr>
          <p:spPr>
            <a:xfrm>
              <a:off x="9204960" y="3429000"/>
              <a:ext cx="1637211" cy="167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908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714" y="1294093"/>
            <a:ext cx="7498897" cy="48960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Standard decision making process: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Introduction and background:</a:t>
            </a:r>
            <a:r>
              <a:rPr lang="en-GB" dirty="0"/>
              <a:t> State the problem. Identify the background or context to the problem presented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Key findings: </a:t>
            </a:r>
            <a:r>
              <a:rPr lang="en-GB" dirty="0"/>
              <a:t>Based on analysis and evaluation (Results from DAX/M Language calculations + Dashboard/Charts)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Conclusions: </a:t>
            </a:r>
            <a:r>
              <a:rPr lang="en-GB" dirty="0"/>
              <a:t>summarise and discuss the findings, with justifications for any suggestions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205" y="1788383"/>
            <a:ext cx="3169380" cy="2373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406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Bullet points list</a:t>
            </a:r>
          </a:p>
          <a:p>
            <a:r>
              <a:rPr lang="en-GB" dirty="0"/>
              <a:t>Actions. What should be done next </a:t>
            </a:r>
          </a:p>
          <a:p>
            <a:r>
              <a:rPr lang="en-GB" dirty="0"/>
              <a:t>Recommend solutions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Style of your report</a:t>
            </a:r>
          </a:p>
          <a:p>
            <a:r>
              <a:rPr lang="en-GB" dirty="0"/>
              <a:t>Formal, logical, reporting all the facts. </a:t>
            </a:r>
          </a:p>
          <a:p>
            <a:r>
              <a:rPr lang="en-GB" dirty="0"/>
              <a:t>No colloquial or first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864" y="1044000"/>
            <a:ext cx="3937078" cy="4256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381" y="4084875"/>
            <a:ext cx="2143125" cy="214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876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365" y="262852"/>
            <a:ext cx="11536018" cy="734864"/>
          </a:xfrm>
        </p:spPr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3AE80EB-4CEB-4CE4-B252-8688716C5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5" y="1228061"/>
            <a:ext cx="9322365" cy="1584252"/>
          </a:xfrm>
        </p:spPr>
        <p:txBody>
          <a:bodyPr/>
          <a:lstStyle/>
          <a:p>
            <a:r>
              <a:rPr lang="en-GB" dirty="0"/>
              <a:t>In the first part of the ICA (Business Report) you need the following sections.</a:t>
            </a:r>
          </a:p>
          <a:p>
            <a:r>
              <a:rPr lang="en-GB" dirty="0"/>
              <a:t>Place them in the correct order. Which one is missing?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41952-932E-4FD7-BEE5-38784D9967A9}"/>
              </a:ext>
            </a:extLst>
          </p:cNvPr>
          <p:cNvSpPr txBox="1"/>
          <p:nvPr/>
        </p:nvSpPr>
        <p:spPr>
          <a:xfrm>
            <a:off x="4522381" y="5360582"/>
            <a:ext cx="2966484" cy="978196"/>
          </a:xfrm>
          <a:prstGeom prst="rect">
            <a:avLst/>
          </a:prstGeom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Executive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84DDC-84F0-4F26-90D4-C2F1136F1F97}"/>
              </a:ext>
            </a:extLst>
          </p:cNvPr>
          <p:cNvSpPr txBox="1"/>
          <p:nvPr/>
        </p:nvSpPr>
        <p:spPr>
          <a:xfrm>
            <a:off x="5117805" y="4045688"/>
            <a:ext cx="2966484" cy="978196"/>
          </a:xfrm>
          <a:prstGeom prst="rect">
            <a:avLst/>
          </a:prstGeom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Title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9950C-FD95-4D47-A344-D073FF4A30FC}"/>
              </a:ext>
            </a:extLst>
          </p:cNvPr>
          <p:cNvSpPr txBox="1"/>
          <p:nvPr/>
        </p:nvSpPr>
        <p:spPr>
          <a:xfrm>
            <a:off x="7051159" y="2867247"/>
            <a:ext cx="2966484" cy="978196"/>
          </a:xfrm>
          <a:prstGeom prst="rect">
            <a:avLst/>
          </a:prstGeom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Body/Findings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B810E-365B-429D-8E04-2AF0C470C54A}"/>
              </a:ext>
            </a:extLst>
          </p:cNvPr>
          <p:cNvSpPr txBox="1"/>
          <p:nvPr/>
        </p:nvSpPr>
        <p:spPr>
          <a:xfrm>
            <a:off x="992372" y="3556590"/>
            <a:ext cx="2966484" cy="978196"/>
          </a:xfrm>
          <a:prstGeom prst="rect">
            <a:avLst/>
          </a:prstGeom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Conclusions And Recommendations</a:t>
            </a:r>
          </a:p>
        </p:txBody>
      </p:sp>
      <p:pic>
        <p:nvPicPr>
          <p:cNvPr id="2050" name="Picture 2" descr="How to Use Open-Ended Survey Questions +25 Examples | SurveyLegend">
            <a:extLst>
              <a:ext uri="{FF2B5EF4-FFF2-40B4-BE49-F238E27FC236}">
                <a16:creationId xmlns:a16="http://schemas.microsoft.com/office/drawing/2014/main" id="{0119366C-A175-471D-8CD8-9C7B07FE0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630" y="126594"/>
            <a:ext cx="28003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79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 for BI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Why do you need this report?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Who will use this report?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Which metrics and Key Performance Indicators (</a:t>
            </a:r>
            <a:r>
              <a:rPr lang="en-GB" dirty="0">
                <a:hlinkClick r:id="rId3"/>
              </a:rPr>
              <a:t>KPIs</a:t>
            </a:r>
            <a:r>
              <a:rPr lang="en-GB" dirty="0"/>
              <a:t>) will you use for your business report?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data will you need to add/remove from your current model?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Do you need to create new measures to measure those KPIs?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9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E151-C2AB-4A12-9925-6C3FBD0F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BI Report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8B204-3042-4C22-B397-BB34A593A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070" y="1349999"/>
            <a:ext cx="5613856" cy="276066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</a:t>
            </a:r>
            <a:r>
              <a:rPr lang="en-GB" dirty="0">
                <a:hlinkClick r:id="rId2"/>
              </a:rPr>
              <a:t>Analysing demand for IT Remote Working services during the Covid-19 pandemic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1EA2888-EE27-4786-B4DC-5C7B83D9B8C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92307" y="0"/>
            <a:ext cx="4821623" cy="6676818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6DEBB8-72A8-409C-BA61-8F227175D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EA5BB4-00EF-4297-894E-A71B3F00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C3670C4-39AF-4602-BEB5-C790E3E8F69C}"/>
              </a:ext>
            </a:extLst>
          </p:cNvPr>
          <p:cNvSpPr txBox="1">
            <a:spLocks/>
          </p:cNvSpPr>
          <p:nvPr/>
        </p:nvSpPr>
        <p:spPr>
          <a:xfrm>
            <a:off x="578070" y="4777914"/>
            <a:ext cx="5613856" cy="1062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Add titles to chart where appropriate</a:t>
            </a:r>
          </a:p>
          <a:p>
            <a:pPr marL="0" indent="0">
              <a:buNone/>
            </a:pPr>
            <a:r>
              <a:rPr lang="en-GB" sz="2400" dirty="0"/>
              <a:t>Explain what the chart is showing. </a:t>
            </a:r>
            <a:endParaRPr lang="en-GB" sz="3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3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300" dirty="0"/>
              <a:t>? </a:t>
            </a:r>
          </a:p>
          <a:p>
            <a:endParaRPr lang="en-GB" sz="300" dirty="0"/>
          </a:p>
        </p:txBody>
      </p:sp>
    </p:spTree>
    <p:extLst>
      <p:ext uri="{BB962C8B-B14F-4D97-AF65-F5344CB8AC3E}">
        <p14:creationId xmlns:p14="http://schemas.microsoft.com/office/powerpoint/2010/main" val="240842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1A3E579-290F-4576-8FA5-C38AE9B6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19" y="365126"/>
            <a:ext cx="9496881" cy="795461"/>
          </a:xfrm>
        </p:spPr>
        <p:txBody>
          <a:bodyPr anchor="b">
            <a:normAutofit/>
          </a:bodyPr>
          <a:lstStyle/>
          <a:p>
            <a:r>
              <a:rPr lang="en-GB" dirty="0"/>
              <a:t>How many BI questions do you need?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A9CF82-FBD3-4F43-B569-2393C028C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479689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At least </a:t>
            </a:r>
            <a:r>
              <a:rPr lang="en-GB" b="1" dirty="0"/>
              <a:t>three</a:t>
            </a:r>
            <a:r>
              <a:rPr lang="en-GB" dirty="0"/>
              <a:t> different BI questions</a:t>
            </a:r>
          </a:p>
          <a:p>
            <a:r>
              <a:rPr lang="en-GB" dirty="0"/>
              <a:t>It’s not about the quantity, but the </a:t>
            </a:r>
            <a:r>
              <a:rPr lang="en-GB" b="1" dirty="0"/>
              <a:t>quality</a:t>
            </a:r>
            <a:r>
              <a:rPr lang="en-GB" dirty="0"/>
              <a:t>.</a:t>
            </a:r>
          </a:p>
          <a:p>
            <a:r>
              <a:rPr lang="en-GB" dirty="0"/>
              <a:t>If you can answer those three questions simply by plotting a scatter chart, you’ll probably need more questions to show evidence of your Power BI skills.</a:t>
            </a:r>
          </a:p>
          <a:p>
            <a:r>
              <a:rPr lang="en-GB" dirty="0"/>
              <a:t>Does your Business questions require any </a:t>
            </a:r>
            <a:r>
              <a:rPr lang="en-GB" b="1" dirty="0"/>
              <a:t>DAX</a:t>
            </a:r>
            <a:r>
              <a:rPr lang="en-GB" dirty="0"/>
              <a:t> calculation? Do you have enough numeric columns to do this?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D54343-CB2F-41AD-A25E-97A8CE2D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529" y="1274965"/>
            <a:ext cx="5690508" cy="3257814"/>
          </a:xfrm>
          <a:prstGeom prst="rect">
            <a:avLst/>
          </a:prstGeom>
          <a:noFill/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B4DB8F-CBD4-4BBA-B4BE-ECEF9622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720" y="6515100"/>
            <a:ext cx="10654393" cy="2063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800"/>
              <a:t>School of Computing , Engineering and Digital Technologies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892895-221A-46E5-BBF2-F9A678A8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628" y="6515099"/>
            <a:ext cx="683079" cy="2063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BC3EEBC-8848-48BC-9E86-2856C4334E59}" type="slidenum">
              <a:rPr lang="en-GB" sz="800" smtClean="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28863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DF05-223C-4185-9C6E-1EF1EDC8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can I do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9AA83-41DE-47D4-B990-E4A504C51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Data pre-processing and modelling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CBCC6-B3C9-4E7C-A5E1-6F07802E1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3720" y="1854202"/>
            <a:ext cx="5995816" cy="4335462"/>
          </a:xfrm>
        </p:spPr>
        <p:txBody>
          <a:bodyPr>
            <a:normAutofit fontScale="92500"/>
          </a:bodyPr>
          <a:lstStyle/>
          <a:p>
            <a:r>
              <a:rPr lang="en-GB" dirty="0"/>
              <a:t>How to split your table into smaller tables using the index column</a:t>
            </a:r>
          </a:p>
          <a:p>
            <a:r>
              <a:rPr lang="en-GB" dirty="0"/>
              <a:t>How to merge your tables (for example if you’re using multiple tables and you want to repeat the splitting steps)</a:t>
            </a:r>
          </a:p>
          <a:p>
            <a:r>
              <a:rPr lang="en-GB" dirty="0"/>
              <a:t>My dataset does not have any missing values. What can I do?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Re-watch the data modelling lesson (week 3) for more examples.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4C62BA-561F-4225-963A-98456C35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, Engineering and Digital Technologies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080085-0511-412F-8C58-493F1190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19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C6985-9276-48C9-B6C5-8F4009E1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29" y="3335283"/>
            <a:ext cx="4983126" cy="2655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78CA6-4CD3-4C71-84CF-51374D2FD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817" y="492302"/>
            <a:ext cx="1841544" cy="223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4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B8AF-4777-4A2F-871E-C9AEA10C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can’t find a solution to my problem…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437AB-7107-42EC-B44C-E14FB359B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should I do?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C313E-0425-4064-858F-D12861409E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Use the lesson material</a:t>
            </a:r>
          </a:p>
          <a:p>
            <a:r>
              <a:rPr lang="en-GB" dirty="0"/>
              <a:t>Google your problem</a:t>
            </a:r>
          </a:p>
          <a:p>
            <a:r>
              <a:rPr lang="en-GB" dirty="0"/>
              <a:t>Use the Power BI Community</a:t>
            </a:r>
          </a:p>
          <a:p>
            <a:r>
              <a:rPr lang="en-GB" dirty="0"/>
              <a:t>Join Power BI groups on Facebook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18108-E79F-463B-8019-67ED0B05F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What should I write in my ICA?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16107-F250-4347-96A0-7F0B4F8B5BC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Add evidence of the steps performed to solve your problems.</a:t>
            </a:r>
          </a:p>
          <a:p>
            <a:r>
              <a:rPr lang="en-GB" dirty="0"/>
              <a:t>Even if you couldn’t find an appropriate solution, they will look good in your ICA</a:t>
            </a:r>
          </a:p>
          <a:p>
            <a:r>
              <a:rPr lang="en-GB" dirty="0"/>
              <a:t>This will show that you have performed the required investigation steps to solve some issues with your dataset/ICA.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F3BE08-D035-4A0B-B017-2F007FA2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, Engineering and Digital Technologies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854132-E2F0-4181-B3DF-BB02EA32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20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EB231-D3A9-40B9-9992-73AC399A5FB0}"/>
              </a:ext>
            </a:extLst>
          </p:cNvPr>
          <p:cNvSpPr txBox="1"/>
          <p:nvPr/>
        </p:nvSpPr>
        <p:spPr>
          <a:xfrm>
            <a:off x="1057410" y="4556522"/>
            <a:ext cx="45980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Getting errors/not being able to solve a problem is fine!</a:t>
            </a:r>
          </a:p>
          <a:p>
            <a:r>
              <a:rPr lang="en-GB" sz="2400" dirty="0">
                <a:solidFill>
                  <a:srgbClr val="7030A0"/>
                </a:solidFill>
              </a:rPr>
              <a:t>We only need to see what you did to try solving that problem. </a:t>
            </a:r>
          </a:p>
        </p:txBody>
      </p:sp>
    </p:spTree>
    <p:extLst>
      <p:ext uri="{BB962C8B-B14F-4D97-AF65-F5344CB8AC3E}">
        <p14:creationId xmlns:p14="http://schemas.microsoft.com/office/powerpoint/2010/main" val="218858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4C48-77AE-4B60-B8D1-02250938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ICA Samples from last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C249D-CCD2-4B94-899A-F1C531E72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3720" y="1493836"/>
            <a:ext cx="5613856" cy="4695828"/>
          </a:xfrm>
        </p:spPr>
        <p:txBody>
          <a:bodyPr/>
          <a:lstStyle/>
          <a:p>
            <a:r>
              <a:rPr lang="en-GB" dirty="0"/>
              <a:t>Use them to understand how to present your work/screenshots</a:t>
            </a:r>
          </a:p>
          <a:p>
            <a:endParaRPr lang="en-GB" dirty="0"/>
          </a:p>
          <a:p>
            <a:r>
              <a:rPr lang="en-GB" b="1" dirty="0"/>
              <a:t>Be careful: the structure required this year might be different from last year.</a:t>
            </a:r>
          </a:p>
          <a:p>
            <a:endParaRPr lang="en-GB" b="1" dirty="0"/>
          </a:p>
          <a:p>
            <a:r>
              <a:rPr lang="en-GB" dirty="0"/>
              <a:t> Refer to the ICA document to check the new requirements.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733BB-A651-489D-8CF0-32E821AA2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F2DD3-FE76-467E-AE53-EEAEE8FBC4E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2DE933-49C5-4681-BF5E-E436AB8A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, Engineering and Digital Technologies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82660A-2105-4DEC-AE62-18CA0141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21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78E2F7-7B8C-4423-A417-AC93C8A14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576" y="1005407"/>
            <a:ext cx="5753625" cy="54051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DBF32B-02E1-41A1-9188-32B91CA9E777}"/>
              </a:ext>
            </a:extLst>
          </p:cNvPr>
          <p:cNvSpPr/>
          <p:nvPr/>
        </p:nvSpPr>
        <p:spPr>
          <a:xfrm>
            <a:off x="6127780" y="1168400"/>
            <a:ext cx="1755128" cy="4984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99DBA-383E-4A7B-8560-E08CEAA5A97D}"/>
              </a:ext>
            </a:extLst>
          </p:cNvPr>
          <p:cNvSpPr/>
          <p:nvPr/>
        </p:nvSpPr>
        <p:spPr>
          <a:xfrm>
            <a:off x="6096000" y="3290153"/>
            <a:ext cx="1755128" cy="4984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5F9B3-B8E6-4175-9824-0EFF37AD3446}"/>
              </a:ext>
            </a:extLst>
          </p:cNvPr>
          <p:cNvSpPr/>
          <p:nvPr/>
        </p:nvSpPr>
        <p:spPr>
          <a:xfrm>
            <a:off x="6127780" y="5318243"/>
            <a:ext cx="1755128" cy="4984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47E84A-B900-404D-BCAB-66550A4E0DB0}"/>
              </a:ext>
            </a:extLst>
          </p:cNvPr>
          <p:cNvSpPr/>
          <p:nvPr/>
        </p:nvSpPr>
        <p:spPr>
          <a:xfrm>
            <a:off x="6553200" y="4276510"/>
            <a:ext cx="1755128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297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B2CB90-FB80-4B87-B19D-B9EB35F91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Check the link under Extra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5074-331E-479C-9402-93092D7533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F6F65-47D0-4EFC-A1BF-C3F462601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E8803A-8AC2-4571-A2F0-41D95D20D09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DF15E-313A-49AA-9DF4-AC2864F3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22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DF8E624-A239-4054-8327-B95E71B7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to find a dataset?</a:t>
            </a:r>
          </a:p>
        </p:txBody>
      </p:sp>
    </p:spTree>
    <p:extLst>
      <p:ext uri="{BB962C8B-B14F-4D97-AF65-F5344CB8AC3E}">
        <p14:creationId xmlns:p14="http://schemas.microsoft.com/office/powerpoint/2010/main" val="944514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B3761-033B-446C-B221-770FAFCC0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A82A6-5FB8-420E-B1D2-ECFD26435F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https://quizizz.com/admin/quiz/636cfd2fd2fb1c001e553279?source=quiz_share</a:t>
            </a:r>
            <a:r>
              <a:rPr lang="en-GB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4B474-E698-4135-9D92-FD3255389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BD7107-0D8C-4B38-B83E-46CAC867E04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45625-B46F-4183-8F08-A9D0A02B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23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F1E080-300F-4B81-9CC3-FCAD9DAA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Quizziz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513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431772"/>
            <a:ext cx="10515600" cy="2089408"/>
          </a:xfrm>
        </p:spPr>
        <p:txBody>
          <a:bodyPr anchor="t">
            <a:normAutofit/>
          </a:bodyPr>
          <a:lstStyle/>
          <a:p>
            <a:pPr algn="ctr"/>
            <a:r>
              <a:rPr lang="en-GB" sz="7200" dirty="0"/>
              <a:t>Questions?</a:t>
            </a:r>
            <a:br>
              <a:rPr lang="en-GB" sz="7200" dirty="0"/>
            </a:br>
            <a:endParaRPr lang="en-GB" sz="4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46908F-DC2A-4AA2-9682-0BDAE2EC5AA8}" type="slidenum">
              <a:rPr kumimoji="0" lang="fr-CA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CA" sz="11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33381" y="1723314"/>
            <a:ext cx="3470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a.occhipinti@tees.ac.uk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20" y="325311"/>
            <a:ext cx="2466975" cy="123825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32E5D8B-475E-4726-88E4-BCDB8FE01A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3720" y="6515100"/>
            <a:ext cx="10654393" cy="2063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Computing, Engineering &amp; Digital Technologies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DE1EE-226B-462A-AA5E-4D3822FD5AC9}"/>
              </a:ext>
            </a:extLst>
          </p:cNvPr>
          <p:cNvSpPr txBox="1"/>
          <p:nvPr/>
        </p:nvSpPr>
        <p:spPr>
          <a:xfrm>
            <a:off x="6096000" y="2214383"/>
            <a:ext cx="56818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If there is still time…otherwise in the following weeks…</a:t>
            </a:r>
          </a:p>
          <a:p>
            <a:pPr marL="342900" indent="-342900">
              <a:buAutoNum type="arabicParenR"/>
            </a:pPr>
            <a:r>
              <a:rPr lang="en-GB" sz="2000" dirty="0"/>
              <a:t>What if my dataset doesn’t have missing values?</a:t>
            </a:r>
          </a:p>
          <a:p>
            <a:pPr marL="342900" indent="-342900">
              <a:buAutoNum type="arabicParenR"/>
            </a:pPr>
            <a:r>
              <a:rPr lang="en-GB" sz="2000" dirty="0"/>
              <a:t>How can I deal with missing values</a:t>
            </a:r>
          </a:p>
          <a:p>
            <a:pPr marL="342900" indent="-342900">
              <a:buAutoNum type="arabicParenR"/>
            </a:pPr>
            <a:r>
              <a:rPr lang="en-GB" sz="2000" dirty="0"/>
              <a:t>How can I add a Calendar table/column?</a:t>
            </a:r>
          </a:p>
          <a:p>
            <a:pPr marL="342900" indent="-342900">
              <a:buAutoNum type="arabicParenR"/>
            </a:pPr>
            <a:r>
              <a:rPr lang="en-GB" sz="2000" dirty="0"/>
              <a:t>Can I add extra column to the dataset?</a:t>
            </a:r>
          </a:p>
          <a:p>
            <a:pPr marL="342900" indent="-342900">
              <a:buAutoNum type="arabicParenR"/>
            </a:pPr>
            <a:r>
              <a:rPr lang="en-GB" sz="2000" dirty="0"/>
              <a:t>How can I have the slicer acting only on one visual?</a:t>
            </a:r>
          </a:p>
          <a:p>
            <a:pPr marL="342900" indent="-342900">
              <a:buAutoNum type="arabicParenR"/>
            </a:pPr>
            <a:r>
              <a:rPr lang="en-GB" sz="2000" dirty="0"/>
              <a:t>What if I notice half-way through the ICA that I need a new pre-processing step?</a:t>
            </a:r>
          </a:p>
          <a:p>
            <a:pPr marL="342900" indent="-342900">
              <a:buAutoNum type="arabicParenR"/>
            </a:pPr>
            <a:r>
              <a:rPr lang="en-GB" sz="2000" dirty="0"/>
              <a:t>How can we deal with blanks?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916F65-B0FE-425D-A5E0-8A583BAA39DD}"/>
              </a:ext>
            </a:extLst>
          </p:cNvPr>
          <p:cNvGrpSpPr/>
          <p:nvPr/>
        </p:nvGrpSpPr>
        <p:grpSpPr>
          <a:xfrm>
            <a:off x="408776" y="4996169"/>
            <a:ext cx="5439880" cy="1489527"/>
            <a:chOff x="2185278" y="5126985"/>
            <a:chExt cx="5439880" cy="1489527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CE57FEF-6140-4F71-B910-92EF6F51D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5278" y="5126985"/>
              <a:ext cx="5439880" cy="104374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6854EC-6EC7-4C08-AF61-AAE17111FC1E}"/>
                </a:ext>
              </a:extLst>
            </p:cNvPr>
            <p:cNvSpPr txBox="1"/>
            <p:nvPr/>
          </p:nvSpPr>
          <p:spPr>
            <a:xfrm>
              <a:off x="2254102" y="5970181"/>
              <a:ext cx="53269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0" i="0" u="sng" dirty="0">
                  <a:solidFill>
                    <a:srgbClr val="2075A3"/>
                  </a:solidFill>
                  <a:effectLst/>
                  <a:latin typeface="Arial" panose="020B0604020202020204" pitchFamily="34" charset="0"/>
                  <a:hlinkClick r:id="rId4"/>
                </a:rPr>
                <a:t>https://tees.surveys.evasysplus.co.uk/</a:t>
              </a:r>
              <a:endParaRPr lang="en-GB" b="0" i="0" u="sng" dirty="0">
                <a:solidFill>
                  <a:srgbClr val="2075A3"/>
                </a:solidFill>
                <a:effectLst/>
                <a:latin typeface="Arial" panose="020B0604020202020204" pitchFamily="34" charset="0"/>
              </a:endParaRPr>
            </a:p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43479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DF05-223C-4185-9C6E-1EF1EDC8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Calendar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CBCC6-B3C9-4E7C-A5E1-6F07802E1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653" y="1552574"/>
            <a:ext cx="11261433" cy="433546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How to add a calendar table and random dates </a:t>
            </a:r>
          </a:p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4C62BA-561F-4225-963A-98456C35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, Engineering and Digital Technologies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080085-0511-412F-8C58-493F1190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25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6DECC5-2A1B-40B7-B788-D77791984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53" y="2278148"/>
            <a:ext cx="6778999" cy="1744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2DB34D-B8CF-4E19-968F-47E6B07C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891" y="4717208"/>
            <a:ext cx="56673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33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Use the notebooks on Kaggle to get more ideas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Get Inspired!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https://www.kaggle.com/lava18/google-play-store-apps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School of Computing , Engineering and Digital Technologies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220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Links with more examples of BI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179519"/>
            <a:ext cx="11477506" cy="4896000"/>
          </a:xfrm>
        </p:spPr>
        <p:txBody>
          <a:bodyPr/>
          <a:lstStyle/>
          <a:p>
            <a:r>
              <a:rPr lang="en-GB" sz="2500" dirty="0">
                <a:hlinkClick r:id="rId2"/>
              </a:rPr>
              <a:t>https://www.datapine.com/blog/business-report-examples-and-templates/</a:t>
            </a:r>
            <a:endParaRPr lang="en-GB" sz="2500" dirty="0"/>
          </a:p>
          <a:p>
            <a:r>
              <a:rPr lang="en-GB" sz="2400" dirty="0">
                <a:hlinkClick r:id="rId3"/>
              </a:rPr>
              <a:t>https://www.matillion.com/resources/blog/dashboard-examples-the-good-the-bad-and-the-ugly</a:t>
            </a:r>
            <a:r>
              <a:rPr lang="en-GB" sz="2400" dirty="0"/>
              <a:t> </a:t>
            </a:r>
            <a:endParaRPr lang="en-GB" sz="2500" dirty="0"/>
          </a:p>
          <a:p>
            <a:pPr marL="0" indent="0">
              <a:buNone/>
            </a:pPr>
            <a:r>
              <a:rPr lang="en-GB" sz="2500" dirty="0"/>
              <a:t>Extra reading on Business Reports with Examples </a:t>
            </a:r>
          </a:p>
          <a:p>
            <a:r>
              <a:rPr lang="en-GB" sz="2500" dirty="0">
                <a:hlinkClick r:id="rId4"/>
              </a:rPr>
              <a:t>https://owll.massey.ac.nz/pdf/studyup-analyse-this-handout.pdf</a:t>
            </a:r>
            <a:r>
              <a:rPr lang="en-GB" sz="2500" dirty="0">
                <a:hlinkClick r:id="rId5"/>
              </a:rPr>
              <a:t>https://www.wgtn.ac.nz/__data/assets/pdf_file/0010/1779625/VBS-Report-Writing-Guide-2017.pdf</a:t>
            </a:r>
            <a:endParaRPr lang="en-GB" sz="2500" dirty="0"/>
          </a:p>
          <a:p>
            <a:r>
              <a:rPr lang="en-GB" sz="2500" dirty="0">
                <a:hlinkClick r:id="rId6"/>
              </a:rPr>
              <a:t>https://library.unimelb.edu.au/__data/assets/pdf_file/0005/1924160/Business_Reports.pdf</a:t>
            </a:r>
            <a:endParaRPr lang="en-GB" sz="2500" dirty="0"/>
          </a:p>
          <a:p>
            <a:pPr marL="0" indent="0">
              <a:buNone/>
            </a:pPr>
            <a:r>
              <a:rPr lang="en-GB" sz="2500" dirty="0"/>
              <a:t>Example of a very long report </a:t>
            </a:r>
            <a:r>
              <a:rPr lang="en-GB" sz="2500" dirty="0">
                <a:hlinkClick r:id="rId7"/>
              </a:rPr>
              <a:t>https://www.cengage.com/bcomm/book_content/0324375530_lehman/model_documents/good_example_long_report.pdf</a:t>
            </a:r>
            <a:endParaRPr lang="en-GB" sz="2500" dirty="0"/>
          </a:p>
          <a:p>
            <a:endParaRPr lang="en-GB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31792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 anchorCtr="0">
        <a:normAutofit/>
      </a:bodyPr>
      <a:lstStyle>
        <a:defPPr>
          <a:defRPr sz="4000" b="1" dirty="0" smtClean="0"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ictur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 anchorCtr="0">
        <a:normAutofit/>
      </a:bodyPr>
      <a:lstStyle>
        <a:defPPr>
          <a:defRPr sz="4000" b="1" dirty="0" smtClean="0"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SCM Colours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6C2787"/>
      </a:hlink>
      <a:folHlink>
        <a:srgbClr val="F7964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a-com3041-lecture-template.potx" id="{09F266B8-037D-4960-B683-4D141DDD58CF}" vid="{54ED4B27-7A9F-4E1F-B0CB-1BA09105F62F}"/>
    </a:ext>
  </a:extLst>
</a:theme>
</file>

<file path=ppt/theme/theme6.xml><?xml version="1.0" encoding="utf-8"?>
<a:theme xmlns:a="http://schemas.openxmlformats.org/drawingml/2006/main" name="Data Insights">
  <a:themeElements>
    <a:clrScheme name="STB 2013 colors">
      <a:dk1>
        <a:srgbClr val="000000"/>
      </a:dk1>
      <a:lt1>
        <a:srgbClr val="FFFFFF"/>
      </a:lt1>
      <a:dk2>
        <a:srgbClr val="505050"/>
      </a:dk2>
      <a:lt2>
        <a:srgbClr val="D2D2D2"/>
      </a:lt2>
      <a:accent1>
        <a:srgbClr val="0072C6"/>
      </a:accent1>
      <a:accent2>
        <a:srgbClr val="008272"/>
      </a:accent2>
      <a:accent3>
        <a:srgbClr val="68217A"/>
      </a:accent3>
      <a:accent4>
        <a:srgbClr val="DC3C00"/>
      </a:accent4>
      <a:accent5>
        <a:srgbClr val="FF8C00"/>
      </a:accent5>
      <a:accent6>
        <a:srgbClr val="00BCF2"/>
      </a:accent6>
      <a:hlink>
        <a:srgbClr val="505050"/>
      </a:hlink>
      <a:folHlink>
        <a:srgbClr val="505050"/>
      </a:folHlink>
    </a:clrScheme>
    <a:fontScheme name="STB-2013-Segoe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oud and Enterprise Template July 2013" id="{4B4D3566-23A7-4298-B24F-E091AC86EA46}" vid="{4478AA4A-1A2F-450F-A079-1C3670FFC841}"/>
    </a:ext>
  </a:extLst>
</a:theme>
</file>

<file path=ppt/theme/theme7.xml><?xml version="1.0" encoding="utf-8"?>
<a:theme xmlns:a="http://schemas.openxmlformats.org/drawingml/2006/main" name="2_Office Theme">
  <a:themeElements>
    <a:clrScheme name="SCM Colours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6C2787"/>
      </a:hlink>
      <a:folHlink>
        <a:srgbClr val="F7964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a-com3041-lecture-template.potx" id="{09F266B8-037D-4960-B683-4D141DDD58CF}" vid="{54ED4B27-7A9F-4E1F-B0CB-1BA09105F62F}"/>
    </a:ext>
  </a:extLst>
</a:theme>
</file>

<file path=ppt/theme/theme8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0563C1"/>
      </a:hlink>
      <a:folHlink>
        <a:srgbClr val="F7964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96365E366AAB4F8280D86F3228324F" ma:contentTypeVersion="13" ma:contentTypeDescription="Create a new document." ma:contentTypeScope="" ma:versionID="5c5b465db9100d98d28a02708a555443">
  <xsd:schema xmlns:xsd="http://www.w3.org/2001/XMLSchema" xmlns:xs="http://www.w3.org/2001/XMLSchema" xmlns:p="http://schemas.microsoft.com/office/2006/metadata/properties" xmlns:ns3="def758ac-9196-4ec0-90cb-261ed6d7bf05" xmlns:ns4="8cca14b1-3cdd-4e98-976b-f7aa99511c27" targetNamespace="http://schemas.microsoft.com/office/2006/metadata/properties" ma:root="true" ma:fieldsID="ac5964ee864234c2e920e035a64218e2" ns3:_="" ns4:_="">
    <xsd:import namespace="def758ac-9196-4ec0-90cb-261ed6d7bf05"/>
    <xsd:import namespace="8cca14b1-3cdd-4e98-976b-f7aa99511c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f758ac-9196-4ec0-90cb-261ed6d7bf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ca14b1-3cdd-4e98-976b-f7aa99511c2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4774AA-ED01-4395-A578-ECD3D85CB5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B189EB-13DD-4F97-B5B8-8F9DC8A29D2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E705EA-B796-4568-B25D-8FE33DCE9D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f758ac-9196-4ec0-90cb-261ed6d7bf05"/>
    <ds:schemaRef ds:uri="8cca14b1-3cdd-4e98-976b-f7aa99511c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3d2115b-a55e-46b6-9df7-b03388ecfc60}" enabled="0" method="" siteId="{43d2115b-a55e-46b6-9df7-b03388ecfc6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1426</Words>
  <Application>Microsoft Office PowerPoint</Application>
  <PresentationFormat>Widescreen</PresentationFormat>
  <Paragraphs>204</Paragraphs>
  <Slides>27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arial</vt:lpstr>
      <vt:lpstr>arial</vt:lpstr>
      <vt:lpstr>Calibri</vt:lpstr>
      <vt:lpstr>Calibri Light</vt:lpstr>
      <vt:lpstr>Open Sans</vt:lpstr>
      <vt:lpstr>Segoe UI</vt:lpstr>
      <vt:lpstr>Intro slide</vt:lpstr>
      <vt:lpstr>Content slide</vt:lpstr>
      <vt:lpstr>Picture slide</vt:lpstr>
      <vt:lpstr>End slide</vt:lpstr>
      <vt:lpstr>Office Theme</vt:lpstr>
      <vt:lpstr>Data Insights</vt:lpstr>
      <vt:lpstr>2_Office Theme</vt:lpstr>
      <vt:lpstr>3_Office Theme</vt:lpstr>
      <vt:lpstr>PowerPoint Presentation</vt:lpstr>
      <vt:lpstr>PowerPoint Presentation</vt:lpstr>
      <vt:lpstr>Today’s plan</vt:lpstr>
      <vt:lpstr>ICA </vt:lpstr>
      <vt:lpstr>Writing a Business Report</vt:lpstr>
      <vt:lpstr>What is a Business Report?</vt:lpstr>
      <vt:lpstr>What are BR for?</vt:lpstr>
      <vt:lpstr>Who are they for?</vt:lpstr>
      <vt:lpstr>BR aims to</vt:lpstr>
      <vt:lpstr>How to Write a Business Report</vt:lpstr>
      <vt:lpstr>How to structure a BR?</vt:lpstr>
      <vt:lpstr>Executive summary</vt:lpstr>
      <vt:lpstr>Body</vt:lpstr>
      <vt:lpstr>Recommendation</vt:lpstr>
      <vt:lpstr>Knowledge Check</vt:lpstr>
      <vt:lpstr>Best Practice for BI Reports</vt:lpstr>
      <vt:lpstr>Example: BI Report</vt:lpstr>
      <vt:lpstr>How many BI questions do you need?</vt:lpstr>
      <vt:lpstr>How can I do this?</vt:lpstr>
      <vt:lpstr>I can’t find a solution to my problem…</vt:lpstr>
      <vt:lpstr>ICA Samples from last year</vt:lpstr>
      <vt:lpstr>Where to find a dataset?</vt:lpstr>
      <vt:lpstr>Quizziz</vt:lpstr>
      <vt:lpstr>Questions? </vt:lpstr>
      <vt:lpstr>Adding a Calendar Table</vt:lpstr>
      <vt:lpstr>Use the notebooks on Kaggle to get more ideas</vt:lpstr>
      <vt:lpstr>Links with more examples of BI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Annalisa Occhipinti</dc:creator>
  <cp:lastModifiedBy>Occhipinti, Annalisa</cp:lastModifiedBy>
  <cp:revision>6</cp:revision>
  <dcterms:created xsi:type="dcterms:W3CDTF">2020-11-25T12:03:35Z</dcterms:created>
  <dcterms:modified xsi:type="dcterms:W3CDTF">2024-11-08T17:03:55Z</dcterms:modified>
</cp:coreProperties>
</file>