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4.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5.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 id="2147483672" r:id="rId5"/>
    <p:sldMasterId id="2147483675" r:id="rId6"/>
    <p:sldMasterId id="2147483678" r:id="rId7"/>
    <p:sldMasterId id="2147483752" r:id="rId8"/>
    <p:sldMasterId id="2147483826" r:id="rId9"/>
  </p:sldMasterIdLst>
  <p:notesMasterIdLst>
    <p:notesMasterId r:id="rId46"/>
  </p:notesMasterIdLst>
  <p:sldIdLst>
    <p:sldId id="316" r:id="rId10"/>
    <p:sldId id="3512" r:id="rId11"/>
    <p:sldId id="275" r:id="rId12"/>
    <p:sldId id="3508" r:id="rId13"/>
    <p:sldId id="1781" r:id="rId14"/>
    <p:sldId id="3509" r:id="rId15"/>
    <p:sldId id="1804" r:id="rId16"/>
    <p:sldId id="3517" r:id="rId17"/>
    <p:sldId id="1809" r:id="rId18"/>
    <p:sldId id="3510" r:id="rId19"/>
    <p:sldId id="3511" r:id="rId20"/>
    <p:sldId id="1786" r:id="rId21"/>
    <p:sldId id="3491" r:id="rId22"/>
    <p:sldId id="3513" r:id="rId23"/>
    <p:sldId id="3498" r:id="rId24"/>
    <p:sldId id="1785" r:id="rId25"/>
    <p:sldId id="3499" r:id="rId26"/>
    <p:sldId id="1782" r:id="rId27"/>
    <p:sldId id="1784" r:id="rId28"/>
    <p:sldId id="3495" r:id="rId29"/>
    <p:sldId id="3514" r:id="rId30"/>
    <p:sldId id="257" r:id="rId31"/>
    <p:sldId id="261" r:id="rId32"/>
    <p:sldId id="259" r:id="rId33"/>
    <p:sldId id="264" r:id="rId34"/>
    <p:sldId id="3518" r:id="rId35"/>
    <p:sldId id="3520" r:id="rId36"/>
    <p:sldId id="3519" r:id="rId37"/>
    <p:sldId id="279" r:id="rId38"/>
    <p:sldId id="262" r:id="rId39"/>
    <p:sldId id="277" r:id="rId40"/>
    <p:sldId id="3521" r:id="rId41"/>
    <p:sldId id="278" r:id="rId42"/>
    <p:sldId id="3522" r:id="rId43"/>
    <p:sldId id="3515" r:id="rId44"/>
    <p:sldId id="285" r:id="rId45"/>
  </p:sldIdLst>
  <p:sldSz cx="12192000" cy="6858000"/>
  <p:notesSz cx="6858000" cy="9144000"/>
  <p:embeddedFontLst>
    <p:embeddedFont>
      <p:font typeface="Consolas" panose="020B0609020204030204" pitchFamily="49" charset="0"/>
      <p:regular r:id="rId47"/>
      <p:bold r:id="rId48"/>
      <p:italic r:id="rId49"/>
      <p:boldItalic r:id="rId50"/>
    </p:embeddedFont>
    <p:embeddedFont>
      <p:font typeface="Segoe UI" panose="020B0502040204020203" pitchFamily="34" charset="0"/>
      <p:regular r:id="rId51"/>
      <p:bold r:id="rId52"/>
      <p:italic r:id="rId53"/>
      <p:boldItalic r:id="rId54"/>
    </p:embeddedFont>
    <p:embeddedFont>
      <p:font typeface="Segoe UI Light" panose="020B0502040204020203" pitchFamily="34" charset="0"/>
      <p:regular r:id="rId55"/>
      <p:italic r:id="rId56"/>
    </p:embeddedFont>
    <p:embeddedFont>
      <p:font typeface="Segoe UI Semibold" panose="020B0702040204020203" pitchFamily="34" charset="0"/>
      <p:bold r:id="rId57"/>
      <p:boldItalic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9C41B8-40BC-44F3-A6A6-D13BCDA76657}" v="115" dt="2024-09-27T14:58:43.871"/>
  </p1510:revLst>
</p1510:revInfo>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792" autoAdjust="0"/>
  </p:normalViewPr>
  <p:slideViewPr>
    <p:cSldViewPr snapToGrid="0">
      <p:cViewPr varScale="1">
        <p:scale>
          <a:sx n="117" d="100"/>
          <a:sy n="117" d="100"/>
        </p:scale>
        <p:origin x="2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font" Target="fonts/font7.fntdata"/><Relationship Id="rId58" Type="http://schemas.openxmlformats.org/officeDocument/2006/relationships/font" Target="fonts/font12.fntdata"/><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font" Target="fonts/font2.fntdata"/><Relationship Id="rId56" Type="http://schemas.openxmlformats.org/officeDocument/2006/relationships/font" Target="fonts/font10.fntdata"/><Relationship Id="rId64"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font" Target="fonts/font5.fntdata"/><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notesMaster" Target="notesMasters/notesMaster1.xml"/><Relationship Id="rId59" Type="http://schemas.openxmlformats.org/officeDocument/2006/relationships/presProps" Target="presProp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font" Target="fonts/font8.fntdata"/><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cchipinti, Annalisa" userId="a66fcd2b-4181-400a-8ca1-7fdb013d8d8c" providerId="ADAL" clId="{214BE767-55E3-48CD-9F7C-EF1B2D25BBC2}"/>
    <pc:docChg chg="undo custSel addSld delSld modSld sldOrd">
      <pc:chgData name="Occhipinti, Annalisa" userId="a66fcd2b-4181-400a-8ca1-7fdb013d8d8c" providerId="ADAL" clId="{214BE767-55E3-48CD-9F7C-EF1B2D25BBC2}" dt="2021-10-05T14:39:37.268" v="2055"/>
      <pc:docMkLst>
        <pc:docMk/>
      </pc:docMkLst>
      <pc:sldChg chg="delSp del mod delAnim">
        <pc:chgData name="Occhipinti, Annalisa" userId="a66fcd2b-4181-400a-8ca1-7fdb013d8d8c" providerId="ADAL" clId="{214BE767-55E3-48CD-9F7C-EF1B2D25BBC2}" dt="2021-09-28T15:01:11.361" v="989" actId="47"/>
        <pc:sldMkLst>
          <pc:docMk/>
          <pc:sldMk cId="1674323522" sldId="258"/>
        </pc:sldMkLst>
        <pc:spChg chg="del">
          <ac:chgData name="Occhipinti, Annalisa" userId="a66fcd2b-4181-400a-8ca1-7fdb013d8d8c" providerId="ADAL" clId="{214BE767-55E3-48CD-9F7C-EF1B2D25BBC2}" dt="2021-09-28T15:01:09.811" v="988" actId="21"/>
          <ac:spMkLst>
            <pc:docMk/>
            <pc:sldMk cId="1674323522" sldId="258"/>
            <ac:spMk id="6" creationId="{00000000-0000-0000-0000-000000000000}"/>
          </ac:spMkLst>
        </pc:spChg>
      </pc:sldChg>
      <pc:sldChg chg="addSp modSp mod modAnim">
        <pc:chgData name="Occhipinti, Annalisa" userId="a66fcd2b-4181-400a-8ca1-7fdb013d8d8c" providerId="ADAL" clId="{214BE767-55E3-48CD-9F7C-EF1B2D25BBC2}" dt="2021-09-28T15:01:56.507" v="1034"/>
        <pc:sldMkLst>
          <pc:docMk/>
          <pc:sldMk cId="751916120" sldId="259"/>
        </pc:sldMkLst>
        <pc:spChg chg="add mod">
          <ac:chgData name="Occhipinti, Annalisa" userId="a66fcd2b-4181-400a-8ca1-7fdb013d8d8c" providerId="ADAL" clId="{214BE767-55E3-48CD-9F7C-EF1B2D25BBC2}" dt="2021-09-28T15:01:49.435" v="1031" actId="164"/>
          <ac:spMkLst>
            <pc:docMk/>
            <pc:sldMk cId="751916120" sldId="259"/>
            <ac:spMk id="5" creationId="{4CF37DD1-8A0A-4EDC-9890-B898B5A4A9CB}"/>
          </ac:spMkLst>
        </pc:spChg>
        <pc:spChg chg="add mod">
          <ac:chgData name="Occhipinti, Annalisa" userId="a66fcd2b-4181-400a-8ca1-7fdb013d8d8c" providerId="ADAL" clId="{214BE767-55E3-48CD-9F7C-EF1B2D25BBC2}" dt="2021-09-28T15:01:49.435" v="1031" actId="164"/>
          <ac:spMkLst>
            <pc:docMk/>
            <pc:sldMk cId="751916120" sldId="259"/>
            <ac:spMk id="6" creationId="{C07B7EBA-C7F0-4D27-A421-5C1E17E7817F}"/>
          </ac:spMkLst>
        </pc:spChg>
        <pc:spChg chg="add mod">
          <ac:chgData name="Occhipinti, Annalisa" userId="a66fcd2b-4181-400a-8ca1-7fdb013d8d8c" providerId="ADAL" clId="{214BE767-55E3-48CD-9F7C-EF1B2D25BBC2}" dt="2021-09-28T15:01:49.435" v="1031" actId="164"/>
          <ac:spMkLst>
            <pc:docMk/>
            <pc:sldMk cId="751916120" sldId="259"/>
            <ac:spMk id="7" creationId="{822684F1-2864-423D-8193-8A7A78850405}"/>
          </ac:spMkLst>
        </pc:spChg>
        <pc:grpChg chg="add mod">
          <ac:chgData name="Occhipinti, Annalisa" userId="a66fcd2b-4181-400a-8ca1-7fdb013d8d8c" providerId="ADAL" clId="{214BE767-55E3-48CD-9F7C-EF1B2D25BBC2}" dt="2021-09-28T15:01:52.225" v="1032" actId="1076"/>
          <ac:grpSpMkLst>
            <pc:docMk/>
            <pc:sldMk cId="751916120" sldId="259"/>
            <ac:grpSpMk id="8" creationId="{3B4DDD21-CEE6-4E7F-9FD4-DA4E8D554EF8}"/>
          </ac:grpSpMkLst>
        </pc:grpChg>
        <pc:picChg chg="mod">
          <ac:chgData name="Occhipinti, Annalisa" userId="a66fcd2b-4181-400a-8ca1-7fdb013d8d8c" providerId="ADAL" clId="{214BE767-55E3-48CD-9F7C-EF1B2D25BBC2}" dt="2021-09-28T15:01:53.560" v="1033" actId="1076"/>
          <ac:picMkLst>
            <pc:docMk/>
            <pc:sldMk cId="751916120" sldId="259"/>
            <ac:picMk id="2050" creationId="{00000000-0000-0000-0000-000000000000}"/>
          </ac:picMkLst>
        </pc:picChg>
      </pc:sldChg>
      <pc:sldChg chg="modSp mod ord modAnim">
        <pc:chgData name="Occhipinti, Annalisa" userId="a66fcd2b-4181-400a-8ca1-7fdb013d8d8c" providerId="ADAL" clId="{214BE767-55E3-48CD-9F7C-EF1B2D25BBC2}" dt="2021-09-28T15:48:50.482" v="1881"/>
        <pc:sldMkLst>
          <pc:docMk/>
          <pc:sldMk cId="2539552718" sldId="261"/>
        </pc:sldMkLst>
        <pc:spChg chg="mod">
          <ac:chgData name="Occhipinti, Annalisa" userId="a66fcd2b-4181-400a-8ca1-7fdb013d8d8c" providerId="ADAL" clId="{214BE767-55E3-48CD-9F7C-EF1B2D25BBC2}" dt="2021-09-28T14:56:53.984" v="955" actId="20577"/>
          <ac:spMkLst>
            <pc:docMk/>
            <pc:sldMk cId="2539552718" sldId="261"/>
            <ac:spMk id="2" creationId="{00000000-0000-0000-0000-000000000000}"/>
          </ac:spMkLst>
        </pc:spChg>
      </pc:sldChg>
      <pc:sldChg chg="modSp mod ord">
        <pc:chgData name="Occhipinti, Annalisa" userId="a66fcd2b-4181-400a-8ca1-7fdb013d8d8c" providerId="ADAL" clId="{214BE767-55E3-48CD-9F7C-EF1B2D25BBC2}" dt="2021-10-04T12:19:09.807" v="2049"/>
        <pc:sldMkLst>
          <pc:docMk/>
          <pc:sldMk cId="3157663891" sldId="262"/>
        </pc:sldMkLst>
        <pc:spChg chg="mod">
          <ac:chgData name="Occhipinti, Annalisa" userId="a66fcd2b-4181-400a-8ca1-7fdb013d8d8c" providerId="ADAL" clId="{214BE767-55E3-48CD-9F7C-EF1B2D25BBC2}" dt="2021-09-28T15:19:57.347" v="1124" actId="20577"/>
          <ac:spMkLst>
            <pc:docMk/>
            <pc:sldMk cId="3157663891" sldId="262"/>
            <ac:spMk id="2" creationId="{00000000-0000-0000-0000-000000000000}"/>
          </ac:spMkLst>
        </pc:spChg>
      </pc:sldChg>
      <pc:sldChg chg="modSp del mod ord modShow">
        <pc:chgData name="Occhipinti, Annalisa" userId="a66fcd2b-4181-400a-8ca1-7fdb013d8d8c" providerId="ADAL" clId="{214BE767-55E3-48CD-9F7C-EF1B2D25BBC2}" dt="2021-09-28T16:25:40.606" v="2035" actId="47"/>
        <pc:sldMkLst>
          <pc:docMk/>
          <pc:sldMk cId="1594387062" sldId="263"/>
        </pc:sldMkLst>
        <pc:spChg chg="mod">
          <ac:chgData name="Occhipinti, Annalisa" userId="a66fcd2b-4181-400a-8ca1-7fdb013d8d8c" providerId="ADAL" clId="{214BE767-55E3-48CD-9F7C-EF1B2D25BBC2}" dt="2021-09-28T15:20:43.526" v="1157" actId="20577"/>
          <ac:spMkLst>
            <pc:docMk/>
            <pc:sldMk cId="1594387062" sldId="263"/>
            <ac:spMk id="2" creationId="{00000000-0000-0000-0000-000000000000}"/>
          </ac:spMkLst>
        </pc:spChg>
      </pc:sldChg>
      <pc:sldChg chg="addSp delSp modSp mod modAnim">
        <pc:chgData name="Occhipinti, Annalisa" userId="a66fcd2b-4181-400a-8ca1-7fdb013d8d8c" providerId="ADAL" clId="{214BE767-55E3-48CD-9F7C-EF1B2D25BBC2}" dt="2021-09-28T15:17:53.946" v="1113" actId="20577"/>
        <pc:sldMkLst>
          <pc:docMk/>
          <pc:sldMk cId="150655916" sldId="264"/>
        </pc:sldMkLst>
        <pc:spChg chg="mod">
          <ac:chgData name="Occhipinti, Annalisa" userId="a66fcd2b-4181-400a-8ca1-7fdb013d8d8c" providerId="ADAL" clId="{214BE767-55E3-48CD-9F7C-EF1B2D25BBC2}" dt="2021-09-28T15:17:53.946" v="1113" actId="20577"/>
          <ac:spMkLst>
            <pc:docMk/>
            <pc:sldMk cId="150655916" sldId="264"/>
            <ac:spMk id="3" creationId="{00000000-0000-0000-0000-000000000000}"/>
          </ac:spMkLst>
        </pc:spChg>
        <pc:picChg chg="add mod">
          <ac:chgData name="Occhipinti, Annalisa" userId="a66fcd2b-4181-400a-8ca1-7fdb013d8d8c" providerId="ADAL" clId="{214BE767-55E3-48CD-9F7C-EF1B2D25BBC2}" dt="2021-09-28T14:58:59.776" v="970" actId="1076"/>
          <ac:picMkLst>
            <pc:docMk/>
            <pc:sldMk cId="150655916" sldId="264"/>
            <ac:picMk id="8" creationId="{179B16C5-DECD-4300-8AF4-78F272367BC5}"/>
          </ac:picMkLst>
        </pc:picChg>
        <pc:picChg chg="add del mod">
          <ac:chgData name="Occhipinti, Annalisa" userId="a66fcd2b-4181-400a-8ca1-7fdb013d8d8c" providerId="ADAL" clId="{214BE767-55E3-48CD-9F7C-EF1B2D25BBC2}" dt="2021-09-28T15:12:04.817" v="1046" actId="478"/>
          <ac:picMkLst>
            <pc:docMk/>
            <pc:sldMk cId="150655916" sldId="264"/>
            <ac:picMk id="9" creationId="{8BC7D1E0-35EA-47C2-8D33-C070F1DCF545}"/>
          </ac:picMkLst>
        </pc:picChg>
        <pc:picChg chg="add mod">
          <ac:chgData name="Occhipinti, Annalisa" userId="a66fcd2b-4181-400a-8ca1-7fdb013d8d8c" providerId="ADAL" clId="{214BE767-55E3-48CD-9F7C-EF1B2D25BBC2}" dt="2021-09-28T15:12:30.923" v="1051" actId="1076"/>
          <ac:picMkLst>
            <pc:docMk/>
            <pc:sldMk cId="150655916" sldId="264"/>
            <ac:picMk id="10" creationId="{DD6A8B38-55C2-4648-8913-850761849FDA}"/>
          </ac:picMkLst>
        </pc:picChg>
      </pc:sldChg>
      <pc:sldChg chg="addSp delSp modSp mod delAnim modAnim">
        <pc:chgData name="Occhipinti, Annalisa" userId="a66fcd2b-4181-400a-8ca1-7fdb013d8d8c" providerId="ADAL" clId="{214BE767-55E3-48CD-9F7C-EF1B2D25BBC2}" dt="2021-09-28T15:48:35.099" v="1879"/>
        <pc:sldMkLst>
          <pc:docMk/>
          <pc:sldMk cId="2673258906" sldId="265"/>
        </pc:sldMkLst>
        <pc:spChg chg="mod">
          <ac:chgData name="Occhipinti, Annalisa" userId="a66fcd2b-4181-400a-8ca1-7fdb013d8d8c" providerId="ADAL" clId="{214BE767-55E3-48CD-9F7C-EF1B2D25BBC2}" dt="2021-09-28T15:48:03.093" v="1873" actId="20577"/>
          <ac:spMkLst>
            <pc:docMk/>
            <pc:sldMk cId="2673258906" sldId="265"/>
            <ac:spMk id="2" creationId="{00000000-0000-0000-0000-000000000000}"/>
          </ac:spMkLst>
        </pc:spChg>
        <pc:spChg chg="mod">
          <ac:chgData name="Occhipinti, Annalisa" userId="a66fcd2b-4181-400a-8ca1-7fdb013d8d8c" providerId="ADAL" clId="{214BE767-55E3-48CD-9F7C-EF1B2D25BBC2}" dt="2021-09-28T15:40:26.901" v="1831" actId="20577"/>
          <ac:spMkLst>
            <pc:docMk/>
            <pc:sldMk cId="2673258906" sldId="265"/>
            <ac:spMk id="3" creationId="{00000000-0000-0000-0000-000000000000}"/>
          </ac:spMkLst>
        </pc:spChg>
        <pc:spChg chg="add del mod">
          <ac:chgData name="Occhipinti, Annalisa" userId="a66fcd2b-4181-400a-8ca1-7fdb013d8d8c" providerId="ADAL" clId="{214BE767-55E3-48CD-9F7C-EF1B2D25BBC2}" dt="2021-09-28T15:39:43.844" v="1775" actId="21"/>
          <ac:spMkLst>
            <pc:docMk/>
            <pc:sldMk cId="2673258906" sldId="265"/>
            <ac:spMk id="6" creationId="{A31DD6B6-E491-4740-BE97-4C19CC4B5688}"/>
          </ac:spMkLst>
        </pc:spChg>
        <pc:spChg chg="add mod">
          <ac:chgData name="Occhipinti, Annalisa" userId="a66fcd2b-4181-400a-8ca1-7fdb013d8d8c" providerId="ADAL" clId="{214BE767-55E3-48CD-9F7C-EF1B2D25BBC2}" dt="2021-09-28T15:47:57.027" v="1855" actId="1076"/>
          <ac:spMkLst>
            <pc:docMk/>
            <pc:sldMk cId="2673258906" sldId="265"/>
            <ac:spMk id="7" creationId="{3FCAA685-B4BC-4828-987D-925E7757D453}"/>
          </ac:spMkLst>
        </pc:spChg>
        <pc:spChg chg="add mod">
          <ac:chgData name="Occhipinti, Annalisa" userId="a66fcd2b-4181-400a-8ca1-7fdb013d8d8c" providerId="ADAL" clId="{214BE767-55E3-48CD-9F7C-EF1B2D25BBC2}" dt="2021-09-28T15:48:17.576" v="1877" actId="1582"/>
          <ac:spMkLst>
            <pc:docMk/>
            <pc:sldMk cId="2673258906" sldId="265"/>
            <ac:spMk id="8" creationId="{A46F06F5-20B5-4ADE-AC5F-9A4B89F9DEB4}"/>
          </ac:spMkLst>
        </pc:spChg>
        <pc:picChg chg="del">
          <ac:chgData name="Occhipinti, Annalisa" userId="a66fcd2b-4181-400a-8ca1-7fdb013d8d8c" providerId="ADAL" clId="{214BE767-55E3-48CD-9F7C-EF1B2D25BBC2}" dt="2021-09-28T15:18:28.748" v="1114" actId="478"/>
          <ac:picMkLst>
            <pc:docMk/>
            <pc:sldMk cId="2673258906" sldId="265"/>
            <ac:picMk id="5" creationId="{00000000-0000-0000-0000-000000000000}"/>
          </ac:picMkLst>
        </pc:picChg>
      </pc:sldChg>
      <pc:sldChg chg="modSp mod">
        <pc:chgData name="Occhipinti, Annalisa" userId="a66fcd2b-4181-400a-8ca1-7fdb013d8d8c" providerId="ADAL" clId="{214BE767-55E3-48CD-9F7C-EF1B2D25BBC2}" dt="2021-09-28T15:40:39.040" v="1845" actId="20577"/>
        <pc:sldMkLst>
          <pc:docMk/>
          <pc:sldMk cId="2954766682" sldId="270"/>
        </pc:sldMkLst>
        <pc:spChg chg="mod">
          <ac:chgData name="Occhipinti, Annalisa" userId="a66fcd2b-4181-400a-8ca1-7fdb013d8d8c" providerId="ADAL" clId="{214BE767-55E3-48CD-9F7C-EF1B2D25BBC2}" dt="2021-09-28T15:40:39.040" v="1845" actId="20577"/>
          <ac:spMkLst>
            <pc:docMk/>
            <pc:sldMk cId="2954766682" sldId="270"/>
            <ac:spMk id="2" creationId="{00000000-0000-0000-0000-000000000000}"/>
          </ac:spMkLst>
        </pc:spChg>
      </pc:sldChg>
      <pc:sldChg chg="modSp mod">
        <pc:chgData name="Occhipinti, Annalisa" userId="a66fcd2b-4181-400a-8ca1-7fdb013d8d8c" providerId="ADAL" clId="{214BE767-55E3-48CD-9F7C-EF1B2D25BBC2}" dt="2021-09-28T15:40:41.768" v="1848" actId="20577"/>
        <pc:sldMkLst>
          <pc:docMk/>
          <pc:sldMk cId="899189534" sldId="271"/>
        </pc:sldMkLst>
        <pc:spChg chg="mod">
          <ac:chgData name="Occhipinti, Annalisa" userId="a66fcd2b-4181-400a-8ca1-7fdb013d8d8c" providerId="ADAL" clId="{214BE767-55E3-48CD-9F7C-EF1B2D25BBC2}" dt="2021-09-28T15:40:41.768" v="1848" actId="20577"/>
          <ac:spMkLst>
            <pc:docMk/>
            <pc:sldMk cId="899189534" sldId="271"/>
            <ac:spMk id="2" creationId="{00000000-0000-0000-0000-000000000000}"/>
          </ac:spMkLst>
        </pc:spChg>
      </pc:sldChg>
      <pc:sldChg chg="del ord">
        <pc:chgData name="Occhipinti, Annalisa" userId="a66fcd2b-4181-400a-8ca1-7fdb013d8d8c" providerId="ADAL" clId="{214BE767-55E3-48CD-9F7C-EF1B2D25BBC2}" dt="2021-09-28T15:43:11.667" v="1849" actId="2696"/>
        <pc:sldMkLst>
          <pc:docMk/>
          <pc:sldMk cId="1498151960" sldId="273"/>
        </pc:sldMkLst>
      </pc:sldChg>
      <pc:sldChg chg="modSp mod">
        <pc:chgData name="Occhipinti, Annalisa" userId="a66fcd2b-4181-400a-8ca1-7fdb013d8d8c" providerId="ADAL" clId="{214BE767-55E3-48CD-9F7C-EF1B2D25BBC2}" dt="2021-10-04T12:17:27.325" v="2044" actId="20577"/>
        <pc:sldMkLst>
          <pc:docMk/>
          <pc:sldMk cId="2533998628" sldId="275"/>
        </pc:sldMkLst>
        <pc:spChg chg="mod">
          <ac:chgData name="Occhipinti, Annalisa" userId="a66fcd2b-4181-400a-8ca1-7fdb013d8d8c" providerId="ADAL" clId="{214BE767-55E3-48CD-9F7C-EF1B2D25BBC2}" dt="2021-10-04T12:17:27.325" v="2044" actId="20577"/>
          <ac:spMkLst>
            <pc:docMk/>
            <pc:sldMk cId="2533998628" sldId="275"/>
            <ac:spMk id="3" creationId="{00000000-0000-0000-0000-000000000000}"/>
          </ac:spMkLst>
        </pc:spChg>
      </pc:sldChg>
      <pc:sldChg chg="del ord">
        <pc:chgData name="Occhipinti, Annalisa" userId="a66fcd2b-4181-400a-8ca1-7fdb013d8d8c" providerId="ADAL" clId="{214BE767-55E3-48CD-9F7C-EF1B2D25BBC2}" dt="2021-09-28T15:43:11.667" v="1849" actId="2696"/>
        <pc:sldMkLst>
          <pc:docMk/>
          <pc:sldMk cId="2230256333" sldId="276"/>
        </pc:sldMkLst>
      </pc:sldChg>
      <pc:sldChg chg="modSp ord modAnim">
        <pc:chgData name="Occhipinti, Annalisa" userId="a66fcd2b-4181-400a-8ca1-7fdb013d8d8c" providerId="ADAL" clId="{214BE767-55E3-48CD-9F7C-EF1B2D25BBC2}" dt="2021-10-05T14:39:33.068" v="2053" actId="6549"/>
        <pc:sldMkLst>
          <pc:docMk/>
          <pc:sldMk cId="1089268918" sldId="277"/>
        </pc:sldMkLst>
        <pc:spChg chg="mod">
          <ac:chgData name="Occhipinti, Annalisa" userId="a66fcd2b-4181-400a-8ca1-7fdb013d8d8c" providerId="ADAL" clId="{214BE767-55E3-48CD-9F7C-EF1B2D25BBC2}" dt="2021-09-28T15:49:21.693" v="1893" actId="20577"/>
          <ac:spMkLst>
            <pc:docMk/>
            <pc:sldMk cId="1089268918" sldId="277"/>
            <ac:spMk id="2" creationId="{00000000-0000-0000-0000-000000000000}"/>
          </ac:spMkLst>
        </pc:spChg>
        <pc:spChg chg="mod">
          <ac:chgData name="Occhipinti, Annalisa" userId="a66fcd2b-4181-400a-8ca1-7fdb013d8d8c" providerId="ADAL" clId="{214BE767-55E3-48CD-9F7C-EF1B2D25BBC2}" dt="2021-10-05T14:39:33.068" v="2053" actId="6549"/>
          <ac:spMkLst>
            <pc:docMk/>
            <pc:sldMk cId="1089268918" sldId="277"/>
            <ac:spMk id="3" creationId="{00000000-0000-0000-0000-000000000000}"/>
          </ac:spMkLst>
        </pc:spChg>
      </pc:sldChg>
      <pc:sldChg chg="ord">
        <pc:chgData name="Occhipinti, Annalisa" userId="a66fcd2b-4181-400a-8ca1-7fdb013d8d8c" providerId="ADAL" clId="{214BE767-55E3-48CD-9F7C-EF1B2D25BBC2}" dt="2021-10-04T12:19:05.627" v="2047"/>
        <pc:sldMkLst>
          <pc:docMk/>
          <pc:sldMk cId="2564998385" sldId="278"/>
        </pc:sldMkLst>
      </pc:sldChg>
      <pc:sldChg chg="addSp modSp mod">
        <pc:chgData name="Occhipinti, Annalisa" userId="a66fcd2b-4181-400a-8ca1-7fdb013d8d8c" providerId="ADAL" clId="{214BE767-55E3-48CD-9F7C-EF1B2D25BBC2}" dt="2021-09-28T15:02:33.845" v="1039" actId="1582"/>
        <pc:sldMkLst>
          <pc:docMk/>
          <pc:sldMk cId="4107514449" sldId="279"/>
        </pc:sldMkLst>
        <pc:spChg chg="add mod">
          <ac:chgData name="Occhipinti, Annalisa" userId="a66fcd2b-4181-400a-8ca1-7fdb013d8d8c" providerId="ADAL" clId="{214BE767-55E3-48CD-9F7C-EF1B2D25BBC2}" dt="2021-09-28T15:02:33.845" v="1039" actId="1582"/>
          <ac:spMkLst>
            <pc:docMk/>
            <pc:sldMk cId="4107514449" sldId="279"/>
            <ac:spMk id="6" creationId="{5EB7EADB-EAE5-4123-8D0A-C9BFD58838A1}"/>
          </ac:spMkLst>
        </pc:spChg>
      </pc:sldChg>
      <pc:sldChg chg="mod ord modShow">
        <pc:chgData name="Occhipinti, Annalisa" userId="a66fcd2b-4181-400a-8ca1-7fdb013d8d8c" providerId="ADAL" clId="{214BE767-55E3-48CD-9F7C-EF1B2D25BBC2}" dt="2021-09-28T15:50:14.471" v="1912" actId="729"/>
        <pc:sldMkLst>
          <pc:docMk/>
          <pc:sldMk cId="120986535" sldId="285"/>
        </pc:sldMkLst>
      </pc:sldChg>
      <pc:sldChg chg="modSp add del mod setBg">
        <pc:chgData name="Occhipinti, Annalisa" userId="a66fcd2b-4181-400a-8ca1-7fdb013d8d8c" providerId="ADAL" clId="{214BE767-55E3-48CD-9F7C-EF1B2D25BBC2}" dt="2021-10-04T12:17:13.741" v="2036" actId="113"/>
        <pc:sldMkLst>
          <pc:docMk/>
          <pc:sldMk cId="3150161383" sldId="1772"/>
        </pc:sldMkLst>
        <pc:spChg chg="mod">
          <ac:chgData name="Occhipinti, Annalisa" userId="a66fcd2b-4181-400a-8ca1-7fdb013d8d8c" providerId="ADAL" clId="{214BE767-55E3-48CD-9F7C-EF1B2D25BBC2}" dt="2021-09-28T14:21:59.231" v="90" actId="113"/>
          <ac:spMkLst>
            <pc:docMk/>
            <pc:sldMk cId="3150161383" sldId="1772"/>
            <ac:spMk id="4" creationId="{7F3976BE-F956-44D5-877B-A36DC301D3AF}"/>
          </ac:spMkLst>
        </pc:spChg>
        <pc:spChg chg="mod">
          <ac:chgData name="Occhipinti, Annalisa" userId="a66fcd2b-4181-400a-8ca1-7fdb013d8d8c" providerId="ADAL" clId="{214BE767-55E3-48CD-9F7C-EF1B2D25BBC2}" dt="2021-09-28T14:21:44.958" v="89" actId="14100"/>
          <ac:spMkLst>
            <pc:docMk/>
            <pc:sldMk cId="3150161383" sldId="1772"/>
            <ac:spMk id="6" creationId="{567E07CA-A383-45E4-B417-3D6F7886FBB3}"/>
          </ac:spMkLst>
        </pc:spChg>
        <pc:spChg chg="mod">
          <ac:chgData name="Occhipinti, Annalisa" userId="a66fcd2b-4181-400a-8ca1-7fdb013d8d8c" providerId="ADAL" clId="{214BE767-55E3-48CD-9F7C-EF1B2D25BBC2}" dt="2021-10-04T12:17:13.741" v="2036" actId="113"/>
          <ac:spMkLst>
            <pc:docMk/>
            <pc:sldMk cId="3150161383" sldId="1772"/>
            <ac:spMk id="9" creationId="{F0C72485-2066-4333-B74A-BF6E24366871}"/>
          </ac:spMkLst>
        </pc:spChg>
      </pc:sldChg>
      <pc:sldChg chg="addSp modSp mod modTransition modAnim">
        <pc:chgData name="Occhipinti, Annalisa" userId="a66fcd2b-4181-400a-8ca1-7fdb013d8d8c" providerId="ADAL" clId="{214BE767-55E3-48CD-9F7C-EF1B2D25BBC2}" dt="2021-09-28T14:53:45.538" v="914"/>
        <pc:sldMkLst>
          <pc:docMk/>
          <pc:sldMk cId="2067559982" sldId="1782"/>
        </pc:sldMkLst>
        <pc:spChg chg="add mod">
          <ac:chgData name="Occhipinti, Annalisa" userId="a66fcd2b-4181-400a-8ca1-7fdb013d8d8c" providerId="ADAL" clId="{214BE767-55E3-48CD-9F7C-EF1B2D25BBC2}" dt="2021-09-28T14:43:01.214" v="802"/>
          <ac:spMkLst>
            <pc:docMk/>
            <pc:sldMk cId="2067559982" sldId="1782"/>
            <ac:spMk id="3" creationId="{E141E5AC-643A-455A-9A07-DF7834628CCC}"/>
          </ac:spMkLst>
        </pc:spChg>
        <pc:spChg chg="add mod">
          <ac:chgData name="Occhipinti, Annalisa" userId="a66fcd2b-4181-400a-8ca1-7fdb013d8d8c" providerId="ADAL" clId="{214BE767-55E3-48CD-9F7C-EF1B2D25BBC2}" dt="2021-09-28T14:43:22.079" v="806" actId="1076"/>
          <ac:spMkLst>
            <pc:docMk/>
            <pc:sldMk cId="2067559982" sldId="1782"/>
            <ac:spMk id="8" creationId="{17D25F01-EAF8-4740-90D6-8FFF14F6163D}"/>
          </ac:spMkLst>
        </pc:spChg>
      </pc:sldChg>
      <pc:sldChg chg="del">
        <pc:chgData name="Occhipinti, Annalisa" userId="a66fcd2b-4181-400a-8ca1-7fdb013d8d8c" providerId="ADAL" clId="{214BE767-55E3-48CD-9F7C-EF1B2D25BBC2}" dt="2021-10-04T12:18:06.947" v="2045" actId="2696"/>
        <pc:sldMkLst>
          <pc:docMk/>
          <pc:sldMk cId="2959435356" sldId="1783"/>
        </pc:sldMkLst>
      </pc:sldChg>
      <pc:sldChg chg="modTransition modNotesTx">
        <pc:chgData name="Occhipinti, Annalisa" userId="a66fcd2b-4181-400a-8ca1-7fdb013d8d8c" providerId="ADAL" clId="{214BE767-55E3-48CD-9F7C-EF1B2D25BBC2}" dt="2021-09-28T14:53:45.538" v="914"/>
        <pc:sldMkLst>
          <pc:docMk/>
          <pc:sldMk cId="1370290794" sldId="1784"/>
        </pc:sldMkLst>
      </pc:sldChg>
      <pc:sldChg chg="modSp mod ord modTransition">
        <pc:chgData name="Occhipinti, Annalisa" userId="a66fcd2b-4181-400a-8ca1-7fdb013d8d8c" providerId="ADAL" clId="{214BE767-55E3-48CD-9F7C-EF1B2D25BBC2}" dt="2021-09-28T15:34:12.677" v="1650" actId="20577"/>
        <pc:sldMkLst>
          <pc:docMk/>
          <pc:sldMk cId="2996673877" sldId="1785"/>
        </pc:sldMkLst>
        <pc:spChg chg="mod">
          <ac:chgData name="Occhipinti, Annalisa" userId="a66fcd2b-4181-400a-8ca1-7fdb013d8d8c" providerId="ADAL" clId="{214BE767-55E3-48CD-9F7C-EF1B2D25BBC2}" dt="2021-09-28T15:34:12.677" v="1650" actId="20577"/>
          <ac:spMkLst>
            <pc:docMk/>
            <pc:sldMk cId="2996673877" sldId="1785"/>
            <ac:spMk id="2" creationId="{181EC396-0718-4A0F-A6E8-A79BA4501739}"/>
          </ac:spMkLst>
        </pc:spChg>
      </pc:sldChg>
      <pc:sldChg chg="modSp mod modTransition">
        <pc:chgData name="Occhipinti, Annalisa" userId="a66fcd2b-4181-400a-8ca1-7fdb013d8d8c" providerId="ADAL" clId="{214BE767-55E3-48CD-9F7C-EF1B2D25BBC2}" dt="2021-09-28T14:53:45.538" v="914"/>
        <pc:sldMkLst>
          <pc:docMk/>
          <pc:sldMk cId="1955478439" sldId="1786"/>
        </pc:sldMkLst>
        <pc:spChg chg="mod">
          <ac:chgData name="Occhipinti, Annalisa" userId="a66fcd2b-4181-400a-8ca1-7fdb013d8d8c" providerId="ADAL" clId="{214BE767-55E3-48CD-9F7C-EF1B2D25BBC2}" dt="2021-09-28T14:24:30.104" v="101" actId="1076"/>
          <ac:spMkLst>
            <pc:docMk/>
            <pc:sldMk cId="1955478439" sldId="1786"/>
            <ac:spMk id="8" creationId="{C7CCD6F3-D73B-4B7B-8C19-868BAB4DFE04}"/>
          </ac:spMkLst>
        </pc:spChg>
        <pc:spChg chg="mod">
          <ac:chgData name="Occhipinti, Annalisa" userId="a66fcd2b-4181-400a-8ca1-7fdb013d8d8c" providerId="ADAL" clId="{214BE767-55E3-48CD-9F7C-EF1B2D25BBC2}" dt="2021-09-28T14:24:36.295" v="103" actId="1076"/>
          <ac:spMkLst>
            <pc:docMk/>
            <pc:sldMk cId="1955478439" sldId="1786"/>
            <ac:spMk id="9" creationId="{E172BC7E-FDC4-43EE-8346-8950642DCBF4}"/>
          </ac:spMkLst>
        </pc:spChg>
        <pc:spChg chg="mod">
          <ac:chgData name="Occhipinti, Annalisa" userId="a66fcd2b-4181-400a-8ca1-7fdb013d8d8c" providerId="ADAL" clId="{214BE767-55E3-48CD-9F7C-EF1B2D25BBC2}" dt="2021-09-28T14:24:22.764" v="99" actId="1076"/>
          <ac:spMkLst>
            <pc:docMk/>
            <pc:sldMk cId="1955478439" sldId="1786"/>
            <ac:spMk id="19" creationId="{2A802B18-90EE-4B3D-97B9-9C05EE0CED14}"/>
          </ac:spMkLst>
        </pc:spChg>
      </pc:sldChg>
      <pc:sldChg chg="modAnim">
        <pc:chgData name="Occhipinti, Annalisa" userId="a66fcd2b-4181-400a-8ca1-7fdb013d8d8c" providerId="ADAL" clId="{214BE767-55E3-48CD-9F7C-EF1B2D25BBC2}" dt="2021-09-28T14:23:25.401" v="94"/>
        <pc:sldMkLst>
          <pc:docMk/>
          <pc:sldMk cId="348154172" sldId="1804"/>
        </pc:sldMkLst>
      </pc:sldChg>
      <pc:sldChg chg="addSp modSp mod modTransition modAnim">
        <pc:chgData name="Occhipinti, Annalisa" userId="a66fcd2b-4181-400a-8ca1-7fdb013d8d8c" providerId="ADAL" clId="{214BE767-55E3-48CD-9F7C-EF1B2D25BBC2}" dt="2021-09-28T14:53:45.538" v="914"/>
        <pc:sldMkLst>
          <pc:docMk/>
          <pc:sldMk cId="2960364225" sldId="3491"/>
        </pc:sldMkLst>
        <pc:spChg chg="mod">
          <ac:chgData name="Occhipinti, Annalisa" userId="a66fcd2b-4181-400a-8ca1-7fdb013d8d8c" providerId="ADAL" clId="{214BE767-55E3-48CD-9F7C-EF1B2D25BBC2}" dt="2021-09-28T14:34:03.073" v="371" actId="5793"/>
          <ac:spMkLst>
            <pc:docMk/>
            <pc:sldMk cId="2960364225" sldId="3491"/>
            <ac:spMk id="3" creationId="{A015749C-08AC-40BF-880C-71FE7FD5D8F9}"/>
          </ac:spMkLst>
        </pc:spChg>
        <pc:spChg chg="add mod">
          <ac:chgData name="Occhipinti, Annalisa" userId="a66fcd2b-4181-400a-8ca1-7fdb013d8d8c" providerId="ADAL" clId="{214BE767-55E3-48CD-9F7C-EF1B2D25BBC2}" dt="2021-09-28T14:33:38.962" v="360"/>
          <ac:spMkLst>
            <pc:docMk/>
            <pc:sldMk cId="2960364225" sldId="3491"/>
            <ac:spMk id="4" creationId="{BE97B367-1CE3-406C-88F5-EBC8A29F6774}"/>
          </ac:spMkLst>
        </pc:spChg>
      </pc:sldChg>
      <pc:sldChg chg="addSp delSp modSp mod modTransition addAnim delAnim modAnim">
        <pc:chgData name="Occhipinti, Annalisa" userId="a66fcd2b-4181-400a-8ca1-7fdb013d8d8c" providerId="ADAL" clId="{214BE767-55E3-48CD-9F7C-EF1B2D25BBC2}" dt="2021-09-28T15:36:29.794" v="1758" actId="1035"/>
        <pc:sldMkLst>
          <pc:docMk/>
          <pc:sldMk cId="797604969" sldId="3495"/>
        </pc:sldMkLst>
        <pc:spChg chg="add mod">
          <ac:chgData name="Occhipinti, Annalisa" userId="a66fcd2b-4181-400a-8ca1-7fdb013d8d8c" providerId="ADAL" clId="{214BE767-55E3-48CD-9F7C-EF1B2D25BBC2}" dt="2021-09-28T15:35:34.912" v="1741" actId="20577"/>
          <ac:spMkLst>
            <pc:docMk/>
            <pc:sldMk cId="797604969" sldId="3495"/>
            <ac:spMk id="2" creationId="{A00C6749-A2EB-41CD-967D-0E6ADB651800}"/>
          </ac:spMkLst>
        </pc:spChg>
        <pc:spChg chg="add mod">
          <ac:chgData name="Occhipinti, Annalisa" userId="a66fcd2b-4181-400a-8ca1-7fdb013d8d8c" providerId="ADAL" clId="{214BE767-55E3-48CD-9F7C-EF1B2D25BBC2}" dt="2021-09-28T15:36:11.160" v="1748" actId="1076"/>
          <ac:spMkLst>
            <pc:docMk/>
            <pc:sldMk cId="797604969" sldId="3495"/>
            <ac:spMk id="3" creationId="{C93C1C8C-DAE8-4126-9E4A-4F4AF2B055D7}"/>
          </ac:spMkLst>
        </pc:spChg>
        <pc:spChg chg="mod">
          <ac:chgData name="Occhipinti, Annalisa" userId="a66fcd2b-4181-400a-8ca1-7fdb013d8d8c" providerId="ADAL" clId="{214BE767-55E3-48CD-9F7C-EF1B2D25BBC2}" dt="2021-09-28T14:41:13.182" v="792" actId="20577"/>
          <ac:spMkLst>
            <pc:docMk/>
            <pc:sldMk cId="797604969" sldId="3495"/>
            <ac:spMk id="12" creationId="{A07544AA-8356-497F-BFAA-09C3B5DA4754}"/>
          </ac:spMkLst>
        </pc:spChg>
        <pc:spChg chg="add del mod">
          <ac:chgData name="Occhipinti, Annalisa" userId="a66fcd2b-4181-400a-8ca1-7fdb013d8d8c" providerId="ADAL" clId="{214BE767-55E3-48CD-9F7C-EF1B2D25BBC2}" dt="2021-09-28T15:35:39.196" v="1743" actId="20577"/>
          <ac:spMkLst>
            <pc:docMk/>
            <pc:sldMk cId="797604969" sldId="3495"/>
            <ac:spMk id="16" creationId="{7A635B01-CAB7-4BFC-B0B7-8621632891A0}"/>
          </ac:spMkLst>
        </pc:spChg>
        <pc:spChg chg="mod">
          <ac:chgData name="Occhipinti, Annalisa" userId="a66fcd2b-4181-400a-8ca1-7fdb013d8d8c" providerId="ADAL" clId="{214BE767-55E3-48CD-9F7C-EF1B2D25BBC2}" dt="2021-09-28T14:37:07.135" v="390" actId="20577"/>
          <ac:spMkLst>
            <pc:docMk/>
            <pc:sldMk cId="797604969" sldId="3495"/>
            <ac:spMk id="17" creationId="{00000000-0000-0000-0000-000000000000}"/>
          </ac:spMkLst>
        </pc:spChg>
        <pc:spChg chg="add mod">
          <ac:chgData name="Occhipinti, Annalisa" userId="a66fcd2b-4181-400a-8ca1-7fdb013d8d8c" providerId="ADAL" clId="{214BE767-55E3-48CD-9F7C-EF1B2D25BBC2}" dt="2021-09-28T15:36:29.794" v="1758" actId="1035"/>
          <ac:spMkLst>
            <pc:docMk/>
            <pc:sldMk cId="797604969" sldId="3495"/>
            <ac:spMk id="19" creationId="{46F79A85-1C06-4BF5-89B6-1F5E9FCC17C3}"/>
          </ac:spMkLst>
        </pc:spChg>
        <pc:spChg chg="add del mod">
          <ac:chgData name="Occhipinti, Annalisa" userId="a66fcd2b-4181-400a-8ca1-7fdb013d8d8c" providerId="ADAL" clId="{214BE767-55E3-48CD-9F7C-EF1B2D25BBC2}" dt="2021-09-28T14:53:32.471" v="912" actId="20577"/>
          <ac:spMkLst>
            <pc:docMk/>
            <pc:sldMk cId="797604969" sldId="3495"/>
            <ac:spMk id="22" creationId="{1610F2DD-9C9B-4466-8688-BA11CA5BBA9E}"/>
          </ac:spMkLst>
        </pc:spChg>
        <pc:picChg chg="del">
          <ac:chgData name="Occhipinti, Annalisa" userId="a66fcd2b-4181-400a-8ca1-7fdb013d8d8c" providerId="ADAL" clId="{214BE767-55E3-48CD-9F7C-EF1B2D25BBC2}" dt="2021-09-28T14:37:31.324" v="392" actId="478"/>
          <ac:picMkLst>
            <pc:docMk/>
            <pc:sldMk cId="797604969" sldId="3495"/>
            <ac:picMk id="13" creationId="{D17A2D8A-23AB-43E6-9CEB-9670FA39C1C8}"/>
          </ac:picMkLst>
        </pc:picChg>
        <pc:picChg chg="add del">
          <ac:chgData name="Occhipinti, Annalisa" userId="a66fcd2b-4181-400a-8ca1-7fdb013d8d8c" providerId="ADAL" clId="{214BE767-55E3-48CD-9F7C-EF1B2D25BBC2}" dt="2021-09-28T14:41:16.034" v="793" actId="478"/>
          <ac:picMkLst>
            <pc:docMk/>
            <pc:sldMk cId="797604969" sldId="3495"/>
            <ac:picMk id="18" creationId="{A71AFA0B-E699-4874-BB49-678B16FFF5C8}"/>
          </ac:picMkLst>
        </pc:picChg>
        <pc:picChg chg="add del">
          <ac:chgData name="Occhipinti, Annalisa" userId="a66fcd2b-4181-400a-8ca1-7fdb013d8d8c" providerId="ADAL" clId="{214BE767-55E3-48CD-9F7C-EF1B2D25BBC2}" dt="2021-09-28T14:52:55.832" v="873" actId="478"/>
          <ac:picMkLst>
            <pc:docMk/>
            <pc:sldMk cId="797604969" sldId="3495"/>
            <ac:picMk id="23" creationId="{3EEA0061-1E99-444E-897B-01C0B6D2586D}"/>
          </ac:picMkLst>
        </pc:picChg>
        <pc:cxnChg chg="add del">
          <ac:chgData name="Occhipinti, Annalisa" userId="a66fcd2b-4181-400a-8ca1-7fdb013d8d8c" providerId="ADAL" clId="{214BE767-55E3-48CD-9F7C-EF1B2D25BBC2}" dt="2021-09-28T14:37:38.910" v="394" actId="478"/>
          <ac:cxnSpMkLst>
            <pc:docMk/>
            <pc:sldMk cId="797604969" sldId="3495"/>
            <ac:cxnSpMk id="14" creationId="{78E05849-89CD-49D2-9B23-E07A25769E18}"/>
          </ac:cxnSpMkLst>
        </pc:cxnChg>
        <pc:cxnChg chg="add del">
          <ac:chgData name="Occhipinti, Annalisa" userId="a66fcd2b-4181-400a-8ca1-7fdb013d8d8c" providerId="ADAL" clId="{214BE767-55E3-48CD-9F7C-EF1B2D25BBC2}" dt="2021-09-28T14:37:38.910" v="394" actId="478"/>
          <ac:cxnSpMkLst>
            <pc:docMk/>
            <pc:sldMk cId="797604969" sldId="3495"/>
            <ac:cxnSpMk id="20" creationId="{F5A7F7CF-85C2-4B0F-8502-3F6DA3423FF0}"/>
          </ac:cxnSpMkLst>
        </pc:cxnChg>
      </pc:sldChg>
      <pc:sldChg chg="modTransition">
        <pc:chgData name="Occhipinti, Annalisa" userId="a66fcd2b-4181-400a-8ca1-7fdb013d8d8c" providerId="ADAL" clId="{214BE767-55E3-48CD-9F7C-EF1B2D25BBC2}" dt="2021-09-28T14:53:45.538" v="914"/>
        <pc:sldMkLst>
          <pc:docMk/>
          <pc:sldMk cId="4070982973" sldId="3498"/>
        </pc:sldMkLst>
      </pc:sldChg>
      <pc:sldChg chg="mod modTransition modShow">
        <pc:chgData name="Occhipinti, Annalisa" userId="a66fcd2b-4181-400a-8ca1-7fdb013d8d8c" providerId="ADAL" clId="{214BE767-55E3-48CD-9F7C-EF1B2D25BBC2}" dt="2021-09-28T15:34:06.716" v="1639" actId="729"/>
        <pc:sldMkLst>
          <pc:docMk/>
          <pc:sldMk cId="572928379" sldId="3499"/>
        </pc:sldMkLst>
      </pc:sldChg>
      <pc:sldChg chg="del">
        <pc:chgData name="Occhipinti, Annalisa" userId="a66fcd2b-4181-400a-8ca1-7fdb013d8d8c" providerId="ADAL" clId="{214BE767-55E3-48CD-9F7C-EF1B2D25BBC2}" dt="2021-09-28T14:36:50.331" v="374" actId="47"/>
        <pc:sldMkLst>
          <pc:docMk/>
          <pc:sldMk cId="2467852660" sldId="3500"/>
        </pc:sldMkLst>
      </pc:sldChg>
      <pc:sldChg chg="del">
        <pc:chgData name="Occhipinti, Annalisa" userId="a66fcd2b-4181-400a-8ca1-7fdb013d8d8c" providerId="ADAL" clId="{214BE767-55E3-48CD-9F7C-EF1B2D25BBC2}" dt="2021-09-28T14:36:50.331" v="374" actId="47"/>
        <pc:sldMkLst>
          <pc:docMk/>
          <pc:sldMk cId="935204319" sldId="3501"/>
        </pc:sldMkLst>
      </pc:sldChg>
      <pc:sldChg chg="del">
        <pc:chgData name="Occhipinti, Annalisa" userId="a66fcd2b-4181-400a-8ca1-7fdb013d8d8c" providerId="ADAL" clId="{214BE767-55E3-48CD-9F7C-EF1B2D25BBC2}" dt="2021-09-28T14:36:50.331" v="374" actId="47"/>
        <pc:sldMkLst>
          <pc:docMk/>
          <pc:sldMk cId="3599933149" sldId="3503"/>
        </pc:sldMkLst>
      </pc:sldChg>
      <pc:sldChg chg="del">
        <pc:chgData name="Occhipinti, Annalisa" userId="a66fcd2b-4181-400a-8ca1-7fdb013d8d8c" providerId="ADAL" clId="{214BE767-55E3-48CD-9F7C-EF1B2D25BBC2}" dt="2021-09-28T14:36:50.331" v="374" actId="47"/>
        <pc:sldMkLst>
          <pc:docMk/>
          <pc:sldMk cId="3095747816" sldId="3504"/>
        </pc:sldMkLst>
      </pc:sldChg>
      <pc:sldChg chg="del">
        <pc:chgData name="Occhipinti, Annalisa" userId="a66fcd2b-4181-400a-8ca1-7fdb013d8d8c" providerId="ADAL" clId="{214BE767-55E3-48CD-9F7C-EF1B2D25BBC2}" dt="2021-09-28T14:36:50.331" v="374" actId="47"/>
        <pc:sldMkLst>
          <pc:docMk/>
          <pc:sldMk cId="4053899157" sldId="3506"/>
        </pc:sldMkLst>
      </pc:sldChg>
      <pc:sldChg chg="del">
        <pc:chgData name="Occhipinti, Annalisa" userId="a66fcd2b-4181-400a-8ca1-7fdb013d8d8c" providerId="ADAL" clId="{214BE767-55E3-48CD-9F7C-EF1B2D25BBC2}" dt="2021-09-28T14:36:50.331" v="374" actId="47"/>
        <pc:sldMkLst>
          <pc:docMk/>
          <pc:sldMk cId="1088929939" sldId="3507"/>
        </pc:sldMkLst>
      </pc:sldChg>
      <pc:sldChg chg="addSp delSp modSp new mod modClrScheme chgLayout">
        <pc:chgData name="Occhipinti, Annalisa" userId="a66fcd2b-4181-400a-8ca1-7fdb013d8d8c" providerId="ADAL" clId="{214BE767-55E3-48CD-9F7C-EF1B2D25BBC2}" dt="2021-09-28T15:55:37.090" v="1916" actId="1076"/>
        <pc:sldMkLst>
          <pc:docMk/>
          <pc:sldMk cId="1407292200" sldId="3512"/>
        </pc:sldMkLst>
        <pc:spChg chg="del">
          <ac:chgData name="Occhipinti, Annalisa" userId="a66fcd2b-4181-400a-8ca1-7fdb013d8d8c" providerId="ADAL" clId="{214BE767-55E3-48CD-9F7C-EF1B2D25BBC2}" dt="2021-09-28T14:20:36.227" v="5" actId="700"/>
          <ac:spMkLst>
            <pc:docMk/>
            <pc:sldMk cId="1407292200" sldId="3512"/>
            <ac:spMk id="2" creationId="{0B417020-7BF3-4979-A622-E0760143DC86}"/>
          </ac:spMkLst>
        </pc:spChg>
        <pc:spChg chg="add mod ord">
          <ac:chgData name="Occhipinti, Annalisa" userId="a66fcd2b-4181-400a-8ca1-7fdb013d8d8c" providerId="ADAL" clId="{214BE767-55E3-48CD-9F7C-EF1B2D25BBC2}" dt="2021-09-28T14:21:26.398" v="61" actId="1076"/>
          <ac:spMkLst>
            <pc:docMk/>
            <pc:sldMk cId="1407292200" sldId="3512"/>
            <ac:spMk id="5" creationId="{9050B71D-8B44-432C-9938-BE2036DEC38C}"/>
          </ac:spMkLst>
        </pc:spChg>
        <pc:spChg chg="add mod">
          <ac:chgData name="Occhipinti, Annalisa" userId="a66fcd2b-4181-400a-8ca1-7fdb013d8d8c" providerId="ADAL" clId="{214BE767-55E3-48CD-9F7C-EF1B2D25BBC2}" dt="2021-09-28T15:55:35.860" v="1915" actId="164"/>
          <ac:spMkLst>
            <pc:docMk/>
            <pc:sldMk cId="1407292200" sldId="3512"/>
            <ac:spMk id="6" creationId="{0DC5E59D-0E8A-4201-8456-B1AC0274F75C}"/>
          </ac:spMkLst>
        </pc:spChg>
        <pc:spChg chg="add mod">
          <ac:chgData name="Occhipinti, Annalisa" userId="a66fcd2b-4181-400a-8ca1-7fdb013d8d8c" providerId="ADAL" clId="{214BE767-55E3-48CD-9F7C-EF1B2D25BBC2}" dt="2021-09-28T15:55:35.860" v="1915" actId="164"/>
          <ac:spMkLst>
            <pc:docMk/>
            <pc:sldMk cId="1407292200" sldId="3512"/>
            <ac:spMk id="7" creationId="{97176177-7114-4494-971C-0597414D825E}"/>
          </ac:spMkLst>
        </pc:spChg>
        <pc:grpChg chg="add mod">
          <ac:chgData name="Occhipinti, Annalisa" userId="a66fcd2b-4181-400a-8ca1-7fdb013d8d8c" providerId="ADAL" clId="{214BE767-55E3-48CD-9F7C-EF1B2D25BBC2}" dt="2021-09-28T15:55:37.090" v="1916" actId="1076"/>
          <ac:grpSpMkLst>
            <pc:docMk/>
            <pc:sldMk cId="1407292200" sldId="3512"/>
            <ac:grpSpMk id="9" creationId="{4C7DA352-CC38-418A-A75F-94725F6FF963}"/>
          </ac:grpSpMkLst>
        </pc:grpChg>
        <pc:graphicFrameChg chg="add del mod modGraphic">
          <ac:chgData name="Occhipinti, Annalisa" userId="a66fcd2b-4181-400a-8ca1-7fdb013d8d8c" providerId="ADAL" clId="{214BE767-55E3-48CD-9F7C-EF1B2D25BBC2}" dt="2021-09-28T15:31:57.438" v="1595" actId="21"/>
          <ac:graphicFrameMkLst>
            <pc:docMk/>
            <pc:sldMk cId="1407292200" sldId="3512"/>
            <ac:graphicFrameMk id="8" creationId="{34C7B070-5DE3-4C85-9B78-EBDBE7247EF6}"/>
          </ac:graphicFrameMkLst>
        </pc:graphicFrameChg>
        <pc:picChg chg="add mod">
          <ac:chgData name="Occhipinti, Annalisa" userId="a66fcd2b-4181-400a-8ca1-7fdb013d8d8c" providerId="ADAL" clId="{214BE767-55E3-48CD-9F7C-EF1B2D25BBC2}" dt="2021-09-28T15:55:35.860" v="1915" actId="164"/>
          <ac:picMkLst>
            <pc:docMk/>
            <pc:sldMk cId="1407292200" sldId="3512"/>
            <ac:picMk id="4" creationId="{4EB167B0-EB0E-4107-83D5-2B67BA565E08}"/>
          </ac:picMkLst>
        </pc:picChg>
        <pc:picChg chg="add del mod">
          <ac:chgData name="Occhipinti, Annalisa" userId="a66fcd2b-4181-400a-8ca1-7fdb013d8d8c" providerId="ADAL" clId="{214BE767-55E3-48CD-9F7C-EF1B2D25BBC2}" dt="2021-09-28T15:31:57.438" v="1595" actId="21"/>
          <ac:picMkLst>
            <pc:docMk/>
            <pc:sldMk cId="1407292200" sldId="3512"/>
            <ac:picMk id="1026" creationId="{0F49F7A4-A342-4956-960F-95C8A4054766}"/>
          </ac:picMkLst>
        </pc:picChg>
      </pc:sldChg>
      <pc:sldChg chg="new del">
        <pc:chgData name="Occhipinti, Annalisa" userId="a66fcd2b-4181-400a-8ca1-7fdb013d8d8c" providerId="ADAL" clId="{214BE767-55E3-48CD-9F7C-EF1B2D25BBC2}" dt="2021-09-28T14:18:42.206" v="3" actId="47"/>
        <pc:sldMkLst>
          <pc:docMk/>
          <pc:sldMk cId="2779287147" sldId="3512"/>
        </pc:sldMkLst>
      </pc:sldChg>
      <pc:sldChg chg="addSp delSp modSp new mod modTransition modClrScheme modAnim chgLayout">
        <pc:chgData name="Occhipinti, Annalisa" userId="a66fcd2b-4181-400a-8ca1-7fdb013d8d8c" providerId="ADAL" clId="{214BE767-55E3-48CD-9F7C-EF1B2D25BBC2}" dt="2021-09-28T14:53:45.538" v="914"/>
        <pc:sldMkLst>
          <pc:docMk/>
          <pc:sldMk cId="1146832981" sldId="3513"/>
        </pc:sldMkLst>
        <pc:spChg chg="mod ord">
          <ac:chgData name="Occhipinti, Annalisa" userId="a66fcd2b-4181-400a-8ca1-7fdb013d8d8c" providerId="ADAL" clId="{214BE767-55E3-48CD-9F7C-EF1B2D25BBC2}" dt="2021-09-28T14:27:22.317" v="136" actId="700"/>
          <ac:spMkLst>
            <pc:docMk/>
            <pc:sldMk cId="1146832981" sldId="3513"/>
            <ac:spMk id="2" creationId="{3DB14B64-9F71-4CF6-A15E-5E02E2A78035}"/>
          </ac:spMkLst>
        </pc:spChg>
        <pc:spChg chg="add mod ord">
          <ac:chgData name="Occhipinti, Annalisa" userId="a66fcd2b-4181-400a-8ca1-7fdb013d8d8c" providerId="ADAL" clId="{214BE767-55E3-48CD-9F7C-EF1B2D25BBC2}" dt="2021-09-28T14:28:04.335" v="242" actId="20577"/>
          <ac:spMkLst>
            <pc:docMk/>
            <pc:sldMk cId="1146832981" sldId="3513"/>
            <ac:spMk id="3" creationId="{3560AC49-73F5-456C-AF9F-EBB3E0D4885E}"/>
          </ac:spMkLst>
        </pc:spChg>
        <pc:spChg chg="add mod ord">
          <ac:chgData name="Occhipinti, Annalisa" userId="a66fcd2b-4181-400a-8ca1-7fdb013d8d8c" providerId="ADAL" clId="{214BE767-55E3-48CD-9F7C-EF1B2D25BBC2}" dt="2021-09-28T14:28:12.214" v="243" actId="12"/>
          <ac:spMkLst>
            <pc:docMk/>
            <pc:sldMk cId="1146832981" sldId="3513"/>
            <ac:spMk id="4" creationId="{BB0BFBA8-F6C9-45CF-BA47-3C32378A9F5C}"/>
          </ac:spMkLst>
        </pc:spChg>
        <pc:spChg chg="add mod">
          <ac:chgData name="Occhipinti, Annalisa" userId="a66fcd2b-4181-400a-8ca1-7fdb013d8d8c" providerId="ADAL" clId="{214BE767-55E3-48CD-9F7C-EF1B2D25BBC2}" dt="2021-09-28T14:28:49.543" v="261" actId="20577"/>
          <ac:spMkLst>
            <pc:docMk/>
            <pc:sldMk cId="1146832981" sldId="3513"/>
            <ac:spMk id="5" creationId="{B0E72961-7F1D-4A20-BF46-F4D952BE62BB}"/>
          </ac:spMkLst>
        </pc:spChg>
        <pc:spChg chg="add mod">
          <ac:chgData name="Occhipinti, Annalisa" userId="a66fcd2b-4181-400a-8ca1-7fdb013d8d8c" providerId="ADAL" clId="{214BE767-55E3-48CD-9F7C-EF1B2D25BBC2}" dt="2021-09-28T14:28:53.398" v="262"/>
          <ac:spMkLst>
            <pc:docMk/>
            <pc:sldMk cId="1146832981" sldId="3513"/>
            <ac:spMk id="6" creationId="{24965254-BF28-4054-85B4-9A6C3FBBC164}"/>
          </ac:spMkLst>
        </pc:spChg>
        <pc:spChg chg="add mod">
          <ac:chgData name="Occhipinti, Annalisa" userId="a66fcd2b-4181-400a-8ca1-7fdb013d8d8c" providerId="ADAL" clId="{214BE767-55E3-48CD-9F7C-EF1B2D25BBC2}" dt="2021-09-28T14:28:54.154" v="263"/>
          <ac:spMkLst>
            <pc:docMk/>
            <pc:sldMk cId="1146832981" sldId="3513"/>
            <ac:spMk id="7" creationId="{4C36DDC8-37B5-49A0-AE4D-D0CBDD882276}"/>
          </ac:spMkLst>
        </pc:spChg>
        <pc:spChg chg="add mod">
          <ac:chgData name="Occhipinti, Annalisa" userId="a66fcd2b-4181-400a-8ca1-7fdb013d8d8c" providerId="ADAL" clId="{214BE767-55E3-48CD-9F7C-EF1B2D25BBC2}" dt="2021-09-28T14:28:54.682" v="264"/>
          <ac:spMkLst>
            <pc:docMk/>
            <pc:sldMk cId="1146832981" sldId="3513"/>
            <ac:spMk id="8" creationId="{13A306AE-C4F5-4B5A-AEF7-4F11F9E3515A}"/>
          </ac:spMkLst>
        </pc:spChg>
        <pc:spChg chg="add mod">
          <ac:chgData name="Occhipinti, Annalisa" userId="a66fcd2b-4181-400a-8ca1-7fdb013d8d8c" providerId="ADAL" clId="{214BE767-55E3-48CD-9F7C-EF1B2D25BBC2}" dt="2021-09-28T14:28:55.258" v="265"/>
          <ac:spMkLst>
            <pc:docMk/>
            <pc:sldMk cId="1146832981" sldId="3513"/>
            <ac:spMk id="9" creationId="{AA8AB7A8-E598-42AB-A5BD-F0C02B48BE42}"/>
          </ac:spMkLst>
        </pc:spChg>
        <pc:spChg chg="add del mod">
          <ac:chgData name="Occhipinti, Annalisa" userId="a66fcd2b-4181-400a-8ca1-7fdb013d8d8c" providerId="ADAL" clId="{214BE767-55E3-48CD-9F7C-EF1B2D25BBC2}" dt="2021-09-28T14:28:32.473" v="255"/>
          <ac:spMkLst>
            <pc:docMk/>
            <pc:sldMk cId="1146832981" sldId="3513"/>
            <ac:spMk id="10" creationId="{A53E6FA6-08AD-4104-A9E1-C65B8EBBD612}"/>
          </ac:spMkLst>
        </pc:spChg>
        <pc:picChg chg="add mod">
          <ac:chgData name="Occhipinti, Annalisa" userId="a66fcd2b-4181-400a-8ca1-7fdb013d8d8c" providerId="ADAL" clId="{214BE767-55E3-48CD-9F7C-EF1B2D25BBC2}" dt="2021-09-28T14:30:48.999" v="280" actId="1076"/>
          <ac:picMkLst>
            <pc:docMk/>
            <pc:sldMk cId="1146832981" sldId="3513"/>
            <ac:picMk id="12" creationId="{66CFDBE1-9806-406F-A8DC-F0A217945DAC}"/>
          </ac:picMkLst>
        </pc:picChg>
      </pc:sldChg>
      <pc:sldChg chg="modSp new mod">
        <pc:chgData name="Occhipinti, Annalisa" userId="a66fcd2b-4181-400a-8ca1-7fdb013d8d8c" providerId="ADAL" clId="{214BE767-55E3-48CD-9F7C-EF1B2D25BBC2}" dt="2021-09-28T14:54:37.921" v="942" actId="20577"/>
        <pc:sldMkLst>
          <pc:docMk/>
          <pc:sldMk cId="3361798422" sldId="3514"/>
        </pc:sldMkLst>
        <pc:spChg chg="mod">
          <ac:chgData name="Occhipinti, Annalisa" userId="a66fcd2b-4181-400a-8ca1-7fdb013d8d8c" providerId="ADAL" clId="{214BE767-55E3-48CD-9F7C-EF1B2D25BBC2}" dt="2021-09-28T14:54:37.921" v="942" actId="20577"/>
          <ac:spMkLst>
            <pc:docMk/>
            <pc:sldMk cId="3361798422" sldId="3514"/>
            <ac:spMk id="2" creationId="{45D50793-446A-4681-AAE3-5A435E4B8E22}"/>
          </ac:spMkLst>
        </pc:spChg>
      </pc:sldChg>
      <pc:sldChg chg="addSp modSp new mod modAnim">
        <pc:chgData name="Occhipinti, Annalisa" userId="a66fcd2b-4181-400a-8ca1-7fdb013d8d8c" providerId="ADAL" clId="{214BE767-55E3-48CD-9F7C-EF1B2D25BBC2}" dt="2021-10-04T12:19:18.235" v="2050" actId="20577"/>
        <pc:sldMkLst>
          <pc:docMk/>
          <pc:sldMk cId="11675974" sldId="3515"/>
        </pc:sldMkLst>
        <pc:spChg chg="mod">
          <ac:chgData name="Occhipinti, Annalisa" userId="a66fcd2b-4181-400a-8ca1-7fdb013d8d8c" providerId="ADAL" clId="{214BE767-55E3-48CD-9F7C-EF1B2D25BBC2}" dt="2021-09-28T15:24:38.628" v="1539" actId="20577"/>
          <ac:spMkLst>
            <pc:docMk/>
            <pc:sldMk cId="11675974" sldId="3515"/>
            <ac:spMk id="2" creationId="{A56823E4-CD67-48CF-B195-33D32C463B38}"/>
          </ac:spMkLst>
        </pc:spChg>
        <pc:spChg chg="mod">
          <ac:chgData name="Occhipinti, Annalisa" userId="a66fcd2b-4181-400a-8ca1-7fdb013d8d8c" providerId="ADAL" clId="{214BE767-55E3-48CD-9F7C-EF1B2D25BBC2}" dt="2021-10-04T12:19:18.235" v="2050" actId="20577"/>
          <ac:spMkLst>
            <pc:docMk/>
            <pc:sldMk cId="11675974" sldId="3515"/>
            <ac:spMk id="3" creationId="{C1FF838B-C8EC-4718-8D03-6669E7E947BE}"/>
          </ac:spMkLst>
        </pc:spChg>
        <pc:spChg chg="add mod">
          <ac:chgData name="Occhipinti, Annalisa" userId="a66fcd2b-4181-400a-8ca1-7fdb013d8d8c" providerId="ADAL" clId="{214BE767-55E3-48CD-9F7C-EF1B2D25BBC2}" dt="2021-09-28T15:25:50.051" v="1562" actId="1076"/>
          <ac:spMkLst>
            <pc:docMk/>
            <pc:sldMk cId="11675974" sldId="3515"/>
            <ac:spMk id="5" creationId="{6891E364-CEBA-4EDB-B0A1-38581F2BD235}"/>
          </ac:spMkLst>
        </pc:spChg>
        <pc:spChg chg="add mod">
          <ac:chgData name="Occhipinti, Annalisa" userId="a66fcd2b-4181-400a-8ca1-7fdb013d8d8c" providerId="ADAL" clId="{214BE767-55E3-48CD-9F7C-EF1B2D25BBC2}" dt="2021-09-28T15:25:52.047" v="1563" actId="1076"/>
          <ac:spMkLst>
            <pc:docMk/>
            <pc:sldMk cId="11675974" sldId="3515"/>
            <ac:spMk id="6" creationId="{8CBD3C1E-8A6D-4729-AC9F-E214E9DADA64}"/>
          </ac:spMkLst>
        </pc:spChg>
        <pc:spChg chg="mod">
          <ac:chgData name="Occhipinti, Annalisa" userId="a66fcd2b-4181-400a-8ca1-7fdb013d8d8c" providerId="ADAL" clId="{214BE767-55E3-48CD-9F7C-EF1B2D25BBC2}" dt="2021-09-28T15:25:37.291" v="1559" actId="14100"/>
          <ac:spMkLst>
            <pc:docMk/>
            <pc:sldMk cId="11675974" sldId="3515"/>
            <ac:spMk id="9" creationId="{6042B540-2752-4BEB-9BC0-F0757215FA29}"/>
          </ac:spMkLst>
        </pc:spChg>
        <pc:spChg chg="mod">
          <ac:chgData name="Occhipinti, Annalisa" userId="a66fcd2b-4181-400a-8ca1-7fdb013d8d8c" providerId="ADAL" clId="{214BE767-55E3-48CD-9F7C-EF1B2D25BBC2}" dt="2021-09-28T15:25:41.879" v="1560" actId="14100"/>
          <ac:spMkLst>
            <pc:docMk/>
            <pc:sldMk cId="11675974" sldId="3515"/>
            <ac:spMk id="11" creationId="{49CE5C36-CCF8-4D96-86D0-4ED45695A2C6}"/>
          </ac:spMkLst>
        </pc:spChg>
        <pc:spChg chg="add mod">
          <ac:chgData name="Occhipinti, Annalisa" userId="a66fcd2b-4181-400a-8ca1-7fdb013d8d8c" providerId="ADAL" clId="{214BE767-55E3-48CD-9F7C-EF1B2D25BBC2}" dt="2021-09-28T16:02:46.404" v="2033" actId="1076"/>
          <ac:spMkLst>
            <pc:docMk/>
            <pc:sldMk cId="11675974" sldId="3515"/>
            <ac:spMk id="12" creationId="{6C8F6598-2A2C-4E24-8A34-934DFD1F1DAA}"/>
          </ac:spMkLst>
        </pc:spChg>
        <pc:grpChg chg="add mod">
          <ac:chgData name="Occhipinti, Annalisa" userId="a66fcd2b-4181-400a-8ca1-7fdb013d8d8c" providerId="ADAL" clId="{214BE767-55E3-48CD-9F7C-EF1B2D25BBC2}" dt="2021-09-28T15:25:46.625" v="1561" actId="1076"/>
          <ac:grpSpMkLst>
            <pc:docMk/>
            <pc:sldMk cId="11675974" sldId="3515"/>
            <ac:grpSpMk id="8" creationId="{B949535B-8214-45C8-AA0D-337D28F7E9F5}"/>
          </ac:grpSpMkLst>
        </pc:grpChg>
        <pc:picChg chg="add mod">
          <ac:chgData name="Occhipinti, Annalisa" userId="a66fcd2b-4181-400a-8ca1-7fdb013d8d8c" providerId="ADAL" clId="{214BE767-55E3-48CD-9F7C-EF1B2D25BBC2}" dt="2021-09-28T15:25:50.051" v="1562" actId="1076"/>
          <ac:picMkLst>
            <pc:docMk/>
            <pc:sldMk cId="11675974" sldId="3515"/>
            <ac:picMk id="7" creationId="{50E3C9BF-60E2-4E53-8B45-CA23C507D692}"/>
          </ac:picMkLst>
        </pc:picChg>
        <pc:picChg chg="mod">
          <ac:chgData name="Occhipinti, Annalisa" userId="a66fcd2b-4181-400a-8ca1-7fdb013d8d8c" providerId="ADAL" clId="{214BE767-55E3-48CD-9F7C-EF1B2D25BBC2}" dt="2021-09-28T15:25:41.879" v="1560" actId="14100"/>
          <ac:picMkLst>
            <pc:docMk/>
            <pc:sldMk cId="11675974" sldId="3515"/>
            <ac:picMk id="10" creationId="{A4C5FD45-057D-44F6-BF7B-D90073FE2A59}"/>
          </ac:picMkLst>
        </pc:picChg>
      </pc:sldChg>
      <pc:sldChg chg="addSp modSp new mod">
        <pc:chgData name="Occhipinti, Annalisa" userId="a66fcd2b-4181-400a-8ca1-7fdb013d8d8c" providerId="ADAL" clId="{214BE767-55E3-48CD-9F7C-EF1B2D25BBC2}" dt="2021-09-28T15:32:35.870" v="1636" actId="12385"/>
        <pc:sldMkLst>
          <pc:docMk/>
          <pc:sldMk cId="2788675982" sldId="3516"/>
        </pc:sldMkLst>
        <pc:spChg chg="mod">
          <ac:chgData name="Occhipinti, Annalisa" userId="a66fcd2b-4181-400a-8ca1-7fdb013d8d8c" providerId="ADAL" clId="{214BE767-55E3-48CD-9F7C-EF1B2D25BBC2}" dt="2021-09-28T15:32:17.616" v="1628" actId="21"/>
          <ac:spMkLst>
            <pc:docMk/>
            <pc:sldMk cId="2788675982" sldId="3516"/>
            <ac:spMk id="2" creationId="{0BBA530B-F70F-44D8-BB3C-4727A288F2CB}"/>
          </ac:spMkLst>
        </pc:spChg>
        <pc:spChg chg="mod">
          <ac:chgData name="Occhipinti, Annalisa" userId="a66fcd2b-4181-400a-8ca1-7fdb013d8d8c" providerId="ADAL" clId="{214BE767-55E3-48CD-9F7C-EF1B2D25BBC2}" dt="2021-09-28T15:32:28.954" v="1634" actId="1076"/>
          <ac:spMkLst>
            <pc:docMk/>
            <pc:sldMk cId="2788675982" sldId="3516"/>
            <ac:spMk id="3" creationId="{8243F4E9-5549-4670-B8C6-CB7F7433E9C2}"/>
          </ac:spMkLst>
        </pc:spChg>
        <pc:graphicFrameChg chg="add mod modGraphic">
          <ac:chgData name="Occhipinti, Annalisa" userId="a66fcd2b-4181-400a-8ca1-7fdb013d8d8c" providerId="ADAL" clId="{214BE767-55E3-48CD-9F7C-EF1B2D25BBC2}" dt="2021-09-28T15:32:35.870" v="1636" actId="12385"/>
          <ac:graphicFrameMkLst>
            <pc:docMk/>
            <pc:sldMk cId="2788675982" sldId="3516"/>
            <ac:graphicFrameMk id="5" creationId="{FDA1E53C-E878-4EA4-81C1-3EAC0226B5BE}"/>
          </ac:graphicFrameMkLst>
        </pc:graphicFrameChg>
        <pc:picChg chg="add mod">
          <ac:chgData name="Occhipinti, Annalisa" userId="a66fcd2b-4181-400a-8ca1-7fdb013d8d8c" providerId="ADAL" clId="{214BE767-55E3-48CD-9F7C-EF1B2D25BBC2}" dt="2021-09-28T15:32:01.824" v="1597" actId="1076"/>
          <ac:picMkLst>
            <pc:docMk/>
            <pc:sldMk cId="2788675982" sldId="3516"/>
            <ac:picMk id="6" creationId="{58CFA687-42B0-4DCA-AB91-DBD8AD7A7F00}"/>
          </ac:picMkLst>
        </pc:picChg>
      </pc:sldChg>
      <pc:sldChg chg="add ord">
        <pc:chgData name="Occhipinti, Annalisa" userId="a66fcd2b-4181-400a-8ca1-7fdb013d8d8c" providerId="ADAL" clId="{214BE767-55E3-48CD-9F7C-EF1B2D25BBC2}" dt="2021-10-05T14:39:37.268" v="2055"/>
        <pc:sldMkLst>
          <pc:docMk/>
          <pc:sldMk cId="517376116" sldId="3521"/>
        </pc:sldMkLst>
      </pc:sldChg>
      <pc:sldChg chg="add del">
        <pc:chgData name="Occhipinti, Annalisa" userId="a66fcd2b-4181-400a-8ca1-7fdb013d8d8c" providerId="ADAL" clId="{214BE767-55E3-48CD-9F7C-EF1B2D25BBC2}" dt="2021-10-05T14:39:26.477" v="2052" actId="47"/>
        <pc:sldMkLst>
          <pc:docMk/>
          <pc:sldMk cId="1144125019" sldId="3522"/>
        </pc:sldMkLst>
      </pc:sldChg>
    </pc:docChg>
  </pc:docChgLst>
  <pc:docChgLst>
    <pc:chgData name="Occhipinti, Annalisa" userId="a66fcd2b-4181-400a-8ca1-7fdb013d8d8c" providerId="ADAL" clId="{780E21AB-33BD-49B6-BDBA-58043E1A8B0C}"/>
    <pc:docChg chg="custSel addSld modSld">
      <pc:chgData name="Occhipinti, Annalisa" userId="a66fcd2b-4181-400a-8ca1-7fdb013d8d8c" providerId="ADAL" clId="{780E21AB-33BD-49B6-BDBA-58043E1A8B0C}" dt="2022-09-30T16:55:31.895" v="136" actId="729"/>
      <pc:docMkLst>
        <pc:docMk/>
      </pc:docMkLst>
      <pc:sldChg chg="modSp mod modShow">
        <pc:chgData name="Occhipinti, Annalisa" userId="a66fcd2b-4181-400a-8ca1-7fdb013d8d8c" providerId="ADAL" clId="{780E21AB-33BD-49B6-BDBA-58043E1A8B0C}" dt="2022-09-30T16:55:31.895" v="136" actId="729"/>
        <pc:sldMkLst>
          <pc:docMk/>
          <pc:sldMk cId="751916120" sldId="259"/>
        </pc:sldMkLst>
        <pc:spChg chg="mod">
          <ac:chgData name="Occhipinti, Annalisa" userId="a66fcd2b-4181-400a-8ca1-7fdb013d8d8c" providerId="ADAL" clId="{780E21AB-33BD-49B6-BDBA-58043E1A8B0C}" dt="2022-09-30T16:55:05.640" v="134" actId="1076"/>
          <ac:spMkLst>
            <pc:docMk/>
            <pc:sldMk cId="751916120" sldId="259"/>
            <ac:spMk id="6" creationId="{C07B7EBA-C7F0-4D27-A421-5C1E17E7817F}"/>
          </ac:spMkLst>
        </pc:spChg>
        <pc:spChg chg="mod">
          <ac:chgData name="Occhipinti, Annalisa" userId="a66fcd2b-4181-400a-8ca1-7fdb013d8d8c" providerId="ADAL" clId="{780E21AB-33BD-49B6-BDBA-58043E1A8B0C}" dt="2022-09-30T16:55:08.327" v="135" actId="1076"/>
          <ac:spMkLst>
            <pc:docMk/>
            <pc:sldMk cId="751916120" sldId="259"/>
            <ac:spMk id="7" creationId="{822684F1-2864-423D-8193-8A7A78850405}"/>
          </ac:spMkLst>
        </pc:spChg>
        <pc:grpChg chg="mod">
          <ac:chgData name="Occhipinti, Annalisa" userId="a66fcd2b-4181-400a-8ca1-7fdb013d8d8c" providerId="ADAL" clId="{780E21AB-33BD-49B6-BDBA-58043E1A8B0C}" dt="2022-09-30T16:54:55.184" v="132" actId="1076"/>
          <ac:grpSpMkLst>
            <pc:docMk/>
            <pc:sldMk cId="751916120" sldId="259"/>
            <ac:grpSpMk id="8" creationId="{3B4DDD21-CEE6-4E7F-9FD4-DA4E8D554EF8}"/>
          </ac:grpSpMkLst>
        </pc:grpChg>
        <pc:picChg chg="mod">
          <ac:chgData name="Occhipinti, Annalisa" userId="a66fcd2b-4181-400a-8ca1-7fdb013d8d8c" providerId="ADAL" clId="{780E21AB-33BD-49B6-BDBA-58043E1A8B0C}" dt="2022-09-30T16:54:58.722" v="133" actId="14100"/>
          <ac:picMkLst>
            <pc:docMk/>
            <pc:sldMk cId="751916120" sldId="259"/>
            <ac:picMk id="2050" creationId="{00000000-0000-0000-0000-000000000000}"/>
          </ac:picMkLst>
        </pc:picChg>
      </pc:sldChg>
      <pc:sldChg chg="modSp mod">
        <pc:chgData name="Occhipinti, Annalisa" userId="a66fcd2b-4181-400a-8ca1-7fdb013d8d8c" providerId="ADAL" clId="{780E21AB-33BD-49B6-BDBA-58043E1A8B0C}" dt="2022-09-30T16:50:07.547" v="129" actId="20577"/>
        <pc:sldMkLst>
          <pc:docMk/>
          <pc:sldMk cId="2941046929" sldId="316"/>
        </pc:sldMkLst>
        <pc:spChg chg="mod">
          <ac:chgData name="Occhipinti, Annalisa" userId="a66fcd2b-4181-400a-8ca1-7fdb013d8d8c" providerId="ADAL" clId="{780E21AB-33BD-49B6-BDBA-58043E1A8B0C}" dt="2022-09-30T16:50:07.547" v="129" actId="20577"/>
          <ac:spMkLst>
            <pc:docMk/>
            <pc:sldMk cId="2941046929" sldId="316"/>
            <ac:spMk id="16" creationId="{00000000-0000-0000-0000-000000000000}"/>
          </ac:spMkLst>
        </pc:spChg>
      </pc:sldChg>
      <pc:sldChg chg="modSp">
        <pc:chgData name="Occhipinti, Annalisa" userId="a66fcd2b-4181-400a-8ca1-7fdb013d8d8c" providerId="ADAL" clId="{780E21AB-33BD-49B6-BDBA-58043E1A8B0C}" dt="2022-09-29T09:34:49.603" v="25" actId="20577"/>
        <pc:sldMkLst>
          <pc:docMk/>
          <pc:sldMk cId="3150161383" sldId="1772"/>
        </pc:sldMkLst>
        <pc:spChg chg="mod">
          <ac:chgData name="Occhipinti, Annalisa" userId="a66fcd2b-4181-400a-8ca1-7fdb013d8d8c" providerId="ADAL" clId="{780E21AB-33BD-49B6-BDBA-58043E1A8B0C}" dt="2022-09-29T09:34:49.603" v="25" actId="20577"/>
          <ac:spMkLst>
            <pc:docMk/>
            <pc:sldMk cId="3150161383" sldId="1772"/>
            <ac:spMk id="6" creationId="{567E07CA-A383-45E4-B417-3D6F7886FBB3}"/>
          </ac:spMkLst>
        </pc:spChg>
      </pc:sldChg>
      <pc:sldChg chg="mod modShow">
        <pc:chgData name="Occhipinti, Annalisa" userId="a66fcd2b-4181-400a-8ca1-7fdb013d8d8c" providerId="ADAL" clId="{780E21AB-33BD-49B6-BDBA-58043E1A8B0C}" dt="2022-09-30T16:54:22.026" v="131" actId="729"/>
        <pc:sldMkLst>
          <pc:docMk/>
          <pc:sldMk cId="1370290794" sldId="1784"/>
        </pc:sldMkLst>
      </pc:sldChg>
      <pc:sldChg chg="modSp">
        <pc:chgData name="Occhipinti, Annalisa" userId="a66fcd2b-4181-400a-8ca1-7fdb013d8d8c" providerId="ADAL" clId="{780E21AB-33BD-49B6-BDBA-58043E1A8B0C}" dt="2022-09-29T09:36:43.271" v="128" actId="20577"/>
        <pc:sldMkLst>
          <pc:docMk/>
          <pc:sldMk cId="11675974" sldId="3515"/>
        </pc:sldMkLst>
        <pc:spChg chg="mod">
          <ac:chgData name="Occhipinti, Annalisa" userId="a66fcd2b-4181-400a-8ca1-7fdb013d8d8c" providerId="ADAL" clId="{780E21AB-33BD-49B6-BDBA-58043E1A8B0C}" dt="2022-09-29T09:36:43.271" v="128" actId="20577"/>
          <ac:spMkLst>
            <pc:docMk/>
            <pc:sldMk cId="11675974" sldId="3515"/>
            <ac:spMk id="12" creationId="{6C8F6598-2A2C-4E24-8A34-934DFD1F1DAA}"/>
          </ac:spMkLst>
        </pc:spChg>
      </pc:sldChg>
      <pc:sldChg chg="addSp modSp new mod">
        <pc:chgData name="Occhipinti, Annalisa" userId="a66fcd2b-4181-400a-8ca1-7fdb013d8d8c" providerId="ADAL" clId="{780E21AB-33BD-49B6-BDBA-58043E1A8B0C}" dt="2022-09-29T09:35:31.003" v="95" actId="22"/>
        <pc:sldMkLst>
          <pc:docMk/>
          <pc:sldMk cId="2406170611" sldId="3522"/>
        </pc:sldMkLst>
        <pc:spChg chg="mod">
          <ac:chgData name="Occhipinti, Annalisa" userId="a66fcd2b-4181-400a-8ca1-7fdb013d8d8c" providerId="ADAL" clId="{780E21AB-33BD-49B6-BDBA-58043E1A8B0C}" dt="2022-09-29T09:35:16.915" v="94" actId="20577"/>
          <ac:spMkLst>
            <pc:docMk/>
            <pc:sldMk cId="2406170611" sldId="3522"/>
            <ac:spMk id="2" creationId="{40C012DF-7952-43AB-91EA-33B52300FFD4}"/>
          </ac:spMkLst>
        </pc:spChg>
        <pc:picChg chg="add">
          <ac:chgData name="Occhipinti, Annalisa" userId="a66fcd2b-4181-400a-8ca1-7fdb013d8d8c" providerId="ADAL" clId="{780E21AB-33BD-49B6-BDBA-58043E1A8B0C}" dt="2022-09-29T09:35:31.003" v="95" actId="22"/>
          <ac:picMkLst>
            <pc:docMk/>
            <pc:sldMk cId="2406170611" sldId="3522"/>
            <ac:picMk id="5" creationId="{06FBEBF4-F5B2-4E32-BF21-FF473D7179B3}"/>
          </ac:picMkLst>
        </pc:picChg>
      </pc:sldChg>
    </pc:docChg>
  </pc:docChgLst>
  <pc:docChgLst>
    <pc:chgData name="Occhipinti, Annalisa" userId="a66fcd2b-4181-400a-8ca1-7fdb013d8d8c" providerId="ADAL" clId="{049C41B8-40BC-44F3-A6A6-D13BCDA76657}"/>
    <pc:docChg chg="addSld delSld modSld">
      <pc:chgData name="Occhipinti, Annalisa" userId="a66fcd2b-4181-400a-8ca1-7fdb013d8d8c" providerId="ADAL" clId="{049C41B8-40BC-44F3-A6A6-D13BCDA76657}" dt="2024-09-27T14:58:45.507" v="155" actId="1076"/>
      <pc:docMkLst>
        <pc:docMk/>
      </pc:docMkLst>
      <pc:sldChg chg="addSp modSp mod">
        <pc:chgData name="Occhipinti, Annalisa" userId="a66fcd2b-4181-400a-8ca1-7fdb013d8d8c" providerId="ADAL" clId="{049C41B8-40BC-44F3-A6A6-D13BCDA76657}" dt="2024-09-27T14:49:16.029" v="18" actId="20577"/>
        <pc:sldMkLst>
          <pc:docMk/>
          <pc:sldMk cId="1952360357" sldId="3509"/>
        </pc:sldMkLst>
        <pc:spChg chg="add mod">
          <ac:chgData name="Occhipinti, Annalisa" userId="a66fcd2b-4181-400a-8ca1-7fdb013d8d8c" providerId="ADAL" clId="{049C41B8-40BC-44F3-A6A6-D13BCDA76657}" dt="2024-09-27T14:49:16.029" v="18" actId="20577"/>
          <ac:spMkLst>
            <pc:docMk/>
            <pc:sldMk cId="1952360357" sldId="3509"/>
            <ac:spMk id="3" creationId="{2A04A139-3C05-8C31-9B37-9AA427148E61}"/>
          </ac:spMkLst>
        </pc:spChg>
      </pc:sldChg>
      <pc:sldChg chg="modSp mod">
        <pc:chgData name="Occhipinti, Annalisa" userId="a66fcd2b-4181-400a-8ca1-7fdb013d8d8c" providerId="ADAL" clId="{049C41B8-40BC-44F3-A6A6-D13BCDA76657}" dt="2024-09-27T14:54:05.004" v="127" actId="20577"/>
        <pc:sldMkLst>
          <pc:docMk/>
          <pc:sldMk cId="3786758061" sldId="3520"/>
        </pc:sldMkLst>
        <pc:spChg chg="mod">
          <ac:chgData name="Occhipinti, Annalisa" userId="a66fcd2b-4181-400a-8ca1-7fdb013d8d8c" providerId="ADAL" clId="{049C41B8-40BC-44F3-A6A6-D13BCDA76657}" dt="2024-09-27T14:53:42.806" v="90" actId="20577"/>
          <ac:spMkLst>
            <pc:docMk/>
            <pc:sldMk cId="3786758061" sldId="3520"/>
            <ac:spMk id="3" creationId="{0DD7229A-5193-4F69-A376-58F4CE0C7A2C}"/>
          </ac:spMkLst>
        </pc:spChg>
        <pc:spChg chg="mod">
          <ac:chgData name="Occhipinti, Annalisa" userId="a66fcd2b-4181-400a-8ca1-7fdb013d8d8c" providerId="ADAL" clId="{049C41B8-40BC-44F3-A6A6-D13BCDA76657}" dt="2024-09-27T14:54:05.004" v="127" actId="20577"/>
          <ac:spMkLst>
            <pc:docMk/>
            <pc:sldMk cId="3786758061" sldId="3520"/>
            <ac:spMk id="8" creationId="{8DDAA8B9-3BA4-43AB-B9DB-08C10C45D691}"/>
          </ac:spMkLst>
        </pc:spChg>
      </pc:sldChg>
      <pc:sldChg chg="addSp modSp new mod">
        <pc:chgData name="Occhipinti, Annalisa" userId="a66fcd2b-4181-400a-8ca1-7fdb013d8d8c" providerId="ADAL" clId="{049C41B8-40BC-44F3-A6A6-D13BCDA76657}" dt="2024-09-27T14:58:45.507" v="155" actId="1076"/>
        <pc:sldMkLst>
          <pc:docMk/>
          <pc:sldMk cId="257341604" sldId="3522"/>
        </pc:sldMkLst>
        <pc:spChg chg="mod">
          <ac:chgData name="Occhipinti, Annalisa" userId="a66fcd2b-4181-400a-8ca1-7fdb013d8d8c" providerId="ADAL" clId="{049C41B8-40BC-44F3-A6A6-D13BCDA76657}" dt="2024-09-27T14:57:50.328" v="135" actId="20577"/>
          <ac:spMkLst>
            <pc:docMk/>
            <pc:sldMk cId="257341604" sldId="3522"/>
            <ac:spMk id="2" creationId="{BDB21844-CFB7-847C-B07A-9BA35B1CB605}"/>
          </ac:spMkLst>
        </pc:spChg>
        <pc:spChg chg="mod">
          <ac:chgData name="Occhipinti, Annalisa" userId="a66fcd2b-4181-400a-8ca1-7fdb013d8d8c" providerId="ADAL" clId="{049C41B8-40BC-44F3-A6A6-D13BCDA76657}" dt="2024-09-27T14:58:38.373" v="150" actId="1076"/>
          <ac:spMkLst>
            <pc:docMk/>
            <pc:sldMk cId="257341604" sldId="3522"/>
            <ac:spMk id="3" creationId="{ECD5E413-7B09-05D7-C4E5-9A066A8C1F0E}"/>
          </ac:spMkLst>
        </pc:spChg>
        <pc:picChg chg="add mod">
          <ac:chgData name="Occhipinti, Annalisa" userId="a66fcd2b-4181-400a-8ca1-7fdb013d8d8c" providerId="ADAL" clId="{049C41B8-40BC-44F3-A6A6-D13BCDA76657}" dt="2024-09-27T14:58:45.507" v="155" actId="1076"/>
          <ac:picMkLst>
            <pc:docMk/>
            <pc:sldMk cId="257341604" sldId="3522"/>
            <ac:picMk id="6" creationId="{2640909C-9608-833E-4A1E-6F9EE90A8420}"/>
          </ac:picMkLst>
        </pc:picChg>
        <pc:picChg chg="add mod">
          <ac:chgData name="Occhipinti, Annalisa" userId="a66fcd2b-4181-400a-8ca1-7fdb013d8d8c" providerId="ADAL" clId="{049C41B8-40BC-44F3-A6A6-D13BCDA76657}" dt="2024-09-27T14:58:43.871" v="154" actId="1076"/>
          <ac:picMkLst>
            <pc:docMk/>
            <pc:sldMk cId="257341604" sldId="3522"/>
            <ac:picMk id="1026" creationId="{2185C637-4224-BE08-6BE2-FDC0ACBFAFCC}"/>
          </ac:picMkLst>
        </pc:picChg>
      </pc:sldChg>
      <pc:sldChg chg="del">
        <pc:chgData name="Occhipinti, Annalisa" userId="a66fcd2b-4181-400a-8ca1-7fdb013d8d8c" providerId="ADAL" clId="{049C41B8-40BC-44F3-A6A6-D13BCDA76657}" dt="2024-09-27T14:46:10.401" v="0" actId="47"/>
        <pc:sldMkLst>
          <pc:docMk/>
          <pc:sldMk cId="2406170611" sldId="3522"/>
        </pc:sldMkLst>
      </pc:sldChg>
      <pc:sldChg chg="del">
        <pc:chgData name="Occhipinti, Annalisa" userId="a66fcd2b-4181-400a-8ca1-7fdb013d8d8c" providerId="ADAL" clId="{049C41B8-40BC-44F3-A6A6-D13BCDA76657}" dt="2024-09-27T14:46:10.401" v="0" actId="47"/>
        <pc:sldMkLst>
          <pc:docMk/>
          <pc:sldMk cId="1473460604" sldId="3523"/>
        </pc:sldMkLst>
      </pc:sldChg>
      <pc:sldMasterChg chg="delSldLayout">
        <pc:chgData name="Occhipinti, Annalisa" userId="a66fcd2b-4181-400a-8ca1-7fdb013d8d8c" providerId="ADAL" clId="{049C41B8-40BC-44F3-A6A6-D13BCDA76657}" dt="2024-09-27T14:46:10.401" v="0" actId="47"/>
        <pc:sldMasterMkLst>
          <pc:docMk/>
          <pc:sldMasterMk cId="1386455675" sldId="2147483826"/>
        </pc:sldMasterMkLst>
        <pc:sldLayoutChg chg="del">
          <pc:chgData name="Occhipinti, Annalisa" userId="a66fcd2b-4181-400a-8ca1-7fdb013d8d8c" providerId="ADAL" clId="{049C41B8-40BC-44F3-A6A6-D13BCDA76657}" dt="2024-09-27T14:46:10.401" v="0" actId="47"/>
          <pc:sldLayoutMkLst>
            <pc:docMk/>
            <pc:sldMasterMk cId="1386455675" sldId="2147483826"/>
            <pc:sldLayoutMk cId="3703444754" sldId="2147483838"/>
          </pc:sldLayoutMkLst>
        </pc:sldLayoutChg>
      </pc:sldMasterChg>
    </pc:docChg>
  </pc:docChgLst>
  <pc:docChgLst>
    <pc:chgData name="Occhipinti, Annalisa" userId="a66fcd2b-4181-400a-8ca1-7fdb013d8d8c" providerId="ADAL" clId="{976487C7-ACB1-403A-A627-C5CDDD144F2D}"/>
    <pc:docChg chg="custSel addSld delSld modSld">
      <pc:chgData name="Occhipinti, Annalisa" userId="a66fcd2b-4181-400a-8ca1-7fdb013d8d8c" providerId="ADAL" clId="{976487C7-ACB1-403A-A627-C5CDDD144F2D}" dt="2022-10-04T09:23:30.107" v="25" actId="20577"/>
      <pc:docMkLst>
        <pc:docMk/>
      </pc:docMkLst>
      <pc:sldChg chg="modSp mod">
        <pc:chgData name="Occhipinti, Annalisa" userId="a66fcd2b-4181-400a-8ca1-7fdb013d8d8c" providerId="ADAL" clId="{976487C7-ACB1-403A-A627-C5CDDD144F2D}" dt="2022-10-01T18:57:39.592" v="5" actId="1076"/>
        <pc:sldMkLst>
          <pc:docMk/>
          <pc:sldMk cId="2941046929" sldId="316"/>
        </pc:sldMkLst>
        <pc:spChg chg="mod">
          <ac:chgData name="Occhipinti, Annalisa" userId="a66fcd2b-4181-400a-8ca1-7fdb013d8d8c" providerId="ADAL" clId="{976487C7-ACB1-403A-A627-C5CDDD144F2D}" dt="2022-10-01T18:57:39.592" v="5" actId="1076"/>
          <ac:spMkLst>
            <pc:docMk/>
            <pc:sldMk cId="2941046929" sldId="316"/>
            <ac:spMk id="11" creationId="{00000000-0000-0000-0000-000000000000}"/>
          </ac:spMkLst>
        </pc:spChg>
      </pc:sldChg>
      <pc:sldChg chg="del">
        <pc:chgData name="Occhipinti, Annalisa" userId="a66fcd2b-4181-400a-8ca1-7fdb013d8d8c" providerId="ADAL" clId="{976487C7-ACB1-403A-A627-C5CDDD144F2D}" dt="2022-10-04T09:20:03.773" v="13" actId="47"/>
        <pc:sldMkLst>
          <pc:docMk/>
          <pc:sldMk cId="3150161383" sldId="1772"/>
        </pc:sldMkLst>
      </pc:sldChg>
      <pc:sldChg chg="mod modShow">
        <pc:chgData name="Occhipinti, Annalisa" userId="a66fcd2b-4181-400a-8ca1-7fdb013d8d8c" providerId="ADAL" clId="{976487C7-ACB1-403A-A627-C5CDDD144F2D}" dt="2022-10-03T10:50:31.219" v="6" actId="729"/>
        <pc:sldMkLst>
          <pc:docMk/>
          <pc:sldMk cId="1370290794" sldId="1784"/>
        </pc:sldMkLst>
      </pc:sldChg>
      <pc:sldChg chg="modSp mod modAnim">
        <pc:chgData name="Occhipinti, Annalisa" userId="a66fcd2b-4181-400a-8ca1-7fdb013d8d8c" providerId="ADAL" clId="{976487C7-ACB1-403A-A627-C5CDDD144F2D}" dt="2022-10-04T09:21:32.709" v="22" actId="166"/>
        <pc:sldMkLst>
          <pc:docMk/>
          <pc:sldMk cId="4070982973" sldId="3498"/>
        </pc:sldMkLst>
        <pc:picChg chg="ord">
          <ac:chgData name="Occhipinti, Annalisa" userId="a66fcd2b-4181-400a-8ca1-7fdb013d8d8c" providerId="ADAL" clId="{976487C7-ACB1-403A-A627-C5CDDD144F2D}" dt="2022-10-04T09:21:27.790" v="21" actId="166"/>
          <ac:picMkLst>
            <pc:docMk/>
            <pc:sldMk cId="4070982973" sldId="3498"/>
            <ac:picMk id="3" creationId="{C34E44A1-5C2E-4E4E-9538-E1327382D552}"/>
          </ac:picMkLst>
        </pc:picChg>
        <pc:picChg chg="mod">
          <ac:chgData name="Occhipinti, Annalisa" userId="a66fcd2b-4181-400a-8ca1-7fdb013d8d8c" providerId="ADAL" clId="{976487C7-ACB1-403A-A627-C5CDDD144F2D}" dt="2022-10-04T09:20:32.345" v="17" actId="1076"/>
          <ac:picMkLst>
            <pc:docMk/>
            <pc:sldMk cId="4070982973" sldId="3498"/>
            <ac:picMk id="2050" creationId="{DB7865C2-BB83-4667-8184-991CAA21028C}"/>
          </ac:picMkLst>
        </pc:picChg>
        <pc:picChg chg="mod">
          <ac:chgData name="Occhipinti, Annalisa" userId="a66fcd2b-4181-400a-8ca1-7fdb013d8d8c" providerId="ADAL" clId="{976487C7-ACB1-403A-A627-C5CDDD144F2D}" dt="2022-10-04T09:21:32.709" v="22" actId="166"/>
          <ac:picMkLst>
            <pc:docMk/>
            <pc:sldMk cId="4070982973" sldId="3498"/>
            <ac:picMk id="2052" creationId="{C2B2B772-DC59-4EE8-AF5B-3175C93D11AC}"/>
          </ac:picMkLst>
        </pc:picChg>
      </pc:sldChg>
      <pc:sldChg chg="addSp modSp mod">
        <pc:chgData name="Occhipinti, Annalisa" userId="a66fcd2b-4181-400a-8ca1-7fdb013d8d8c" providerId="ADAL" clId="{976487C7-ACB1-403A-A627-C5CDDD144F2D}" dt="2022-09-26T11:07:48.541" v="4" actId="208"/>
        <pc:sldMkLst>
          <pc:docMk/>
          <pc:sldMk cId="1407292200" sldId="3512"/>
        </pc:sldMkLst>
        <pc:spChg chg="add mod">
          <ac:chgData name="Occhipinti, Annalisa" userId="a66fcd2b-4181-400a-8ca1-7fdb013d8d8c" providerId="ADAL" clId="{976487C7-ACB1-403A-A627-C5CDDD144F2D}" dt="2022-09-26T11:07:48.541" v="4" actId="208"/>
          <ac:spMkLst>
            <pc:docMk/>
            <pc:sldMk cId="1407292200" sldId="3512"/>
            <ac:spMk id="2" creationId="{CA7F3C71-06F5-46DF-8368-D43862300F08}"/>
          </ac:spMkLst>
        </pc:spChg>
      </pc:sldChg>
      <pc:sldChg chg="delSp del mod">
        <pc:chgData name="Occhipinti, Annalisa" userId="a66fcd2b-4181-400a-8ca1-7fdb013d8d8c" providerId="ADAL" clId="{976487C7-ACB1-403A-A627-C5CDDD144F2D}" dt="2022-09-26T11:07:23.534" v="1" actId="47"/>
        <pc:sldMkLst>
          <pc:docMk/>
          <pc:sldMk cId="2788675982" sldId="3516"/>
        </pc:sldMkLst>
        <pc:graphicFrameChg chg="del">
          <ac:chgData name="Occhipinti, Annalisa" userId="a66fcd2b-4181-400a-8ca1-7fdb013d8d8c" providerId="ADAL" clId="{976487C7-ACB1-403A-A627-C5CDDD144F2D}" dt="2022-09-26T11:07:04.336" v="0" actId="478"/>
          <ac:graphicFrameMkLst>
            <pc:docMk/>
            <pc:sldMk cId="2788675982" sldId="3516"/>
            <ac:graphicFrameMk id="5" creationId="{FDA1E53C-E878-4EA4-81C1-3EAC0226B5BE}"/>
          </ac:graphicFrameMkLst>
        </pc:graphicFrameChg>
      </pc:sldChg>
      <pc:sldChg chg="mod modShow">
        <pc:chgData name="Occhipinti, Annalisa" userId="a66fcd2b-4181-400a-8ca1-7fdb013d8d8c" providerId="ADAL" clId="{976487C7-ACB1-403A-A627-C5CDDD144F2D}" dt="2022-10-04T09:23:23.799" v="23" actId="729"/>
        <pc:sldMkLst>
          <pc:docMk/>
          <pc:sldMk cId="3411933338" sldId="3518"/>
        </pc:sldMkLst>
      </pc:sldChg>
      <pc:sldChg chg="modSp mod">
        <pc:chgData name="Occhipinti, Annalisa" userId="a66fcd2b-4181-400a-8ca1-7fdb013d8d8c" providerId="ADAL" clId="{976487C7-ACB1-403A-A627-C5CDDD144F2D}" dt="2022-10-04T09:23:30.107" v="25" actId="20577"/>
        <pc:sldMkLst>
          <pc:docMk/>
          <pc:sldMk cId="3595414282" sldId="3519"/>
        </pc:sldMkLst>
        <pc:spChg chg="mod">
          <ac:chgData name="Occhipinti, Annalisa" userId="a66fcd2b-4181-400a-8ca1-7fdb013d8d8c" providerId="ADAL" clId="{976487C7-ACB1-403A-A627-C5CDDD144F2D}" dt="2022-10-04T09:23:30.107" v="25" actId="20577"/>
          <ac:spMkLst>
            <pc:docMk/>
            <pc:sldMk cId="3595414282" sldId="3519"/>
            <ac:spMk id="2" creationId="{441C771F-3003-4606-9CD4-DBE358612156}"/>
          </ac:spMkLst>
        </pc:spChg>
      </pc:sldChg>
      <pc:sldChg chg="modSp mod">
        <pc:chgData name="Occhipinti, Annalisa" userId="a66fcd2b-4181-400a-8ca1-7fdb013d8d8c" providerId="ADAL" clId="{976487C7-ACB1-403A-A627-C5CDDD144F2D}" dt="2022-10-04T09:23:26.909" v="24" actId="20577"/>
        <pc:sldMkLst>
          <pc:docMk/>
          <pc:sldMk cId="3786758061" sldId="3520"/>
        </pc:sldMkLst>
        <pc:spChg chg="mod">
          <ac:chgData name="Occhipinti, Annalisa" userId="a66fcd2b-4181-400a-8ca1-7fdb013d8d8c" providerId="ADAL" clId="{976487C7-ACB1-403A-A627-C5CDDD144F2D}" dt="2022-10-04T09:23:26.909" v="24" actId="20577"/>
          <ac:spMkLst>
            <pc:docMk/>
            <pc:sldMk cId="3786758061" sldId="3520"/>
            <ac:spMk id="2" creationId="{441C771F-3003-4606-9CD4-DBE358612156}"/>
          </ac:spMkLst>
        </pc:spChg>
      </pc:sldChg>
      <pc:sldChg chg="addSp delSp modSp new mod setBg modAnim">
        <pc:chgData name="Occhipinti, Annalisa" userId="a66fcd2b-4181-400a-8ca1-7fdb013d8d8c" providerId="ADAL" clId="{976487C7-ACB1-403A-A627-C5CDDD144F2D}" dt="2022-10-04T09:19:56.210" v="12" actId="478"/>
        <pc:sldMkLst>
          <pc:docMk/>
          <pc:sldMk cId="1473460604" sldId="3523"/>
        </pc:sldMkLst>
        <pc:spChg chg="del">
          <ac:chgData name="Occhipinti, Annalisa" userId="a66fcd2b-4181-400a-8ca1-7fdb013d8d8c" providerId="ADAL" clId="{976487C7-ACB1-403A-A627-C5CDDD144F2D}" dt="2022-10-04T09:19:53.357" v="11" actId="478"/>
          <ac:spMkLst>
            <pc:docMk/>
            <pc:sldMk cId="1473460604" sldId="3523"/>
            <ac:spMk id="2" creationId="{87A268C2-304A-4ECF-A5F6-22C859059F8F}"/>
          </ac:spMkLst>
        </pc:spChg>
        <pc:spChg chg="del">
          <ac:chgData name="Occhipinti, Annalisa" userId="a66fcd2b-4181-400a-8ca1-7fdb013d8d8c" providerId="ADAL" clId="{976487C7-ACB1-403A-A627-C5CDDD144F2D}" dt="2022-10-04T09:19:56.210" v="12" actId="478"/>
          <ac:spMkLst>
            <pc:docMk/>
            <pc:sldMk cId="1473460604" sldId="3523"/>
            <ac:spMk id="3" creationId="{3F773472-800D-4AD7-9F2F-743D2206F69F}"/>
          </ac:spMkLst>
        </pc:spChg>
        <pc:spChg chg="add mod">
          <ac:chgData name="Occhipinti, Annalisa" userId="a66fcd2b-4181-400a-8ca1-7fdb013d8d8c" providerId="ADAL" clId="{976487C7-ACB1-403A-A627-C5CDDD144F2D}" dt="2022-10-04T09:19:40.726" v="8"/>
          <ac:spMkLst>
            <pc:docMk/>
            <pc:sldMk cId="1473460604" sldId="3523"/>
            <ac:spMk id="4" creationId="{A7BD78E1-0F76-4492-B81C-DC359ADFE608}"/>
          </ac:spMkLst>
        </pc:spChg>
        <pc:spChg chg="add mod">
          <ac:chgData name="Occhipinti, Annalisa" userId="a66fcd2b-4181-400a-8ca1-7fdb013d8d8c" providerId="ADAL" clId="{976487C7-ACB1-403A-A627-C5CDDD144F2D}" dt="2022-10-04T09:19:40.726" v="8"/>
          <ac:spMkLst>
            <pc:docMk/>
            <pc:sldMk cId="1473460604" sldId="3523"/>
            <ac:spMk id="5" creationId="{A2562480-281B-41A9-A5D0-50C92807DBC9}"/>
          </ac:spMkLst>
        </pc:spChg>
        <pc:spChg chg="add mod">
          <ac:chgData name="Occhipinti, Annalisa" userId="a66fcd2b-4181-400a-8ca1-7fdb013d8d8c" providerId="ADAL" clId="{976487C7-ACB1-403A-A627-C5CDDD144F2D}" dt="2022-10-04T09:19:40.726" v="8"/>
          <ac:spMkLst>
            <pc:docMk/>
            <pc:sldMk cId="1473460604" sldId="3523"/>
            <ac:spMk id="8" creationId="{14B07925-5FEF-43F1-BB4E-D9D371BF9F3D}"/>
          </ac:spMkLst>
        </pc:spChg>
        <pc:spChg chg="add mod">
          <ac:chgData name="Occhipinti, Annalisa" userId="a66fcd2b-4181-400a-8ca1-7fdb013d8d8c" providerId="ADAL" clId="{976487C7-ACB1-403A-A627-C5CDDD144F2D}" dt="2022-10-04T09:19:40.726" v="8"/>
          <ac:spMkLst>
            <pc:docMk/>
            <pc:sldMk cId="1473460604" sldId="3523"/>
            <ac:spMk id="9" creationId="{F93AE81D-A718-46F3-BFF2-4655D149CEA6}"/>
          </ac:spMkLst>
        </pc:spChg>
        <pc:picChg chg="add mod">
          <ac:chgData name="Occhipinti, Annalisa" userId="a66fcd2b-4181-400a-8ca1-7fdb013d8d8c" providerId="ADAL" clId="{976487C7-ACB1-403A-A627-C5CDDD144F2D}" dt="2022-10-04T09:19:40.726" v="8"/>
          <ac:picMkLst>
            <pc:docMk/>
            <pc:sldMk cId="1473460604" sldId="3523"/>
            <ac:picMk id="6" creationId="{FEDD0E58-B0D7-4467-8ACD-B7D595BAB145}"/>
          </ac:picMkLst>
        </pc:picChg>
        <pc:picChg chg="add mod">
          <ac:chgData name="Occhipinti, Annalisa" userId="a66fcd2b-4181-400a-8ca1-7fdb013d8d8c" providerId="ADAL" clId="{976487C7-ACB1-403A-A627-C5CDDD144F2D}" dt="2022-10-04T09:19:40.726" v="8"/>
          <ac:picMkLst>
            <pc:docMk/>
            <pc:sldMk cId="1473460604" sldId="3523"/>
            <ac:picMk id="7" creationId="{8E3A179D-4C32-47E9-8C0C-8366ED0EFE85}"/>
          </ac:picMkLst>
        </pc:picChg>
        <pc:picChg chg="add mod">
          <ac:chgData name="Occhipinti, Annalisa" userId="a66fcd2b-4181-400a-8ca1-7fdb013d8d8c" providerId="ADAL" clId="{976487C7-ACB1-403A-A627-C5CDDD144F2D}" dt="2022-10-04T09:19:40.726" v="8"/>
          <ac:picMkLst>
            <pc:docMk/>
            <pc:sldMk cId="1473460604" sldId="3523"/>
            <ac:picMk id="10" creationId="{85FAD313-FA64-4AAA-824B-28C08DEC5C68}"/>
          </ac:picMkLst>
        </pc:picChg>
      </pc:sldChg>
      <pc:sldMasterChg chg="delSldLayout">
        <pc:chgData name="Occhipinti, Annalisa" userId="a66fcd2b-4181-400a-8ca1-7fdb013d8d8c" providerId="ADAL" clId="{976487C7-ACB1-403A-A627-C5CDDD144F2D}" dt="2022-09-26T11:07:23.534" v="1" actId="47"/>
        <pc:sldMasterMkLst>
          <pc:docMk/>
          <pc:sldMasterMk cId="1608381702" sldId="2147483675"/>
        </pc:sldMasterMkLst>
        <pc:sldLayoutChg chg="del">
          <pc:chgData name="Occhipinti, Annalisa" userId="a66fcd2b-4181-400a-8ca1-7fdb013d8d8c" providerId="ADAL" clId="{976487C7-ACB1-403A-A627-C5CDDD144F2D}" dt="2022-09-26T11:07:23.534" v="1" actId="47"/>
          <pc:sldLayoutMkLst>
            <pc:docMk/>
            <pc:sldMasterMk cId="1608381702" sldId="2147483675"/>
            <pc:sldLayoutMk cId="621132995" sldId="2147483839"/>
          </pc:sldLayoutMkLst>
        </pc:sldLayoutChg>
      </pc:sldMasterChg>
    </pc:docChg>
  </pc:docChgLst>
  <pc:docChgLst>
    <pc:chgData name="Occhipinti, Annalisa" userId="a66fcd2b-4181-400a-8ca1-7fdb013d8d8c" providerId="ADAL" clId="{43861701-3126-4DB1-8814-2F1E2256ED36}"/>
    <pc:docChg chg="undo custSel addSld delSld modSld sldOrd">
      <pc:chgData name="Occhipinti, Annalisa" userId="a66fcd2b-4181-400a-8ca1-7fdb013d8d8c" providerId="ADAL" clId="{43861701-3126-4DB1-8814-2F1E2256ED36}" dt="2021-10-03T08:59:08.017" v="1764"/>
      <pc:docMkLst>
        <pc:docMk/>
      </pc:docMkLst>
      <pc:sldChg chg="modSp mod">
        <pc:chgData name="Occhipinti, Annalisa" userId="a66fcd2b-4181-400a-8ca1-7fdb013d8d8c" providerId="ADAL" clId="{43861701-3126-4DB1-8814-2F1E2256ED36}" dt="2021-10-02T09:13:26.327" v="575" actId="20577"/>
        <pc:sldMkLst>
          <pc:docMk/>
          <pc:sldMk cId="2130255111" sldId="257"/>
        </pc:sldMkLst>
        <pc:spChg chg="mod">
          <ac:chgData name="Occhipinti, Annalisa" userId="a66fcd2b-4181-400a-8ca1-7fdb013d8d8c" providerId="ADAL" clId="{43861701-3126-4DB1-8814-2F1E2256ED36}" dt="2021-10-02T09:13:26.327" v="575" actId="20577"/>
          <ac:spMkLst>
            <pc:docMk/>
            <pc:sldMk cId="2130255111" sldId="257"/>
            <ac:spMk id="8" creationId="{00000000-0000-0000-0000-000000000000}"/>
          </ac:spMkLst>
        </pc:spChg>
      </pc:sldChg>
      <pc:sldChg chg="mod modShow">
        <pc:chgData name="Occhipinti, Annalisa" userId="a66fcd2b-4181-400a-8ca1-7fdb013d8d8c" providerId="ADAL" clId="{43861701-3126-4DB1-8814-2F1E2256ED36}" dt="2021-10-01T09:31:00.494" v="444" actId="729"/>
        <pc:sldMkLst>
          <pc:docMk/>
          <pc:sldMk cId="2539552718" sldId="261"/>
        </pc:sldMkLst>
      </pc:sldChg>
      <pc:sldChg chg="modSp">
        <pc:chgData name="Occhipinti, Annalisa" userId="a66fcd2b-4181-400a-8ca1-7fdb013d8d8c" providerId="ADAL" clId="{43861701-3126-4DB1-8814-2F1E2256ED36}" dt="2021-10-01T09:32:01.548" v="450" actId="113"/>
        <pc:sldMkLst>
          <pc:docMk/>
          <pc:sldMk cId="3157663891" sldId="262"/>
        </pc:sldMkLst>
        <pc:spChg chg="mod">
          <ac:chgData name="Occhipinti, Annalisa" userId="a66fcd2b-4181-400a-8ca1-7fdb013d8d8c" providerId="ADAL" clId="{43861701-3126-4DB1-8814-2F1E2256ED36}" dt="2021-10-01T09:32:01.548" v="450" actId="113"/>
          <ac:spMkLst>
            <pc:docMk/>
            <pc:sldMk cId="3157663891" sldId="262"/>
            <ac:spMk id="6" creationId="{00000000-0000-0000-0000-000000000000}"/>
          </ac:spMkLst>
        </pc:spChg>
      </pc:sldChg>
      <pc:sldChg chg="modSp mod">
        <pc:chgData name="Occhipinti, Annalisa" userId="a66fcd2b-4181-400a-8ca1-7fdb013d8d8c" providerId="ADAL" clId="{43861701-3126-4DB1-8814-2F1E2256ED36}" dt="2021-10-03T08:52:43.140" v="1728" actId="1076"/>
        <pc:sldMkLst>
          <pc:docMk/>
          <pc:sldMk cId="150655916" sldId="264"/>
        </pc:sldMkLst>
        <pc:spChg chg="mod">
          <ac:chgData name="Occhipinti, Annalisa" userId="a66fcd2b-4181-400a-8ca1-7fdb013d8d8c" providerId="ADAL" clId="{43861701-3126-4DB1-8814-2F1E2256ED36}" dt="2021-10-01T19:25:25.697" v="568" actId="20577"/>
          <ac:spMkLst>
            <pc:docMk/>
            <pc:sldMk cId="150655916" sldId="264"/>
            <ac:spMk id="2" creationId="{00000000-0000-0000-0000-000000000000}"/>
          </ac:spMkLst>
        </pc:spChg>
        <pc:spChg chg="mod">
          <ac:chgData name="Occhipinti, Annalisa" userId="a66fcd2b-4181-400a-8ca1-7fdb013d8d8c" providerId="ADAL" clId="{43861701-3126-4DB1-8814-2F1E2256ED36}" dt="2021-10-03T08:52:43.140" v="1728" actId="1076"/>
          <ac:spMkLst>
            <pc:docMk/>
            <pc:sldMk cId="150655916" sldId="264"/>
            <ac:spMk id="3" creationId="{00000000-0000-0000-0000-000000000000}"/>
          </ac:spMkLst>
        </pc:spChg>
        <pc:picChg chg="mod">
          <ac:chgData name="Occhipinti, Annalisa" userId="a66fcd2b-4181-400a-8ca1-7fdb013d8d8c" providerId="ADAL" clId="{43861701-3126-4DB1-8814-2F1E2256ED36}" dt="2021-10-03T08:26:37.059" v="657" actId="1076"/>
          <ac:picMkLst>
            <pc:docMk/>
            <pc:sldMk cId="150655916" sldId="264"/>
            <ac:picMk id="10" creationId="{DD6A8B38-55C2-4648-8913-850761849FDA}"/>
          </ac:picMkLst>
        </pc:picChg>
      </pc:sldChg>
      <pc:sldChg chg="del">
        <pc:chgData name="Occhipinti, Annalisa" userId="a66fcd2b-4181-400a-8ca1-7fdb013d8d8c" providerId="ADAL" clId="{43861701-3126-4DB1-8814-2F1E2256ED36}" dt="2021-10-03T08:54:18.512" v="1746" actId="2696"/>
        <pc:sldMkLst>
          <pc:docMk/>
          <pc:sldMk cId="2673258906" sldId="265"/>
        </pc:sldMkLst>
      </pc:sldChg>
      <pc:sldChg chg="del">
        <pc:chgData name="Occhipinti, Annalisa" userId="a66fcd2b-4181-400a-8ca1-7fdb013d8d8c" providerId="ADAL" clId="{43861701-3126-4DB1-8814-2F1E2256ED36}" dt="2021-10-03T08:54:18.512" v="1746" actId="2696"/>
        <pc:sldMkLst>
          <pc:docMk/>
          <pc:sldMk cId="2954766682" sldId="270"/>
        </pc:sldMkLst>
      </pc:sldChg>
      <pc:sldChg chg="del">
        <pc:chgData name="Occhipinti, Annalisa" userId="a66fcd2b-4181-400a-8ca1-7fdb013d8d8c" providerId="ADAL" clId="{43861701-3126-4DB1-8814-2F1E2256ED36}" dt="2021-10-03T08:54:18.512" v="1746" actId="2696"/>
        <pc:sldMkLst>
          <pc:docMk/>
          <pc:sldMk cId="899189534" sldId="271"/>
        </pc:sldMkLst>
      </pc:sldChg>
      <pc:sldChg chg="del">
        <pc:chgData name="Occhipinti, Annalisa" userId="a66fcd2b-4181-400a-8ca1-7fdb013d8d8c" providerId="ADAL" clId="{43861701-3126-4DB1-8814-2F1E2256ED36}" dt="2021-10-03T08:54:18.512" v="1746" actId="2696"/>
        <pc:sldMkLst>
          <pc:docMk/>
          <pc:sldMk cId="891797024" sldId="272"/>
        </pc:sldMkLst>
      </pc:sldChg>
      <pc:sldChg chg="addSp delSp modSp mod">
        <pc:chgData name="Occhipinti, Annalisa" userId="a66fcd2b-4181-400a-8ca1-7fdb013d8d8c" providerId="ADAL" clId="{43861701-3126-4DB1-8814-2F1E2256ED36}" dt="2021-10-01T09:34:13.873" v="535" actId="1076"/>
        <pc:sldMkLst>
          <pc:docMk/>
          <pc:sldMk cId="2533998628" sldId="275"/>
        </pc:sldMkLst>
        <pc:spChg chg="mod">
          <ac:chgData name="Occhipinti, Annalisa" userId="a66fcd2b-4181-400a-8ca1-7fdb013d8d8c" providerId="ADAL" clId="{43861701-3126-4DB1-8814-2F1E2256ED36}" dt="2021-10-01T09:34:08.489" v="532" actId="20577"/>
          <ac:spMkLst>
            <pc:docMk/>
            <pc:sldMk cId="2533998628" sldId="275"/>
            <ac:spMk id="3" creationId="{00000000-0000-0000-0000-000000000000}"/>
          </ac:spMkLst>
        </pc:spChg>
        <pc:picChg chg="del mod">
          <ac:chgData name="Occhipinti, Annalisa" userId="a66fcd2b-4181-400a-8ca1-7fdb013d8d8c" providerId="ADAL" clId="{43861701-3126-4DB1-8814-2F1E2256ED36}" dt="2021-10-01T09:33:06.220" v="465" actId="478"/>
          <ac:picMkLst>
            <pc:docMk/>
            <pc:sldMk cId="2533998628" sldId="275"/>
            <ac:picMk id="5" creationId="{00000000-0000-0000-0000-000000000000}"/>
          </ac:picMkLst>
        </pc:picChg>
        <pc:picChg chg="add mod">
          <ac:chgData name="Occhipinti, Annalisa" userId="a66fcd2b-4181-400a-8ca1-7fdb013d8d8c" providerId="ADAL" clId="{43861701-3126-4DB1-8814-2F1E2256ED36}" dt="2021-10-01T09:34:13.873" v="535" actId="1076"/>
          <ac:picMkLst>
            <pc:docMk/>
            <pc:sldMk cId="2533998628" sldId="275"/>
            <ac:picMk id="6" creationId="{206ADEA8-898D-451B-9AF5-6ABDFFD32197}"/>
          </ac:picMkLst>
        </pc:picChg>
      </pc:sldChg>
      <pc:sldChg chg="add">
        <pc:chgData name="Occhipinti, Annalisa" userId="a66fcd2b-4181-400a-8ca1-7fdb013d8d8c" providerId="ADAL" clId="{43861701-3126-4DB1-8814-2F1E2256ED36}" dt="2021-10-01T09:31:22.695" v="446"/>
        <pc:sldMkLst>
          <pc:docMk/>
          <pc:sldMk cId="253671908" sldId="279"/>
        </pc:sldMkLst>
      </pc:sldChg>
      <pc:sldChg chg="del">
        <pc:chgData name="Occhipinti, Annalisa" userId="a66fcd2b-4181-400a-8ca1-7fdb013d8d8c" providerId="ADAL" clId="{43861701-3126-4DB1-8814-2F1E2256ED36}" dt="2021-10-01T09:31:19.367" v="445" actId="2696"/>
        <pc:sldMkLst>
          <pc:docMk/>
          <pc:sldMk cId="4107514449" sldId="279"/>
        </pc:sldMkLst>
      </pc:sldChg>
      <pc:sldChg chg="modSp mod">
        <pc:chgData name="Occhipinti, Annalisa" userId="a66fcd2b-4181-400a-8ca1-7fdb013d8d8c" providerId="ADAL" clId="{43861701-3126-4DB1-8814-2F1E2256ED36}" dt="2021-10-03T08:57:22.818" v="1762" actId="20577"/>
        <pc:sldMkLst>
          <pc:docMk/>
          <pc:sldMk cId="2941046929" sldId="316"/>
        </pc:sldMkLst>
        <pc:spChg chg="mod">
          <ac:chgData name="Occhipinti, Annalisa" userId="a66fcd2b-4181-400a-8ca1-7fdb013d8d8c" providerId="ADAL" clId="{43861701-3126-4DB1-8814-2F1E2256ED36}" dt="2021-10-03T08:57:22.818" v="1762" actId="20577"/>
          <ac:spMkLst>
            <pc:docMk/>
            <pc:sldMk cId="2941046929" sldId="316"/>
            <ac:spMk id="11" creationId="{00000000-0000-0000-0000-000000000000}"/>
          </ac:spMkLst>
        </pc:spChg>
      </pc:sldChg>
      <pc:sldChg chg="del">
        <pc:chgData name="Occhipinti, Annalisa" userId="a66fcd2b-4181-400a-8ca1-7fdb013d8d8c" providerId="ADAL" clId="{43861701-3126-4DB1-8814-2F1E2256ED36}" dt="2021-09-25T10:48:11.835" v="313" actId="47"/>
        <pc:sldMkLst>
          <pc:docMk/>
          <pc:sldMk cId="3018641981" sldId="1627"/>
        </pc:sldMkLst>
      </pc:sldChg>
      <pc:sldChg chg="del">
        <pc:chgData name="Occhipinti, Annalisa" userId="a66fcd2b-4181-400a-8ca1-7fdb013d8d8c" providerId="ADAL" clId="{43861701-3126-4DB1-8814-2F1E2256ED36}" dt="2021-09-25T10:48:13.166" v="314" actId="47"/>
        <pc:sldMkLst>
          <pc:docMk/>
          <pc:sldMk cId="1793706927" sldId="1670"/>
        </pc:sldMkLst>
      </pc:sldChg>
      <pc:sldChg chg="modSp">
        <pc:chgData name="Occhipinti, Annalisa" userId="a66fcd2b-4181-400a-8ca1-7fdb013d8d8c" providerId="ADAL" clId="{43861701-3126-4DB1-8814-2F1E2256ED36}" dt="2021-10-01T08:55:28.419" v="396" actId="113"/>
        <pc:sldMkLst>
          <pc:docMk/>
          <pc:sldMk cId="3150161383" sldId="1772"/>
        </pc:sldMkLst>
        <pc:spChg chg="mod">
          <ac:chgData name="Occhipinti, Annalisa" userId="a66fcd2b-4181-400a-8ca1-7fdb013d8d8c" providerId="ADAL" clId="{43861701-3126-4DB1-8814-2F1E2256ED36}" dt="2021-10-01T08:55:28.419" v="396" actId="113"/>
          <ac:spMkLst>
            <pc:docMk/>
            <pc:sldMk cId="3150161383" sldId="1772"/>
            <ac:spMk id="4" creationId="{7F3976BE-F956-44D5-877B-A36DC301D3AF}"/>
          </ac:spMkLst>
        </pc:spChg>
      </pc:sldChg>
      <pc:sldChg chg="modAnim">
        <pc:chgData name="Occhipinti, Annalisa" userId="a66fcd2b-4181-400a-8ca1-7fdb013d8d8c" providerId="ADAL" clId="{43861701-3126-4DB1-8814-2F1E2256ED36}" dt="2021-10-01T09:34:29.301" v="536"/>
        <pc:sldMkLst>
          <pc:docMk/>
          <pc:sldMk cId="1874566295" sldId="1781"/>
        </pc:sldMkLst>
      </pc:sldChg>
      <pc:sldChg chg="del">
        <pc:chgData name="Occhipinti, Annalisa" userId="a66fcd2b-4181-400a-8ca1-7fdb013d8d8c" providerId="ADAL" clId="{43861701-3126-4DB1-8814-2F1E2256ED36}" dt="2021-09-25T10:44:01.047" v="303" actId="2696"/>
        <pc:sldMkLst>
          <pc:docMk/>
          <pc:sldMk cId="1595204842" sldId="1782"/>
        </pc:sldMkLst>
      </pc:sldChg>
      <pc:sldChg chg="add">
        <pc:chgData name="Occhipinti, Annalisa" userId="a66fcd2b-4181-400a-8ca1-7fdb013d8d8c" providerId="ADAL" clId="{43861701-3126-4DB1-8814-2F1E2256ED36}" dt="2021-09-25T10:44:30.303" v="304"/>
        <pc:sldMkLst>
          <pc:docMk/>
          <pc:sldMk cId="2067559982" sldId="1782"/>
        </pc:sldMkLst>
      </pc:sldChg>
      <pc:sldChg chg="modSp mod ord">
        <pc:chgData name="Occhipinti, Annalisa" userId="a66fcd2b-4181-400a-8ca1-7fdb013d8d8c" providerId="ADAL" clId="{43861701-3126-4DB1-8814-2F1E2256ED36}" dt="2021-09-25T10:41:23.637" v="282" actId="20577"/>
        <pc:sldMkLst>
          <pc:docMk/>
          <pc:sldMk cId="2959435356" sldId="1783"/>
        </pc:sldMkLst>
        <pc:spChg chg="mod">
          <ac:chgData name="Occhipinti, Annalisa" userId="a66fcd2b-4181-400a-8ca1-7fdb013d8d8c" providerId="ADAL" clId="{43861701-3126-4DB1-8814-2F1E2256ED36}" dt="2021-09-25T10:41:23.637" v="282" actId="20577"/>
          <ac:spMkLst>
            <pc:docMk/>
            <pc:sldMk cId="2959435356" sldId="1783"/>
            <ac:spMk id="2" creationId="{D4D06A48-E845-4926-AA48-DFB04426439F}"/>
          </ac:spMkLst>
        </pc:spChg>
      </pc:sldChg>
      <pc:sldChg chg="del">
        <pc:chgData name="Occhipinti, Annalisa" userId="a66fcd2b-4181-400a-8ca1-7fdb013d8d8c" providerId="ADAL" clId="{43861701-3126-4DB1-8814-2F1E2256ED36}" dt="2021-09-25T10:44:01.047" v="303" actId="2696"/>
        <pc:sldMkLst>
          <pc:docMk/>
          <pc:sldMk cId="1280748672" sldId="1784"/>
        </pc:sldMkLst>
      </pc:sldChg>
      <pc:sldChg chg="add">
        <pc:chgData name="Occhipinti, Annalisa" userId="a66fcd2b-4181-400a-8ca1-7fdb013d8d8c" providerId="ADAL" clId="{43861701-3126-4DB1-8814-2F1E2256ED36}" dt="2021-09-25T10:44:30.303" v="304"/>
        <pc:sldMkLst>
          <pc:docMk/>
          <pc:sldMk cId="1370290794" sldId="1784"/>
        </pc:sldMkLst>
      </pc:sldChg>
      <pc:sldChg chg="del">
        <pc:chgData name="Occhipinti, Annalisa" userId="a66fcd2b-4181-400a-8ca1-7fdb013d8d8c" providerId="ADAL" clId="{43861701-3126-4DB1-8814-2F1E2256ED36}" dt="2021-09-25T10:44:01.047" v="303" actId="2696"/>
        <pc:sldMkLst>
          <pc:docMk/>
          <pc:sldMk cId="1019984834" sldId="1785"/>
        </pc:sldMkLst>
      </pc:sldChg>
      <pc:sldChg chg="add">
        <pc:chgData name="Occhipinti, Annalisa" userId="a66fcd2b-4181-400a-8ca1-7fdb013d8d8c" providerId="ADAL" clId="{43861701-3126-4DB1-8814-2F1E2256ED36}" dt="2021-09-25T10:44:30.303" v="304"/>
        <pc:sldMkLst>
          <pc:docMk/>
          <pc:sldMk cId="2996673877" sldId="1785"/>
        </pc:sldMkLst>
      </pc:sldChg>
      <pc:sldChg chg="addSp delSp modSp add del mod delAnim">
        <pc:chgData name="Occhipinti, Annalisa" userId="a66fcd2b-4181-400a-8ca1-7fdb013d8d8c" providerId="ADAL" clId="{43861701-3126-4DB1-8814-2F1E2256ED36}" dt="2021-09-25T10:47:49" v="312" actId="478"/>
        <pc:sldMkLst>
          <pc:docMk/>
          <pc:sldMk cId="1955478439" sldId="1786"/>
        </pc:sldMkLst>
        <pc:spChg chg="mod">
          <ac:chgData name="Occhipinti, Annalisa" userId="a66fcd2b-4181-400a-8ca1-7fdb013d8d8c" providerId="ADAL" clId="{43861701-3126-4DB1-8814-2F1E2256ED36}" dt="2021-09-25T10:34:17.162" v="176" actId="20577"/>
          <ac:spMkLst>
            <pc:docMk/>
            <pc:sldMk cId="1955478439" sldId="1786"/>
            <ac:spMk id="3" creationId="{D5FBC5FD-9635-49A0-95D0-53CC684F529D}"/>
          </ac:spMkLst>
        </pc:spChg>
        <pc:spChg chg="add del mod">
          <ac:chgData name="Occhipinti, Annalisa" userId="a66fcd2b-4181-400a-8ca1-7fdb013d8d8c" providerId="ADAL" clId="{43861701-3126-4DB1-8814-2F1E2256ED36}" dt="2021-09-25T10:47:36.462" v="308" actId="478"/>
          <ac:spMkLst>
            <pc:docMk/>
            <pc:sldMk cId="1955478439" sldId="1786"/>
            <ac:spMk id="4" creationId="{1F3321D5-626D-4AFD-ACD0-46C66B0DDA49}"/>
          </ac:spMkLst>
        </pc:spChg>
        <pc:spChg chg="add del mod">
          <ac:chgData name="Occhipinti, Annalisa" userId="a66fcd2b-4181-400a-8ca1-7fdb013d8d8c" providerId="ADAL" clId="{43861701-3126-4DB1-8814-2F1E2256ED36}" dt="2021-09-25T10:47:45.530" v="311" actId="478"/>
          <ac:spMkLst>
            <pc:docMk/>
            <pc:sldMk cId="1955478439" sldId="1786"/>
            <ac:spMk id="6" creationId="{4D4F7BED-38F2-4E22-9F80-5E04E5DA638C}"/>
          </ac:spMkLst>
        </pc:spChg>
        <pc:spChg chg="add del">
          <ac:chgData name="Occhipinti, Annalisa" userId="a66fcd2b-4181-400a-8ca1-7fdb013d8d8c" providerId="ADAL" clId="{43861701-3126-4DB1-8814-2F1E2256ED36}" dt="2021-09-25T10:47:37.952" v="309" actId="478"/>
          <ac:spMkLst>
            <pc:docMk/>
            <pc:sldMk cId="1955478439" sldId="1786"/>
            <ac:spMk id="10" creationId="{01853C4E-938B-4A63-A328-5CEB6E403E1E}"/>
          </ac:spMkLst>
        </pc:spChg>
        <pc:spChg chg="del">
          <ac:chgData name="Occhipinti, Annalisa" userId="a66fcd2b-4181-400a-8ca1-7fdb013d8d8c" providerId="ADAL" clId="{43861701-3126-4DB1-8814-2F1E2256ED36}" dt="2021-09-25T10:47:49" v="312" actId="478"/>
          <ac:spMkLst>
            <pc:docMk/>
            <pc:sldMk cId="1955478439" sldId="1786"/>
            <ac:spMk id="21" creationId="{962197A6-871C-4723-B214-AF9644775C2D}"/>
          </ac:spMkLst>
        </pc:spChg>
        <pc:picChg chg="del">
          <ac:chgData name="Occhipinti, Annalisa" userId="a66fcd2b-4181-400a-8ca1-7fdb013d8d8c" providerId="ADAL" clId="{43861701-3126-4DB1-8814-2F1E2256ED36}" dt="2021-09-25T10:47:49" v="312" actId="478"/>
          <ac:picMkLst>
            <pc:docMk/>
            <pc:sldMk cId="1955478439" sldId="1786"/>
            <ac:picMk id="18" creationId="{174D91C8-4FFF-47BB-AF37-3AB46B7CB6FC}"/>
          </ac:picMkLst>
        </pc:picChg>
      </pc:sldChg>
      <pc:sldChg chg="addSp delSp modSp mod delAnim modAnim">
        <pc:chgData name="Occhipinti, Annalisa" userId="a66fcd2b-4181-400a-8ca1-7fdb013d8d8c" providerId="ADAL" clId="{43861701-3126-4DB1-8814-2F1E2256ED36}" dt="2021-10-01T09:05:48.953" v="434" actId="20577"/>
        <pc:sldMkLst>
          <pc:docMk/>
          <pc:sldMk cId="348154172" sldId="1804"/>
        </pc:sldMkLst>
        <pc:spChg chg="mod">
          <ac:chgData name="Occhipinti, Annalisa" userId="a66fcd2b-4181-400a-8ca1-7fdb013d8d8c" providerId="ADAL" clId="{43861701-3126-4DB1-8814-2F1E2256ED36}" dt="2021-10-01T09:04:39.709" v="404" actId="20577"/>
          <ac:spMkLst>
            <pc:docMk/>
            <pc:sldMk cId="348154172" sldId="1804"/>
            <ac:spMk id="2" creationId="{EE9C21F7-15DD-4735-BCCB-C60D5EC4E102}"/>
          </ac:spMkLst>
        </pc:spChg>
        <pc:spChg chg="del mod">
          <ac:chgData name="Occhipinti, Annalisa" userId="a66fcd2b-4181-400a-8ca1-7fdb013d8d8c" providerId="ADAL" clId="{43861701-3126-4DB1-8814-2F1E2256ED36}" dt="2021-10-01T09:04:31.158" v="402" actId="478"/>
          <ac:spMkLst>
            <pc:docMk/>
            <pc:sldMk cId="348154172" sldId="1804"/>
            <ac:spMk id="7" creationId="{3BF85D2B-F33A-4119-8278-3C52EE51F26E}"/>
          </ac:spMkLst>
        </pc:spChg>
        <pc:spChg chg="del">
          <ac:chgData name="Occhipinti, Annalisa" userId="a66fcd2b-4181-400a-8ca1-7fdb013d8d8c" providerId="ADAL" clId="{43861701-3126-4DB1-8814-2F1E2256ED36}" dt="2021-10-01T09:04:33.275" v="403" actId="478"/>
          <ac:spMkLst>
            <pc:docMk/>
            <pc:sldMk cId="348154172" sldId="1804"/>
            <ac:spMk id="9" creationId="{6983A64B-F390-4ABC-A882-9843F684C5BC}"/>
          </ac:spMkLst>
        </pc:spChg>
        <pc:spChg chg="add mod">
          <ac:chgData name="Occhipinti, Annalisa" userId="a66fcd2b-4181-400a-8ca1-7fdb013d8d8c" providerId="ADAL" clId="{43861701-3126-4DB1-8814-2F1E2256ED36}" dt="2021-10-01T09:05:48.953" v="434" actId="20577"/>
          <ac:spMkLst>
            <pc:docMk/>
            <pc:sldMk cId="348154172" sldId="1804"/>
            <ac:spMk id="10" creationId="{471B1B11-F02E-4629-AE19-F783AEF5E7A3}"/>
          </ac:spMkLst>
        </pc:spChg>
        <pc:spChg chg="del">
          <ac:chgData name="Occhipinti, Annalisa" userId="a66fcd2b-4181-400a-8ca1-7fdb013d8d8c" providerId="ADAL" clId="{43861701-3126-4DB1-8814-2F1E2256ED36}" dt="2021-10-01T09:04:33.275" v="403" actId="478"/>
          <ac:spMkLst>
            <pc:docMk/>
            <pc:sldMk cId="348154172" sldId="1804"/>
            <ac:spMk id="11" creationId="{4735D2C5-55B4-44D4-AC3D-7F5BB64F4ECE}"/>
          </ac:spMkLst>
        </pc:spChg>
        <pc:spChg chg="add mod">
          <ac:chgData name="Occhipinti, Annalisa" userId="a66fcd2b-4181-400a-8ca1-7fdb013d8d8c" providerId="ADAL" clId="{43861701-3126-4DB1-8814-2F1E2256ED36}" dt="2021-10-01T09:05:44.255" v="427" actId="1076"/>
          <ac:spMkLst>
            <pc:docMk/>
            <pc:sldMk cId="348154172" sldId="1804"/>
            <ac:spMk id="12" creationId="{87B50F40-5D1F-41BB-BB3E-54819F7AA759}"/>
          </ac:spMkLst>
        </pc:spChg>
        <pc:spChg chg="del">
          <ac:chgData name="Occhipinti, Annalisa" userId="a66fcd2b-4181-400a-8ca1-7fdb013d8d8c" providerId="ADAL" clId="{43861701-3126-4DB1-8814-2F1E2256ED36}" dt="2021-10-01T09:04:33.275" v="403" actId="478"/>
          <ac:spMkLst>
            <pc:docMk/>
            <pc:sldMk cId="348154172" sldId="1804"/>
            <ac:spMk id="13" creationId="{0330A373-6505-4D96-8063-F4FD020E9DC7}"/>
          </ac:spMkLst>
        </pc:spChg>
        <pc:spChg chg="add mod">
          <ac:chgData name="Occhipinti, Annalisa" userId="a66fcd2b-4181-400a-8ca1-7fdb013d8d8c" providerId="ADAL" clId="{43861701-3126-4DB1-8814-2F1E2256ED36}" dt="2021-10-01T09:05:44.255" v="427" actId="1076"/>
          <ac:spMkLst>
            <pc:docMk/>
            <pc:sldMk cId="348154172" sldId="1804"/>
            <ac:spMk id="14" creationId="{44BCD750-BABC-423E-A4BB-02760CA85132}"/>
          </ac:spMkLst>
        </pc:spChg>
        <pc:spChg chg="add mod">
          <ac:chgData name="Occhipinti, Annalisa" userId="a66fcd2b-4181-400a-8ca1-7fdb013d8d8c" providerId="ADAL" clId="{43861701-3126-4DB1-8814-2F1E2256ED36}" dt="2021-10-01T09:05:44.255" v="427" actId="1076"/>
          <ac:spMkLst>
            <pc:docMk/>
            <pc:sldMk cId="348154172" sldId="1804"/>
            <ac:spMk id="15" creationId="{7F320BAE-BAC8-4285-9A78-99B8B2496BA9}"/>
          </ac:spMkLst>
        </pc:spChg>
      </pc:sldChg>
      <pc:sldChg chg="del">
        <pc:chgData name="Occhipinti, Annalisa" userId="a66fcd2b-4181-400a-8ca1-7fdb013d8d8c" providerId="ADAL" clId="{43861701-3126-4DB1-8814-2F1E2256ED36}" dt="2021-09-25T10:37:28.432" v="197" actId="47"/>
        <pc:sldMkLst>
          <pc:docMk/>
          <pc:sldMk cId="3948406680" sldId="1805"/>
        </pc:sldMkLst>
      </pc:sldChg>
      <pc:sldChg chg="del">
        <pc:chgData name="Occhipinti, Annalisa" userId="a66fcd2b-4181-400a-8ca1-7fdb013d8d8c" providerId="ADAL" clId="{43861701-3126-4DB1-8814-2F1E2256ED36}" dt="2021-09-25T10:38:47.184" v="228" actId="47"/>
        <pc:sldMkLst>
          <pc:docMk/>
          <pc:sldMk cId="2239318076" sldId="1806"/>
        </pc:sldMkLst>
      </pc:sldChg>
      <pc:sldChg chg="del">
        <pc:chgData name="Occhipinti, Annalisa" userId="a66fcd2b-4181-400a-8ca1-7fdb013d8d8c" providerId="ADAL" clId="{43861701-3126-4DB1-8814-2F1E2256ED36}" dt="2021-09-25T10:37:34.576" v="198" actId="47"/>
        <pc:sldMkLst>
          <pc:docMk/>
          <pc:sldMk cId="4257836608" sldId="1807"/>
        </pc:sldMkLst>
      </pc:sldChg>
      <pc:sldChg chg="del">
        <pc:chgData name="Occhipinti, Annalisa" userId="a66fcd2b-4181-400a-8ca1-7fdb013d8d8c" providerId="ADAL" clId="{43861701-3126-4DB1-8814-2F1E2256ED36}" dt="2021-09-25T10:38:48.329" v="229" actId="47"/>
        <pc:sldMkLst>
          <pc:docMk/>
          <pc:sldMk cId="3742597861" sldId="1808"/>
        </pc:sldMkLst>
      </pc:sldChg>
      <pc:sldChg chg="modSp mod ord">
        <pc:chgData name="Occhipinti, Annalisa" userId="a66fcd2b-4181-400a-8ca1-7fdb013d8d8c" providerId="ADAL" clId="{43861701-3126-4DB1-8814-2F1E2256ED36}" dt="2021-09-25T10:40:55.209" v="249"/>
        <pc:sldMkLst>
          <pc:docMk/>
          <pc:sldMk cId="4069724210" sldId="1809"/>
        </pc:sldMkLst>
        <pc:spChg chg="mod">
          <ac:chgData name="Occhipinti, Annalisa" userId="a66fcd2b-4181-400a-8ca1-7fdb013d8d8c" providerId="ADAL" clId="{43861701-3126-4DB1-8814-2F1E2256ED36}" dt="2021-09-25T10:39:01.774" v="239" actId="20577"/>
          <ac:spMkLst>
            <pc:docMk/>
            <pc:sldMk cId="4069724210" sldId="1809"/>
            <ac:spMk id="2" creationId="{2BF0D28D-0AD7-4159-BBB9-5B9E18FDD0E1}"/>
          </ac:spMkLst>
        </pc:spChg>
      </pc:sldChg>
      <pc:sldChg chg="del">
        <pc:chgData name="Occhipinti, Annalisa" userId="a66fcd2b-4181-400a-8ca1-7fdb013d8d8c" providerId="ADAL" clId="{43861701-3126-4DB1-8814-2F1E2256ED36}" dt="2021-09-25T10:39:12.436" v="241" actId="47"/>
        <pc:sldMkLst>
          <pc:docMk/>
          <pc:sldMk cId="3082307164" sldId="1810"/>
        </pc:sldMkLst>
      </pc:sldChg>
      <pc:sldChg chg="del">
        <pc:chgData name="Occhipinti, Annalisa" userId="a66fcd2b-4181-400a-8ca1-7fdb013d8d8c" providerId="ADAL" clId="{43861701-3126-4DB1-8814-2F1E2256ED36}" dt="2021-09-25T10:39:10.512" v="240" actId="47"/>
        <pc:sldMkLst>
          <pc:docMk/>
          <pc:sldMk cId="1733465228" sldId="1811"/>
        </pc:sldMkLst>
      </pc:sldChg>
      <pc:sldChg chg="del">
        <pc:chgData name="Occhipinti, Annalisa" userId="a66fcd2b-4181-400a-8ca1-7fdb013d8d8c" providerId="ADAL" clId="{43861701-3126-4DB1-8814-2F1E2256ED36}" dt="2021-09-25T10:48:14.460" v="315" actId="47"/>
        <pc:sldMkLst>
          <pc:docMk/>
          <pc:sldMk cId="234776163" sldId="3125"/>
        </pc:sldMkLst>
      </pc:sldChg>
      <pc:sldChg chg="del">
        <pc:chgData name="Occhipinti, Annalisa" userId="a66fcd2b-4181-400a-8ca1-7fdb013d8d8c" providerId="ADAL" clId="{43861701-3126-4DB1-8814-2F1E2256ED36}" dt="2021-09-25T10:48:16.029" v="316" actId="47"/>
        <pc:sldMkLst>
          <pc:docMk/>
          <pc:sldMk cId="942385735" sldId="3483"/>
        </pc:sldMkLst>
      </pc:sldChg>
      <pc:sldChg chg="addSp delSp modSp mod setBg modClrScheme modAnim chgLayout">
        <pc:chgData name="Occhipinti, Annalisa" userId="a66fcd2b-4181-400a-8ca1-7fdb013d8d8c" providerId="ADAL" clId="{43861701-3126-4DB1-8814-2F1E2256ED36}" dt="2021-10-01T09:07:28.241" v="443" actId="6549"/>
        <pc:sldMkLst>
          <pc:docMk/>
          <pc:sldMk cId="2960364225" sldId="3491"/>
        </pc:sldMkLst>
        <pc:spChg chg="mod ord">
          <ac:chgData name="Occhipinti, Annalisa" userId="a66fcd2b-4181-400a-8ca1-7fdb013d8d8c" providerId="ADAL" clId="{43861701-3126-4DB1-8814-2F1E2256ED36}" dt="2021-09-25T10:53:00.951" v="379" actId="20577"/>
          <ac:spMkLst>
            <pc:docMk/>
            <pc:sldMk cId="2960364225" sldId="3491"/>
            <ac:spMk id="2" creationId="{CF6842B8-CBE8-5648-8325-4FED9959D89B}"/>
          </ac:spMkLst>
        </pc:spChg>
        <pc:spChg chg="mod ord">
          <ac:chgData name="Occhipinti, Annalisa" userId="a66fcd2b-4181-400a-8ca1-7fdb013d8d8c" providerId="ADAL" clId="{43861701-3126-4DB1-8814-2F1E2256ED36}" dt="2021-10-01T09:07:28.241" v="443" actId="6549"/>
          <ac:spMkLst>
            <pc:docMk/>
            <pc:sldMk cId="2960364225" sldId="3491"/>
            <ac:spMk id="3" creationId="{A015749C-08AC-40BF-880C-71FE7FD5D8F9}"/>
          </ac:spMkLst>
        </pc:spChg>
        <pc:spChg chg="add del mod">
          <ac:chgData name="Occhipinti, Annalisa" userId="a66fcd2b-4181-400a-8ca1-7fdb013d8d8c" providerId="ADAL" clId="{43861701-3126-4DB1-8814-2F1E2256ED36}" dt="2021-09-25T10:52:47.484" v="371" actId="700"/>
          <ac:spMkLst>
            <pc:docMk/>
            <pc:sldMk cId="2960364225" sldId="3491"/>
            <ac:spMk id="5" creationId="{C6FD59A7-1D3E-4024-9267-46BD9FD2F920}"/>
          </ac:spMkLst>
        </pc:spChg>
        <pc:picChg chg="add mod">
          <ac:chgData name="Occhipinti, Annalisa" userId="a66fcd2b-4181-400a-8ca1-7fdb013d8d8c" providerId="ADAL" clId="{43861701-3126-4DB1-8814-2F1E2256ED36}" dt="2021-09-25T10:52:30.344" v="369" actId="1076"/>
          <ac:picMkLst>
            <pc:docMk/>
            <pc:sldMk cId="2960364225" sldId="3491"/>
            <ac:picMk id="7" creationId="{42B56025-5BB1-4D6C-9EE6-BEA3D11AC111}"/>
          </ac:picMkLst>
        </pc:picChg>
        <pc:picChg chg="del">
          <ac:chgData name="Occhipinti, Annalisa" userId="a66fcd2b-4181-400a-8ca1-7fdb013d8d8c" providerId="ADAL" clId="{43861701-3126-4DB1-8814-2F1E2256ED36}" dt="2021-09-25T10:52:21.915" v="366" actId="478"/>
          <ac:picMkLst>
            <pc:docMk/>
            <pc:sldMk cId="2960364225" sldId="3491"/>
            <ac:picMk id="21" creationId="{5E5BB61E-FEF7-4AA9-BAF7-75064C334A38}"/>
          </ac:picMkLst>
        </pc:picChg>
      </pc:sldChg>
      <pc:sldChg chg="addSp delSp modSp mod modAnim">
        <pc:chgData name="Occhipinti, Annalisa" userId="a66fcd2b-4181-400a-8ca1-7fdb013d8d8c" providerId="ADAL" clId="{43861701-3126-4DB1-8814-2F1E2256ED36}" dt="2021-09-25T10:55:21.879" v="395"/>
        <pc:sldMkLst>
          <pc:docMk/>
          <pc:sldMk cId="4070982973" sldId="3498"/>
        </pc:sldMkLst>
        <pc:spChg chg="mod">
          <ac:chgData name="Occhipinti, Annalisa" userId="a66fcd2b-4181-400a-8ca1-7fdb013d8d8c" providerId="ADAL" clId="{43861701-3126-4DB1-8814-2F1E2256ED36}" dt="2021-09-25T10:53:16.408" v="381" actId="115"/>
          <ac:spMkLst>
            <pc:docMk/>
            <pc:sldMk cId="4070982973" sldId="3498"/>
            <ac:spMk id="5" creationId="{A69423A4-0A68-4EF2-A4A3-AEDF725250FE}"/>
          </ac:spMkLst>
        </pc:spChg>
        <pc:picChg chg="add del mod">
          <ac:chgData name="Occhipinti, Annalisa" userId="a66fcd2b-4181-400a-8ca1-7fdb013d8d8c" providerId="ADAL" clId="{43861701-3126-4DB1-8814-2F1E2256ED36}" dt="2021-09-25T10:54:05.802" v="384" actId="478"/>
          <ac:picMkLst>
            <pc:docMk/>
            <pc:sldMk cId="4070982973" sldId="3498"/>
            <ac:picMk id="2" creationId="{58349FD1-2028-499A-83FA-FC140EDEA084}"/>
          </ac:picMkLst>
        </pc:picChg>
        <pc:picChg chg="add mod">
          <ac:chgData name="Occhipinti, Annalisa" userId="a66fcd2b-4181-400a-8ca1-7fdb013d8d8c" providerId="ADAL" clId="{43861701-3126-4DB1-8814-2F1E2256ED36}" dt="2021-09-25T10:54:22.763" v="386" actId="1076"/>
          <ac:picMkLst>
            <pc:docMk/>
            <pc:sldMk cId="4070982973" sldId="3498"/>
            <ac:picMk id="3" creationId="{C34E44A1-5C2E-4E4E-9538-E1327382D552}"/>
          </ac:picMkLst>
        </pc:picChg>
        <pc:picChg chg="add mod">
          <ac:chgData name="Occhipinti, Annalisa" userId="a66fcd2b-4181-400a-8ca1-7fdb013d8d8c" providerId="ADAL" clId="{43861701-3126-4DB1-8814-2F1E2256ED36}" dt="2021-09-25T10:54:50.856" v="391" actId="1076"/>
          <ac:picMkLst>
            <pc:docMk/>
            <pc:sldMk cId="4070982973" sldId="3498"/>
            <ac:picMk id="2050" creationId="{DB7865C2-BB83-4667-8184-991CAA21028C}"/>
          </ac:picMkLst>
        </pc:picChg>
        <pc:picChg chg="add mod">
          <ac:chgData name="Occhipinti, Annalisa" userId="a66fcd2b-4181-400a-8ca1-7fdb013d8d8c" providerId="ADAL" clId="{43861701-3126-4DB1-8814-2F1E2256ED36}" dt="2021-09-25T10:55:20.557" v="394" actId="1076"/>
          <ac:picMkLst>
            <pc:docMk/>
            <pc:sldMk cId="4070982973" sldId="3498"/>
            <ac:picMk id="2052" creationId="{C2B2B772-DC59-4EE8-AF5B-3175C93D11AC}"/>
          </ac:picMkLst>
        </pc:picChg>
      </pc:sldChg>
      <pc:sldChg chg="addSp delSp modSp new mod modClrScheme chgLayout">
        <pc:chgData name="Occhipinti, Annalisa" userId="a66fcd2b-4181-400a-8ca1-7fdb013d8d8c" providerId="ADAL" clId="{43861701-3126-4DB1-8814-2F1E2256ED36}" dt="2021-09-25T10:33:40.902" v="174" actId="20577"/>
        <pc:sldMkLst>
          <pc:docMk/>
          <pc:sldMk cId="93265976" sldId="3508"/>
        </pc:sldMkLst>
        <pc:spChg chg="del mod ord">
          <ac:chgData name="Occhipinti, Annalisa" userId="a66fcd2b-4181-400a-8ca1-7fdb013d8d8c" providerId="ADAL" clId="{43861701-3126-4DB1-8814-2F1E2256ED36}" dt="2021-09-25T10:32:13.121" v="105" actId="700"/>
          <ac:spMkLst>
            <pc:docMk/>
            <pc:sldMk cId="93265976" sldId="3508"/>
            <ac:spMk id="2" creationId="{03F5348F-9538-4999-9A50-09036A434262}"/>
          </ac:spMkLst>
        </pc:spChg>
        <pc:spChg chg="del mod ord">
          <ac:chgData name="Occhipinti, Annalisa" userId="a66fcd2b-4181-400a-8ca1-7fdb013d8d8c" providerId="ADAL" clId="{43861701-3126-4DB1-8814-2F1E2256ED36}" dt="2021-09-25T10:32:13.121" v="105" actId="700"/>
          <ac:spMkLst>
            <pc:docMk/>
            <pc:sldMk cId="93265976" sldId="3508"/>
            <ac:spMk id="3" creationId="{DD3991A7-3027-408F-8FD4-C1936735ED4F}"/>
          </ac:spMkLst>
        </pc:spChg>
        <pc:spChg chg="mod ord">
          <ac:chgData name="Occhipinti, Annalisa" userId="a66fcd2b-4181-400a-8ca1-7fdb013d8d8c" providerId="ADAL" clId="{43861701-3126-4DB1-8814-2F1E2256ED36}" dt="2021-09-25T10:32:13.121" v="105" actId="700"/>
          <ac:spMkLst>
            <pc:docMk/>
            <pc:sldMk cId="93265976" sldId="3508"/>
            <ac:spMk id="4" creationId="{351E462D-93DC-49A4-83A2-5B8F6C26125A}"/>
          </ac:spMkLst>
        </pc:spChg>
        <pc:spChg chg="add mod ord">
          <ac:chgData name="Occhipinti, Annalisa" userId="a66fcd2b-4181-400a-8ca1-7fdb013d8d8c" providerId="ADAL" clId="{43861701-3126-4DB1-8814-2F1E2256ED36}" dt="2021-09-25T10:32:20.115" v="119" actId="20577"/>
          <ac:spMkLst>
            <pc:docMk/>
            <pc:sldMk cId="93265976" sldId="3508"/>
            <ac:spMk id="5" creationId="{B6D44A30-F1E9-435E-B0E1-1C2F7E4BBE41}"/>
          </ac:spMkLst>
        </pc:spChg>
        <pc:spChg chg="add mod ord">
          <ac:chgData name="Occhipinti, Annalisa" userId="a66fcd2b-4181-400a-8ca1-7fdb013d8d8c" providerId="ADAL" clId="{43861701-3126-4DB1-8814-2F1E2256ED36}" dt="2021-09-25T10:33:40.902" v="174" actId="20577"/>
          <ac:spMkLst>
            <pc:docMk/>
            <pc:sldMk cId="93265976" sldId="3508"/>
            <ac:spMk id="6" creationId="{6F4DC8A8-7AF1-465B-BD46-2195644A20AB}"/>
          </ac:spMkLst>
        </pc:spChg>
      </pc:sldChg>
      <pc:sldChg chg="addSp modSp add mod">
        <pc:chgData name="Occhipinti, Annalisa" userId="a66fcd2b-4181-400a-8ca1-7fdb013d8d8c" providerId="ADAL" clId="{43861701-3126-4DB1-8814-2F1E2256ED36}" dt="2021-10-01T09:04:18.142" v="399" actId="1076"/>
        <pc:sldMkLst>
          <pc:docMk/>
          <pc:sldMk cId="1952360357" sldId="3509"/>
        </pc:sldMkLst>
        <pc:spChg chg="mod">
          <ac:chgData name="Occhipinti, Annalisa" userId="a66fcd2b-4181-400a-8ca1-7fdb013d8d8c" providerId="ADAL" clId="{43861701-3126-4DB1-8814-2F1E2256ED36}" dt="2021-09-25T10:40:43.299" v="245" actId="20577"/>
          <ac:spMkLst>
            <pc:docMk/>
            <pc:sldMk cId="1952360357" sldId="3509"/>
            <ac:spMk id="2" creationId="{D4D06A48-E845-4926-AA48-DFB04426439F}"/>
          </ac:spMkLst>
        </pc:spChg>
        <pc:picChg chg="add mod">
          <ac:chgData name="Occhipinti, Annalisa" userId="a66fcd2b-4181-400a-8ca1-7fdb013d8d8c" providerId="ADAL" clId="{43861701-3126-4DB1-8814-2F1E2256ED36}" dt="2021-10-01T09:04:18.142" v="399" actId="1076"/>
          <ac:picMkLst>
            <pc:docMk/>
            <pc:sldMk cId="1952360357" sldId="3509"/>
            <ac:picMk id="4" creationId="{67B57F02-9C88-405B-B7BB-4920E551068A}"/>
          </ac:picMkLst>
        </pc:picChg>
      </pc:sldChg>
      <pc:sldChg chg="addSp delSp modSp new mod ord chgLayout">
        <pc:chgData name="Occhipinti, Annalisa" userId="a66fcd2b-4181-400a-8ca1-7fdb013d8d8c" providerId="ADAL" clId="{43861701-3126-4DB1-8814-2F1E2256ED36}" dt="2021-09-25T10:40:47.138" v="247"/>
        <pc:sldMkLst>
          <pc:docMk/>
          <pc:sldMk cId="2623597561" sldId="3510"/>
        </pc:sldMkLst>
        <pc:spChg chg="del">
          <ac:chgData name="Occhipinti, Annalisa" userId="a66fcd2b-4181-400a-8ca1-7fdb013d8d8c" providerId="ADAL" clId="{43861701-3126-4DB1-8814-2F1E2256ED36}" dt="2021-09-25T10:40:22.358" v="244" actId="700"/>
          <ac:spMkLst>
            <pc:docMk/>
            <pc:sldMk cId="2623597561" sldId="3510"/>
            <ac:spMk id="2" creationId="{95E0B192-6643-426E-BBD7-40ED2A3496D8}"/>
          </ac:spMkLst>
        </pc:spChg>
        <pc:spChg chg="del">
          <ac:chgData name="Occhipinti, Annalisa" userId="a66fcd2b-4181-400a-8ca1-7fdb013d8d8c" providerId="ADAL" clId="{43861701-3126-4DB1-8814-2F1E2256ED36}" dt="2021-09-25T10:40:22.358" v="244" actId="700"/>
          <ac:spMkLst>
            <pc:docMk/>
            <pc:sldMk cId="2623597561" sldId="3510"/>
            <ac:spMk id="3" creationId="{133428BB-AFF2-40EB-99F1-9DADD21BDBE1}"/>
          </ac:spMkLst>
        </pc:spChg>
        <pc:spChg chg="add mod ord">
          <ac:chgData name="Occhipinti, Annalisa" userId="a66fcd2b-4181-400a-8ca1-7fdb013d8d8c" providerId="ADAL" clId="{43861701-3126-4DB1-8814-2F1E2256ED36}" dt="2021-09-25T10:40:22.358" v="244" actId="700"/>
          <ac:spMkLst>
            <pc:docMk/>
            <pc:sldMk cId="2623597561" sldId="3510"/>
            <ac:spMk id="4" creationId="{14B2B7C7-6AC1-452C-AF70-2F6F5D576BF4}"/>
          </ac:spMkLst>
        </pc:spChg>
        <pc:spChg chg="add mod ord">
          <ac:chgData name="Occhipinti, Annalisa" userId="a66fcd2b-4181-400a-8ca1-7fdb013d8d8c" providerId="ADAL" clId="{43861701-3126-4DB1-8814-2F1E2256ED36}" dt="2021-09-25T10:40:22.358" v="244" actId="700"/>
          <ac:spMkLst>
            <pc:docMk/>
            <pc:sldMk cId="2623597561" sldId="3510"/>
            <ac:spMk id="5" creationId="{B513C394-2C82-4FF2-8550-B6F6E9E9BBF0}"/>
          </ac:spMkLst>
        </pc:spChg>
        <pc:picChg chg="add">
          <ac:chgData name="Occhipinti, Annalisa" userId="a66fcd2b-4181-400a-8ca1-7fdb013d8d8c" providerId="ADAL" clId="{43861701-3126-4DB1-8814-2F1E2256ED36}" dt="2021-09-25T10:40:15.914" v="243"/>
          <ac:picMkLst>
            <pc:docMk/>
            <pc:sldMk cId="2623597561" sldId="3510"/>
            <ac:picMk id="1026" creationId="{15DBF455-98F7-4D63-865C-A844359E277E}"/>
          </ac:picMkLst>
        </pc:picChg>
      </pc:sldChg>
      <pc:sldChg chg="addSp delSp modSp new mod setBg modClrScheme modAnim chgLayout">
        <pc:chgData name="Occhipinti, Annalisa" userId="a66fcd2b-4181-400a-8ca1-7fdb013d8d8c" providerId="ADAL" clId="{43861701-3126-4DB1-8814-2F1E2256ED36}" dt="2021-09-25T10:46:55.015" v="306"/>
        <pc:sldMkLst>
          <pc:docMk/>
          <pc:sldMk cId="110332476" sldId="3511"/>
        </pc:sldMkLst>
        <pc:spChg chg="del">
          <ac:chgData name="Occhipinti, Annalisa" userId="a66fcd2b-4181-400a-8ca1-7fdb013d8d8c" providerId="ADAL" clId="{43861701-3126-4DB1-8814-2F1E2256ED36}" dt="2021-09-25T10:42:29.050" v="289" actId="700"/>
          <ac:spMkLst>
            <pc:docMk/>
            <pc:sldMk cId="110332476" sldId="3511"/>
            <ac:spMk id="2" creationId="{5B2E2A66-B736-4E02-997A-CF3F971420A9}"/>
          </ac:spMkLst>
        </pc:spChg>
        <pc:spChg chg="del">
          <ac:chgData name="Occhipinti, Annalisa" userId="a66fcd2b-4181-400a-8ca1-7fdb013d8d8c" providerId="ADAL" clId="{43861701-3126-4DB1-8814-2F1E2256ED36}" dt="2021-09-25T10:42:29.050" v="289" actId="700"/>
          <ac:spMkLst>
            <pc:docMk/>
            <pc:sldMk cId="110332476" sldId="3511"/>
            <ac:spMk id="3" creationId="{91C4CD7E-809B-45A4-895F-4ACC32531E07}"/>
          </ac:spMkLst>
        </pc:spChg>
        <pc:picChg chg="add mod ord">
          <ac:chgData name="Occhipinti, Annalisa" userId="a66fcd2b-4181-400a-8ca1-7fdb013d8d8c" providerId="ADAL" clId="{43861701-3126-4DB1-8814-2F1E2256ED36}" dt="2021-09-25T10:43:22.693" v="299" actId="1076"/>
          <ac:picMkLst>
            <pc:docMk/>
            <pc:sldMk cId="110332476" sldId="3511"/>
            <ac:picMk id="5" creationId="{97BB2147-5C3D-42EC-9922-98FDAAD450EC}"/>
          </ac:picMkLst>
        </pc:picChg>
        <pc:picChg chg="add mod">
          <ac:chgData name="Occhipinti, Annalisa" userId="a66fcd2b-4181-400a-8ca1-7fdb013d8d8c" providerId="ADAL" clId="{43861701-3126-4DB1-8814-2F1E2256ED36}" dt="2021-09-25T10:43:14.676" v="295" actId="14100"/>
          <ac:picMkLst>
            <pc:docMk/>
            <pc:sldMk cId="110332476" sldId="3511"/>
            <ac:picMk id="6" creationId="{D412C3F9-6ABD-47DF-85F0-41F3B8F7AB17}"/>
          </ac:picMkLst>
        </pc:picChg>
      </pc:sldChg>
      <pc:sldChg chg="modSp mod">
        <pc:chgData name="Occhipinti, Annalisa" userId="a66fcd2b-4181-400a-8ca1-7fdb013d8d8c" providerId="ADAL" clId="{43861701-3126-4DB1-8814-2F1E2256ED36}" dt="2021-10-01T19:25:16.581" v="562" actId="20577"/>
        <pc:sldMkLst>
          <pc:docMk/>
          <pc:sldMk cId="3361798422" sldId="3514"/>
        </pc:sldMkLst>
        <pc:spChg chg="mod">
          <ac:chgData name="Occhipinti, Annalisa" userId="a66fcd2b-4181-400a-8ca1-7fdb013d8d8c" providerId="ADAL" clId="{43861701-3126-4DB1-8814-2F1E2256ED36}" dt="2021-10-01T19:25:16.581" v="562" actId="20577"/>
          <ac:spMkLst>
            <pc:docMk/>
            <pc:sldMk cId="3361798422" sldId="3514"/>
            <ac:spMk id="2" creationId="{45D50793-446A-4681-AAE3-5A435E4B8E22}"/>
          </ac:spMkLst>
        </pc:spChg>
        <pc:spChg chg="mod">
          <ac:chgData name="Occhipinti, Annalisa" userId="a66fcd2b-4181-400a-8ca1-7fdb013d8d8c" providerId="ADAL" clId="{43861701-3126-4DB1-8814-2F1E2256ED36}" dt="2021-10-01T09:32:37.441" v="463" actId="20577"/>
          <ac:spMkLst>
            <pc:docMk/>
            <pc:sldMk cId="3361798422" sldId="3514"/>
            <ac:spMk id="3" creationId="{06FB5387-9D31-4C8D-A946-057F65A6208E}"/>
          </ac:spMkLst>
        </pc:spChg>
      </pc:sldChg>
      <pc:sldChg chg="modSp mod">
        <pc:chgData name="Occhipinti, Annalisa" userId="a66fcd2b-4181-400a-8ca1-7fdb013d8d8c" providerId="ADAL" clId="{43861701-3126-4DB1-8814-2F1E2256ED36}" dt="2021-10-01T09:37:08.509" v="553" actId="20577"/>
        <pc:sldMkLst>
          <pc:docMk/>
          <pc:sldMk cId="11675974" sldId="3515"/>
        </pc:sldMkLst>
        <pc:spChg chg="mod">
          <ac:chgData name="Occhipinti, Annalisa" userId="a66fcd2b-4181-400a-8ca1-7fdb013d8d8c" providerId="ADAL" clId="{43861701-3126-4DB1-8814-2F1E2256ED36}" dt="2021-10-01T09:37:08.509" v="553" actId="20577"/>
          <ac:spMkLst>
            <pc:docMk/>
            <pc:sldMk cId="11675974" sldId="3515"/>
            <ac:spMk id="3" creationId="{C1FF838B-C8EC-4718-8D03-6669E7E947BE}"/>
          </ac:spMkLst>
        </pc:spChg>
      </pc:sldChg>
      <pc:sldChg chg="add del">
        <pc:chgData name="Occhipinti, Annalisa" userId="a66fcd2b-4181-400a-8ca1-7fdb013d8d8c" providerId="ADAL" clId="{43861701-3126-4DB1-8814-2F1E2256ED36}" dt="2021-10-03T08:59:08.017" v="1764"/>
        <pc:sldMkLst>
          <pc:docMk/>
          <pc:sldMk cId="2788675982" sldId="3516"/>
        </pc:sldMkLst>
      </pc:sldChg>
      <pc:sldChg chg="addSp delSp modSp add mod delAnim">
        <pc:chgData name="Occhipinti, Annalisa" userId="a66fcd2b-4181-400a-8ca1-7fdb013d8d8c" providerId="ADAL" clId="{43861701-3126-4DB1-8814-2F1E2256ED36}" dt="2021-10-01T09:05:59.226" v="438" actId="14100"/>
        <pc:sldMkLst>
          <pc:docMk/>
          <pc:sldMk cId="356768455" sldId="3517"/>
        </pc:sldMkLst>
        <pc:spChg chg="mod">
          <ac:chgData name="Occhipinti, Annalisa" userId="a66fcd2b-4181-400a-8ca1-7fdb013d8d8c" providerId="ADAL" clId="{43861701-3126-4DB1-8814-2F1E2256ED36}" dt="2021-10-01T09:05:20.101" v="418" actId="20577"/>
          <ac:spMkLst>
            <pc:docMk/>
            <pc:sldMk cId="356768455" sldId="3517"/>
            <ac:spMk id="2" creationId="{EE9C21F7-15DD-4735-BCCB-C60D5EC4E102}"/>
          </ac:spMkLst>
        </pc:spChg>
        <pc:spChg chg="del">
          <ac:chgData name="Occhipinti, Annalisa" userId="a66fcd2b-4181-400a-8ca1-7fdb013d8d8c" providerId="ADAL" clId="{43861701-3126-4DB1-8814-2F1E2256ED36}" dt="2021-10-01T09:04:48.879" v="412" actId="478"/>
          <ac:spMkLst>
            <pc:docMk/>
            <pc:sldMk cId="356768455" sldId="3517"/>
            <ac:spMk id="3" creationId="{B632559F-179C-4436-9DE2-7D598A54FF21}"/>
          </ac:spMkLst>
        </pc:spChg>
        <pc:spChg chg="del mod">
          <ac:chgData name="Occhipinti, Annalisa" userId="a66fcd2b-4181-400a-8ca1-7fdb013d8d8c" providerId="ADAL" clId="{43861701-3126-4DB1-8814-2F1E2256ED36}" dt="2021-10-01T09:04:48.168" v="411" actId="478"/>
          <ac:spMkLst>
            <pc:docMk/>
            <pc:sldMk cId="356768455" sldId="3517"/>
            <ac:spMk id="5" creationId="{6F1DEA98-F16A-420E-AE9E-FEEA9B723274}"/>
          </ac:spMkLst>
        </pc:spChg>
        <pc:spChg chg="add mod">
          <ac:chgData name="Occhipinti, Annalisa" userId="a66fcd2b-4181-400a-8ca1-7fdb013d8d8c" providerId="ADAL" clId="{43861701-3126-4DB1-8814-2F1E2256ED36}" dt="2021-10-01T09:04:48.879" v="412" actId="478"/>
          <ac:spMkLst>
            <pc:docMk/>
            <pc:sldMk cId="356768455" sldId="3517"/>
            <ac:spMk id="6" creationId="{170CDC69-1196-48EF-8D89-036A0D24CF28}"/>
          </ac:spMkLst>
        </pc:spChg>
        <pc:spChg chg="del mod">
          <ac:chgData name="Occhipinti, Annalisa" userId="a66fcd2b-4181-400a-8ca1-7fdb013d8d8c" providerId="ADAL" clId="{43861701-3126-4DB1-8814-2F1E2256ED36}" dt="2021-10-01T09:05:39.748" v="425" actId="21"/>
          <ac:spMkLst>
            <pc:docMk/>
            <pc:sldMk cId="356768455" sldId="3517"/>
            <ac:spMk id="7" creationId="{3BF85D2B-F33A-4119-8278-3C52EE51F26E}"/>
          </ac:spMkLst>
        </pc:spChg>
        <pc:spChg chg="del mod">
          <ac:chgData name="Occhipinti, Annalisa" userId="a66fcd2b-4181-400a-8ca1-7fdb013d8d8c" providerId="ADAL" clId="{43861701-3126-4DB1-8814-2F1E2256ED36}" dt="2021-10-01T09:05:39.748" v="425" actId="21"/>
          <ac:spMkLst>
            <pc:docMk/>
            <pc:sldMk cId="356768455" sldId="3517"/>
            <ac:spMk id="9" creationId="{6983A64B-F390-4ABC-A882-9843F684C5BC}"/>
          </ac:spMkLst>
        </pc:spChg>
        <pc:spChg chg="del mod">
          <ac:chgData name="Occhipinti, Annalisa" userId="a66fcd2b-4181-400a-8ca1-7fdb013d8d8c" providerId="ADAL" clId="{43861701-3126-4DB1-8814-2F1E2256ED36}" dt="2021-10-01T09:05:39.748" v="425" actId="21"/>
          <ac:spMkLst>
            <pc:docMk/>
            <pc:sldMk cId="356768455" sldId="3517"/>
            <ac:spMk id="11" creationId="{4735D2C5-55B4-44D4-AC3D-7F5BB64F4ECE}"/>
          </ac:spMkLst>
        </pc:spChg>
        <pc:spChg chg="del mod">
          <ac:chgData name="Occhipinti, Annalisa" userId="a66fcd2b-4181-400a-8ca1-7fdb013d8d8c" providerId="ADAL" clId="{43861701-3126-4DB1-8814-2F1E2256ED36}" dt="2021-10-01T09:05:39.748" v="425" actId="21"/>
          <ac:spMkLst>
            <pc:docMk/>
            <pc:sldMk cId="356768455" sldId="3517"/>
            <ac:spMk id="13" creationId="{0330A373-6505-4D96-8063-F4FD020E9DC7}"/>
          </ac:spMkLst>
        </pc:spChg>
        <pc:picChg chg="add mod">
          <ac:chgData name="Occhipinti, Annalisa" userId="a66fcd2b-4181-400a-8ca1-7fdb013d8d8c" providerId="ADAL" clId="{43861701-3126-4DB1-8814-2F1E2256ED36}" dt="2021-10-01T09:05:59.226" v="438" actId="14100"/>
          <ac:picMkLst>
            <pc:docMk/>
            <pc:sldMk cId="356768455" sldId="3517"/>
            <ac:picMk id="1026" creationId="{9696DEDF-CD66-48D9-96A9-2CB0FFEA8E73}"/>
          </ac:picMkLst>
        </pc:picChg>
      </pc:sldChg>
      <pc:sldChg chg="addSp modSp new mod modAnim">
        <pc:chgData name="Occhipinti, Annalisa" userId="a66fcd2b-4181-400a-8ca1-7fdb013d8d8c" providerId="ADAL" clId="{43861701-3126-4DB1-8814-2F1E2256ED36}" dt="2021-10-03T08:53:42.756" v="1745" actId="1076"/>
        <pc:sldMkLst>
          <pc:docMk/>
          <pc:sldMk cId="3411933338" sldId="3518"/>
        </pc:sldMkLst>
        <pc:spChg chg="mod">
          <ac:chgData name="Occhipinti, Annalisa" userId="a66fcd2b-4181-400a-8ca1-7fdb013d8d8c" providerId="ADAL" clId="{43861701-3126-4DB1-8814-2F1E2256ED36}" dt="2021-10-03T08:33:07.595" v="982" actId="1076"/>
          <ac:spMkLst>
            <pc:docMk/>
            <pc:sldMk cId="3411933338" sldId="3518"/>
            <ac:spMk id="2" creationId="{441C771F-3003-4606-9CD4-DBE358612156}"/>
          </ac:spMkLst>
        </pc:spChg>
        <pc:spChg chg="mod">
          <ac:chgData name="Occhipinti, Annalisa" userId="a66fcd2b-4181-400a-8ca1-7fdb013d8d8c" providerId="ADAL" clId="{43861701-3126-4DB1-8814-2F1E2256ED36}" dt="2021-10-03T08:34:13.481" v="992" actId="113"/>
          <ac:spMkLst>
            <pc:docMk/>
            <pc:sldMk cId="3411933338" sldId="3518"/>
            <ac:spMk id="3" creationId="{0DD7229A-5193-4F69-A376-58F4CE0C7A2C}"/>
          </ac:spMkLst>
        </pc:spChg>
        <pc:spChg chg="add mod ord">
          <ac:chgData name="Occhipinti, Annalisa" userId="a66fcd2b-4181-400a-8ca1-7fdb013d8d8c" providerId="ADAL" clId="{43861701-3126-4DB1-8814-2F1E2256ED36}" dt="2021-10-03T08:53:42.756" v="1745" actId="1076"/>
          <ac:spMkLst>
            <pc:docMk/>
            <pc:sldMk cId="3411933338" sldId="3518"/>
            <ac:spMk id="8" creationId="{8DDAA8B9-3BA4-43AB-B9DB-08C10C45D691}"/>
          </ac:spMkLst>
        </pc:spChg>
        <pc:spChg chg="add mod">
          <ac:chgData name="Occhipinti, Annalisa" userId="a66fcd2b-4181-400a-8ca1-7fdb013d8d8c" providerId="ADAL" clId="{43861701-3126-4DB1-8814-2F1E2256ED36}" dt="2021-10-03T08:33:17.892" v="984" actId="1076"/>
          <ac:spMkLst>
            <pc:docMk/>
            <pc:sldMk cId="3411933338" sldId="3518"/>
            <ac:spMk id="9" creationId="{70735C37-39E4-4C49-B6E8-83C703622191}"/>
          </ac:spMkLst>
        </pc:spChg>
        <pc:spChg chg="add mod">
          <ac:chgData name="Occhipinti, Annalisa" userId="a66fcd2b-4181-400a-8ca1-7fdb013d8d8c" providerId="ADAL" clId="{43861701-3126-4DB1-8814-2F1E2256ED36}" dt="2021-10-03T08:33:17.892" v="984" actId="1076"/>
          <ac:spMkLst>
            <pc:docMk/>
            <pc:sldMk cId="3411933338" sldId="3518"/>
            <ac:spMk id="10" creationId="{2B6EB21C-8681-48BB-9FE7-1E513EE9ECEE}"/>
          </ac:spMkLst>
        </pc:spChg>
        <pc:grpChg chg="add mod">
          <ac:chgData name="Occhipinti, Annalisa" userId="a66fcd2b-4181-400a-8ca1-7fdb013d8d8c" providerId="ADAL" clId="{43861701-3126-4DB1-8814-2F1E2256ED36}" dt="2021-10-03T08:33:17.892" v="984" actId="1076"/>
          <ac:grpSpMkLst>
            <pc:docMk/>
            <pc:sldMk cId="3411933338" sldId="3518"/>
            <ac:grpSpMk id="11" creationId="{AEB9184B-A9A3-45A5-A57A-2B29788153ED}"/>
          </ac:grpSpMkLst>
        </pc:grpChg>
        <pc:grpChg chg="add mod">
          <ac:chgData name="Occhipinti, Annalisa" userId="a66fcd2b-4181-400a-8ca1-7fdb013d8d8c" providerId="ADAL" clId="{43861701-3126-4DB1-8814-2F1E2256ED36}" dt="2021-10-03T08:33:17.892" v="984" actId="1076"/>
          <ac:grpSpMkLst>
            <pc:docMk/>
            <pc:sldMk cId="3411933338" sldId="3518"/>
            <ac:grpSpMk id="12" creationId="{A7E3682F-09E6-458C-B6F8-D6B4B11C55B3}"/>
          </ac:grpSpMkLst>
        </pc:grpChg>
        <pc:picChg chg="add mod">
          <ac:chgData name="Occhipinti, Annalisa" userId="a66fcd2b-4181-400a-8ca1-7fdb013d8d8c" providerId="ADAL" clId="{43861701-3126-4DB1-8814-2F1E2256ED36}" dt="2021-10-03T08:33:17.892" v="984" actId="1076"/>
          <ac:picMkLst>
            <pc:docMk/>
            <pc:sldMk cId="3411933338" sldId="3518"/>
            <ac:picMk id="5" creationId="{6D06FE92-F09A-4984-92B4-759B9FC90A4F}"/>
          </ac:picMkLst>
        </pc:picChg>
        <pc:picChg chg="add mod">
          <ac:chgData name="Occhipinti, Annalisa" userId="a66fcd2b-4181-400a-8ca1-7fdb013d8d8c" providerId="ADAL" clId="{43861701-3126-4DB1-8814-2F1E2256ED36}" dt="2021-10-03T08:33:17.892" v="984" actId="1076"/>
          <ac:picMkLst>
            <pc:docMk/>
            <pc:sldMk cId="3411933338" sldId="3518"/>
            <ac:picMk id="6" creationId="{D2C8DCE0-A2AF-4986-8472-EF99226A240B}"/>
          </ac:picMkLst>
        </pc:picChg>
        <pc:picChg chg="add mod">
          <ac:chgData name="Occhipinti, Annalisa" userId="a66fcd2b-4181-400a-8ca1-7fdb013d8d8c" providerId="ADAL" clId="{43861701-3126-4DB1-8814-2F1E2256ED36}" dt="2021-10-03T08:33:17.892" v="984" actId="1076"/>
          <ac:picMkLst>
            <pc:docMk/>
            <pc:sldMk cId="3411933338" sldId="3518"/>
            <ac:picMk id="7" creationId="{6070A407-0E78-4D90-9AA6-1BF1A4DF7545}"/>
          </ac:picMkLst>
        </pc:picChg>
        <pc:picChg chg="add mod">
          <ac:chgData name="Occhipinti, Annalisa" userId="a66fcd2b-4181-400a-8ca1-7fdb013d8d8c" providerId="ADAL" clId="{43861701-3126-4DB1-8814-2F1E2256ED36}" dt="2021-10-03T08:53:21.316" v="1739" actId="1076"/>
          <ac:picMkLst>
            <pc:docMk/>
            <pc:sldMk cId="3411933338" sldId="3518"/>
            <ac:picMk id="13" creationId="{EA179100-0828-48BE-BB96-C925CEAAA68D}"/>
          </ac:picMkLst>
        </pc:picChg>
      </pc:sldChg>
      <pc:sldChg chg="addSp delSp modSp add mod modAnim">
        <pc:chgData name="Occhipinti, Annalisa" userId="a66fcd2b-4181-400a-8ca1-7fdb013d8d8c" providerId="ADAL" clId="{43861701-3126-4DB1-8814-2F1E2256ED36}" dt="2021-10-03T08:44:19.340" v="1395"/>
        <pc:sldMkLst>
          <pc:docMk/>
          <pc:sldMk cId="3595414282" sldId="3519"/>
        </pc:sldMkLst>
        <pc:spChg chg="mod">
          <ac:chgData name="Occhipinti, Annalisa" userId="a66fcd2b-4181-400a-8ca1-7fdb013d8d8c" providerId="ADAL" clId="{43861701-3126-4DB1-8814-2F1E2256ED36}" dt="2021-10-03T08:40:01.224" v="1211" actId="20577"/>
          <ac:spMkLst>
            <pc:docMk/>
            <pc:sldMk cId="3595414282" sldId="3519"/>
            <ac:spMk id="2" creationId="{441C771F-3003-4606-9CD4-DBE358612156}"/>
          </ac:spMkLst>
        </pc:spChg>
        <pc:spChg chg="mod">
          <ac:chgData name="Occhipinti, Annalisa" userId="a66fcd2b-4181-400a-8ca1-7fdb013d8d8c" providerId="ADAL" clId="{43861701-3126-4DB1-8814-2F1E2256ED36}" dt="2021-10-03T08:43:30.265" v="1386" actId="113"/>
          <ac:spMkLst>
            <pc:docMk/>
            <pc:sldMk cId="3595414282" sldId="3519"/>
            <ac:spMk id="3" creationId="{0DD7229A-5193-4F69-A376-58F4CE0C7A2C}"/>
          </ac:spMkLst>
        </pc:spChg>
        <pc:spChg chg="mod ord">
          <ac:chgData name="Occhipinti, Annalisa" userId="a66fcd2b-4181-400a-8ca1-7fdb013d8d8c" providerId="ADAL" clId="{43861701-3126-4DB1-8814-2F1E2256ED36}" dt="2021-10-03T08:43:38.779" v="1387" actId="1076"/>
          <ac:spMkLst>
            <pc:docMk/>
            <pc:sldMk cId="3595414282" sldId="3519"/>
            <ac:spMk id="8" creationId="{8DDAA8B9-3BA4-43AB-B9DB-08C10C45D691}"/>
          </ac:spMkLst>
        </pc:spChg>
        <pc:spChg chg="mod">
          <ac:chgData name="Occhipinti, Annalisa" userId="a66fcd2b-4181-400a-8ca1-7fdb013d8d8c" providerId="ADAL" clId="{43861701-3126-4DB1-8814-2F1E2256ED36}" dt="2021-10-03T08:42:00.924" v="1375" actId="164"/>
          <ac:spMkLst>
            <pc:docMk/>
            <pc:sldMk cId="3595414282" sldId="3519"/>
            <ac:spMk id="18" creationId="{292C64E2-FCC9-47CB-8932-A157ACC0C757}"/>
          </ac:spMkLst>
        </pc:spChg>
        <pc:grpChg chg="mod">
          <ac:chgData name="Occhipinti, Annalisa" userId="a66fcd2b-4181-400a-8ca1-7fdb013d8d8c" providerId="ADAL" clId="{43861701-3126-4DB1-8814-2F1E2256ED36}" dt="2021-10-03T08:39:41.964" v="1205" actId="14100"/>
          <ac:grpSpMkLst>
            <pc:docMk/>
            <pc:sldMk cId="3595414282" sldId="3519"/>
            <ac:grpSpMk id="11" creationId="{AEB9184B-A9A3-45A5-A57A-2B29788153ED}"/>
          </ac:grpSpMkLst>
        </pc:grpChg>
        <pc:grpChg chg="mod">
          <ac:chgData name="Occhipinti, Annalisa" userId="a66fcd2b-4181-400a-8ca1-7fdb013d8d8c" providerId="ADAL" clId="{43861701-3126-4DB1-8814-2F1E2256ED36}" dt="2021-10-03T08:39:43.372" v="1206" actId="1076"/>
          <ac:grpSpMkLst>
            <pc:docMk/>
            <pc:sldMk cId="3595414282" sldId="3519"/>
            <ac:grpSpMk id="12" creationId="{A7E3682F-09E6-458C-B6F8-D6B4B11C55B3}"/>
          </ac:grpSpMkLst>
        </pc:grpChg>
        <pc:grpChg chg="add mod ord">
          <ac:chgData name="Occhipinti, Annalisa" userId="a66fcd2b-4181-400a-8ca1-7fdb013d8d8c" providerId="ADAL" clId="{43861701-3126-4DB1-8814-2F1E2256ED36}" dt="2021-10-03T08:43:48.493" v="1389" actId="1076"/>
          <ac:grpSpMkLst>
            <pc:docMk/>
            <pc:sldMk cId="3595414282" sldId="3519"/>
            <ac:grpSpMk id="16" creationId="{64C06722-C14A-4C74-82E1-89F25B8FF268}"/>
          </ac:grpSpMkLst>
        </pc:grpChg>
        <pc:grpChg chg="add mod">
          <ac:chgData name="Occhipinti, Annalisa" userId="a66fcd2b-4181-400a-8ca1-7fdb013d8d8c" providerId="ADAL" clId="{43861701-3126-4DB1-8814-2F1E2256ED36}" dt="2021-10-03T08:42:00.924" v="1375" actId="164"/>
          <ac:grpSpMkLst>
            <pc:docMk/>
            <pc:sldMk cId="3595414282" sldId="3519"/>
            <ac:grpSpMk id="21" creationId="{D9EFEA45-C3C0-47C2-9C57-FFFB61054665}"/>
          </ac:grpSpMkLst>
        </pc:grpChg>
        <pc:picChg chg="mod">
          <ac:chgData name="Occhipinti, Annalisa" userId="a66fcd2b-4181-400a-8ca1-7fdb013d8d8c" providerId="ADAL" clId="{43861701-3126-4DB1-8814-2F1E2256ED36}" dt="2021-10-03T08:39:35.308" v="1201" actId="1076"/>
          <ac:picMkLst>
            <pc:docMk/>
            <pc:sldMk cId="3595414282" sldId="3519"/>
            <ac:picMk id="5" creationId="{6D06FE92-F09A-4984-92B4-759B9FC90A4F}"/>
          </ac:picMkLst>
        </pc:picChg>
        <pc:picChg chg="del">
          <ac:chgData name="Occhipinti, Annalisa" userId="a66fcd2b-4181-400a-8ca1-7fdb013d8d8c" providerId="ADAL" clId="{43861701-3126-4DB1-8814-2F1E2256ED36}" dt="2021-10-03T08:37:31.217" v="1040" actId="478"/>
          <ac:picMkLst>
            <pc:docMk/>
            <pc:sldMk cId="3595414282" sldId="3519"/>
            <ac:picMk id="13" creationId="{EA179100-0828-48BE-BB96-C925CEAAA68D}"/>
          </ac:picMkLst>
        </pc:picChg>
        <pc:picChg chg="add mod">
          <ac:chgData name="Occhipinti, Annalisa" userId="a66fcd2b-4181-400a-8ca1-7fdb013d8d8c" providerId="ADAL" clId="{43861701-3126-4DB1-8814-2F1E2256ED36}" dt="2021-10-03T08:39:33.860" v="1200" actId="1076"/>
          <ac:picMkLst>
            <pc:docMk/>
            <pc:sldMk cId="3595414282" sldId="3519"/>
            <ac:picMk id="15" creationId="{272BCE66-0384-4FB8-BEDE-FC6E6979D0B7}"/>
          </ac:picMkLst>
        </pc:picChg>
        <pc:picChg chg="mod">
          <ac:chgData name="Occhipinti, Annalisa" userId="a66fcd2b-4181-400a-8ca1-7fdb013d8d8c" providerId="ADAL" clId="{43861701-3126-4DB1-8814-2F1E2256ED36}" dt="2021-10-03T08:42:00.924" v="1375" actId="164"/>
          <ac:picMkLst>
            <pc:docMk/>
            <pc:sldMk cId="3595414282" sldId="3519"/>
            <ac:picMk id="17" creationId="{D18C2243-5848-41E9-885B-497C0E9ABA3A}"/>
          </ac:picMkLst>
        </pc:picChg>
        <pc:picChg chg="add mod">
          <ac:chgData name="Occhipinti, Annalisa" userId="a66fcd2b-4181-400a-8ca1-7fdb013d8d8c" providerId="ADAL" clId="{43861701-3126-4DB1-8814-2F1E2256ED36}" dt="2021-10-03T08:43:50.717" v="1390" actId="1076"/>
          <ac:picMkLst>
            <pc:docMk/>
            <pc:sldMk cId="3595414282" sldId="3519"/>
            <ac:picMk id="20" creationId="{E26261E6-6967-44BC-BDCC-009EBC32B56D}"/>
          </ac:picMkLst>
        </pc:picChg>
      </pc:sldChg>
      <pc:sldChg chg="addSp delSp modSp add mod delAnim modAnim">
        <pc:chgData name="Occhipinti, Annalisa" userId="a66fcd2b-4181-400a-8ca1-7fdb013d8d8c" providerId="ADAL" clId="{43861701-3126-4DB1-8814-2F1E2256ED36}" dt="2021-10-03T08:52:35.402" v="1727" actId="20577"/>
        <pc:sldMkLst>
          <pc:docMk/>
          <pc:sldMk cId="3786758061" sldId="3520"/>
        </pc:sldMkLst>
        <pc:spChg chg="mod">
          <ac:chgData name="Occhipinti, Annalisa" userId="a66fcd2b-4181-400a-8ca1-7fdb013d8d8c" providerId="ADAL" clId="{43861701-3126-4DB1-8814-2F1E2256ED36}" dt="2021-10-03T08:52:35.402" v="1727" actId="20577"/>
          <ac:spMkLst>
            <pc:docMk/>
            <pc:sldMk cId="3786758061" sldId="3520"/>
            <ac:spMk id="2" creationId="{441C771F-3003-4606-9CD4-DBE358612156}"/>
          </ac:spMkLst>
        </pc:spChg>
        <pc:spChg chg="mod">
          <ac:chgData name="Occhipinti, Annalisa" userId="a66fcd2b-4181-400a-8ca1-7fdb013d8d8c" providerId="ADAL" clId="{43861701-3126-4DB1-8814-2F1E2256ED36}" dt="2021-10-03T08:50:03.475" v="1653" actId="113"/>
          <ac:spMkLst>
            <pc:docMk/>
            <pc:sldMk cId="3786758061" sldId="3520"/>
            <ac:spMk id="3" creationId="{0DD7229A-5193-4F69-A376-58F4CE0C7A2C}"/>
          </ac:spMkLst>
        </pc:spChg>
        <pc:spChg chg="mod ord">
          <ac:chgData name="Occhipinti, Annalisa" userId="a66fcd2b-4181-400a-8ca1-7fdb013d8d8c" providerId="ADAL" clId="{43861701-3126-4DB1-8814-2F1E2256ED36}" dt="2021-10-03T08:51:58.276" v="1697" actId="1076"/>
          <ac:spMkLst>
            <pc:docMk/>
            <pc:sldMk cId="3786758061" sldId="3520"/>
            <ac:spMk id="8" creationId="{8DDAA8B9-3BA4-43AB-B9DB-08C10C45D691}"/>
          </ac:spMkLst>
        </pc:spChg>
        <pc:spChg chg="mod">
          <ac:chgData name="Occhipinti, Annalisa" userId="a66fcd2b-4181-400a-8ca1-7fdb013d8d8c" providerId="ADAL" clId="{43861701-3126-4DB1-8814-2F1E2256ED36}" dt="2021-10-03T08:47:56.217" v="1483"/>
          <ac:spMkLst>
            <pc:docMk/>
            <pc:sldMk cId="3786758061" sldId="3520"/>
            <ac:spMk id="16" creationId="{BCC7CFE9-71C6-499B-95D7-B407941911B9}"/>
          </ac:spMkLst>
        </pc:spChg>
        <pc:spChg chg="mod">
          <ac:chgData name="Occhipinti, Annalisa" userId="a66fcd2b-4181-400a-8ca1-7fdb013d8d8c" providerId="ADAL" clId="{43861701-3126-4DB1-8814-2F1E2256ED36}" dt="2021-10-03T08:49:21.492" v="1639" actId="1076"/>
          <ac:spMkLst>
            <pc:docMk/>
            <pc:sldMk cId="3786758061" sldId="3520"/>
            <ac:spMk id="19" creationId="{62734B6A-E67D-478D-A91C-944A256F6844}"/>
          </ac:spMkLst>
        </pc:spChg>
        <pc:spChg chg="mod">
          <ac:chgData name="Occhipinti, Annalisa" userId="a66fcd2b-4181-400a-8ca1-7fdb013d8d8c" providerId="ADAL" clId="{43861701-3126-4DB1-8814-2F1E2256ED36}" dt="2021-10-03T08:49:21.492" v="1639" actId="1076"/>
          <ac:spMkLst>
            <pc:docMk/>
            <pc:sldMk cId="3786758061" sldId="3520"/>
            <ac:spMk id="22" creationId="{90D83AA5-E5FD-42F8-B0A1-938BF7F094BA}"/>
          </ac:spMkLst>
        </pc:spChg>
        <pc:spChg chg="mod">
          <ac:chgData name="Occhipinti, Annalisa" userId="a66fcd2b-4181-400a-8ca1-7fdb013d8d8c" providerId="ADAL" clId="{43861701-3126-4DB1-8814-2F1E2256ED36}" dt="2021-10-03T08:49:21.492" v="1639" actId="1076"/>
          <ac:spMkLst>
            <pc:docMk/>
            <pc:sldMk cId="3786758061" sldId="3520"/>
            <ac:spMk id="25" creationId="{DAE01A5E-4C1E-4C30-9E87-B35E65D733CD}"/>
          </ac:spMkLst>
        </pc:spChg>
        <pc:grpChg chg="mod">
          <ac:chgData name="Occhipinti, Annalisa" userId="a66fcd2b-4181-400a-8ca1-7fdb013d8d8c" providerId="ADAL" clId="{43861701-3126-4DB1-8814-2F1E2256ED36}" dt="2021-10-03T08:49:30.620" v="1645" actId="1076"/>
          <ac:grpSpMkLst>
            <pc:docMk/>
            <pc:sldMk cId="3786758061" sldId="3520"/>
            <ac:grpSpMk id="11" creationId="{AEB9184B-A9A3-45A5-A57A-2B29788153ED}"/>
          </ac:grpSpMkLst>
        </pc:grpChg>
        <pc:grpChg chg="del">
          <ac:chgData name="Occhipinti, Annalisa" userId="a66fcd2b-4181-400a-8ca1-7fdb013d8d8c" providerId="ADAL" clId="{43861701-3126-4DB1-8814-2F1E2256ED36}" dt="2021-10-03T08:49:22.885" v="1640" actId="478"/>
          <ac:grpSpMkLst>
            <pc:docMk/>
            <pc:sldMk cId="3786758061" sldId="3520"/>
            <ac:grpSpMk id="12" creationId="{A7E3682F-09E6-458C-B6F8-D6B4B11C55B3}"/>
          </ac:grpSpMkLst>
        </pc:grpChg>
        <pc:grpChg chg="add del mod">
          <ac:chgData name="Occhipinti, Annalisa" userId="a66fcd2b-4181-400a-8ca1-7fdb013d8d8c" providerId="ADAL" clId="{43861701-3126-4DB1-8814-2F1E2256ED36}" dt="2021-10-03T08:49:26.616" v="1642" actId="478"/>
          <ac:grpSpMkLst>
            <pc:docMk/>
            <pc:sldMk cId="3786758061" sldId="3520"/>
            <ac:grpSpMk id="14" creationId="{A45B68CA-12B9-46DC-90C2-C967E4F1E51C}"/>
          </ac:grpSpMkLst>
        </pc:grpChg>
        <pc:grpChg chg="add mod">
          <ac:chgData name="Occhipinti, Annalisa" userId="a66fcd2b-4181-400a-8ca1-7fdb013d8d8c" providerId="ADAL" clId="{43861701-3126-4DB1-8814-2F1E2256ED36}" dt="2021-10-03T08:49:29.836" v="1644" actId="1076"/>
          <ac:grpSpMkLst>
            <pc:docMk/>
            <pc:sldMk cId="3786758061" sldId="3520"/>
            <ac:grpSpMk id="17" creationId="{EB18920F-0897-4DA6-A8F2-24CC8B303A2B}"/>
          </ac:grpSpMkLst>
        </pc:grpChg>
        <pc:grpChg chg="add mod ord">
          <ac:chgData name="Occhipinti, Annalisa" userId="a66fcd2b-4181-400a-8ca1-7fdb013d8d8c" providerId="ADAL" clId="{43861701-3126-4DB1-8814-2F1E2256ED36}" dt="2021-10-03T08:51:32.636" v="1693" actId="1076"/>
          <ac:grpSpMkLst>
            <pc:docMk/>
            <pc:sldMk cId="3786758061" sldId="3520"/>
            <ac:grpSpMk id="20" creationId="{C41A25F3-CF87-43B8-AB41-7F6C7BFCC80F}"/>
          </ac:grpSpMkLst>
        </pc:grpChg>
        <pc:grpChg chg="add del mod">
          <ac:chgData name="Occhipinti, Annalisa" userId="a66fcd2b-4181-400a-8ca1-7fdb013d8d8c" providerId="ADAL" clId="{43861701-3126-4DB1-8814-2F1E2256ED36}" dt="2021-10-03T08:49:25.149" v="1641" actId="478"/>
          <ac:grpSpMkLst>
            <pc:docMk/>
            <pc:sldMk cId="3786758061" sldId="3520"/>
            <ac:grpSpMk id="23" creationId="{01D4990A-29E6-4DD3-A7D4-C2EEA0B40E9F}"/>
          </ac:grpSpMkLst>
        </pc:grpChg>
        <pc:picChg chg="mod">
          <ac:chgData name="Occhipinti, Annalisa" userId="a66fcd2b-4181-400a-8ca1-7fdb013d8d8c" providerId="ADAL" clId="{43861701-3126-4DB1-8814-2F1E2256ED36}" dt="2021-10-03T08:49:21.492" v="1639" actId="1076"/>
          <ac:picMkLst>
            <pc:docMk/>
            <pc:sldMk cId="3786758061" sldId="3520"/>
            <ac:picMk id="5" creationId="{6D06FE92-F09A-4984-92B4-759B9FC90A4F}"/>
          </ac:picMkLst>
        </pc:picChg>
        <pc:picChg chg="del">
          <ac:chgData name="Occhipinti, Annalisa" userId="a66fcd2b-4181-400a-8ca1-7fdb013d8d8c" providerId="ADAL" clId="{43861701-3126-4DB1-8814-2F1E2256ED36}" dt="2021-10-03T08:47:53.834" v="1482" actId="478"/>
          <ac:picMkLst>
            <pc:docMk/>
            <pc:sldMk cId="3786758061" sldId="3520"/>
            <ac:picMk id="13" creationId="{EA179100-0828-48BE-BB96-C925CEAAA68D}"/>
          </ac:picMkLst>
        </pc:picChg>
        <pc:picChg chg="mod">
          <ac:chgData name="Occhipinti, Annalisa" userId="a66fcd2b-4181-400a-8ca1-7fdb013d8d8c" providerId="ADAL" clId="{43861701-3126-4DB1-8814-2F1E2256ED36}" dt="2021-10-03T08:47:56.217" v="1483"/>
          <ac:picMkLst>
            <pc:docMk/>
            <pc:sldMk cId="3786758061" sldId="3520"/>
            <ac:picMk id="15" creationId="{23A99ACF-3609-4378-965E-DF296C9714B2}"/>
          </ac:picMkLst>
        </pc:picChg>
        <pc:picChg chg="mod">
          <ac:chgData name="Occhipinti, Annalisa" userId="a66fcd2b-4181-400a-8ca1-7fdb013d8d8c" providerId="ADAL" clId="{43861701-3126-4DB1-8814-2F1E2256ED36}" dt="2021-10-03T08:49:21.492" v="1639" actId="1076"/>
          <ac:picMkLst>
            <pc:docMk/>
            <pc:sldMk cId="3786758061" sldId="3520"/>
            <ac:picMk id="18" creationId="{F7428302-A0BB-4C78-90B5-8F155CFB706E}"/>
          </ac:picMkLst>
        </pc:picChg>
        <pc:picChg chg="mod">
          <ac:chgData name="Occhipinti, Annalisa" userId="a66fcd2b-4181-400a-8ca1-7fdb013d8d8c" providerId="ADAL" clId="{43861701-3126-4DB1-8814-2F1E2256ED36}" dt="2021-10-03T08:49:21.492" v="1639" actId="1076"/>
          <ac:picMkLst>
            <pc:docMk/>
            <pc:sldMk cId="3786758061" sldId="3520"/>
            <ac:picMk id="21" creationId="{9DA0FB25-AFE9-49F5-9847-44CF47235A94}"/>
          </ac:picMkLst>
        </pc:picChg>
        <pc:picChg chg="mod">
          <ac:chgData name="Occhipinti, Annalisa" userId="a66fcd2b-4181-400a-8ca1-7fdb013d8d8c" providerId="ADAL" clId="{43861701-3126-4DB1-8814-2F1E2256ED36}" dt="2021-10-03T08:49:21.492" v="1639" actId="1076"/>
          <ac:picMkLst>
            <pc:docMk/>
            <pc:sldMk cId="3786758061" sldId="3520"/>
            <ac:picMk id="24" creationId="{FC5DE62A-30CC-4434-BFC7-76E96293172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465143-2EDE-4642-9FCB-0F0E19AFDF91}" type="datetimeFigureOut">
              <a:rPr lang="en-GB" smtClean="0"/>
              <a:t>27/09/2024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0711E-2C8B-4DF2-B294-31DEAA4D9F19}" type="slidenum">
              <a:rPr lang="en-GB" smtClean="0"/>
              <a:t>‹#›</a:t>
            </a:fld>
            <a:endParaRPr lang="en-GB"/>
          </a:p>
        </p:txBody>
      </p:sp>
    </p:spTree>
    <p:extLst>
      <p:ext uri="{BB962C8B-B14F-4D97-AF65-F5344CB8AC3E}">
        <p14:creationId xmlns:p14="http://schemas.microsoft.com/office/powerpoint/2010/main" val="1033388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microsoft.com/videoplayer/embed/RE4A3RR"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90000"/>
              </a:lnSpc>
              <a:spcBef>
                <a:spcPts val="0"/>
              </a:spcBef>
              <a:spcAft>
                <a:spcPts val="333"/>
              </a:spcAft>
              <a:buClrTx/>
              <a:buSzTx/>
              <a:buFontTx/>
              <a:buNone/>
              <a:tabLst/>
              <a:defRPr/>
            </a:pPr>
            <a:r>
              <a:rPr lang="en-US" sz="800" b="1" dirty="0"/>
              <a:t>Instructor notes</a:t>
            </a:r>
          </a:p>
          <a:p>
            <a:pPr marL="0" marR="0" lvl="0" indent="0" algn="l" defTabSz="914400" rtl="0" eaLnBrk="1" fontAlgn="auto" latinLnBrk="0" hangingPunct="1">
              <a:lnSpc>
                <a:spcPct val="90000"/>
              </a:lnSpc>
              <a:spcBef>
                <a:spcPts val="0"/>
              </a:spcBef>
              <a:spcAft>
                <a:spcPts val="333"/>
              </a:spcAft>
              <a:buClrTx/>
              <a:buSzTx/>
              <a:buFontTx/>
              <a:buNone/>
              <a:tabLst/>
              <a:defRPr/>
            </a:pPr>
            <a:endParaRPr lang="en-US" sz="800" b="1" dirty="0">
              <a:solidFill>
                <a:srgbClr val="505050"/>
              </a:solidFill>
            </a:endParaRPr>
          </a:p>
          <a:p>
            <a:pPr marL="0" marR="0" lvl="0" indent="0" algn="l" defTabSz="914400" rtl="0" eaLnBrk="1" fontAlgn="auto" latinLnBrk="0" hangingPunct="1">
              <a:lnSpc>
                <a:spcPct val="90000"/>
              </a:lnSpc>
              <a:spcBef>
                <a:spcPts val="0"/>
              </a:spcBef>
              <a:spcAft>
                <a:spcPts val="333"/>
              </a:spcAft>
              <a:buClrTx/>
              <a:buSzTx/>
              <a:buFontTx/>
              <a:buNone/>
              <a:tabLst/>
              <a:defRPr/>
            </a:pPr>
            <a:r>
              <a:rPr lang="en-US" sz="800" b="1" dirty="0">
                <a:solidFill>
                  <a:srgbClr val="505050"/>
                </a:solidFill>
              </a:rPr>
              <a:t>Structured data </a:t>
            </a:r>
            <a:r>
              <a:rPr lang="en-US" sz="800" dirty="0">
                <a:solidFill>
                  <a:srgbClr val="505050"/>
                </a:solidFill>
              </a:rPr>
              <a:t>is data that adheres to a schema, so all of the data has the same fields or properties. Structured data can be stored in a database table with rows and columns</a:t>
            </a:r>
          </a:p>
          <a:p>
            <a:pPr marL="0" marR="0" lvl="0" indent="0" algn="l" defTabSz="914400" rtl="0" eaLnBrk="1" fontAlgn="auto" latinLnBrk="0" hangingPunct="1">
              <a:lnSpc>
                <a:spcPct val="90000"/>
              </a:lnSpc>
              <a:spcBef>
                <a:spcPts val="0"/>
              </a:spcBef>
              <a:spcAft>
                <a:spcPts val="333"/>
              </a:spcAft>
              <a:buClrTx/>
              <a:buSzTx/>
              <a:buFontTx/>
              <a:buNone/>
              <a:tabLst/>
              <a:defRPr/>
            </a:pPr>
            <a:r>
              <a:rPr lang="en-US" sz="800" b="1" dirty="0">
                <a:solidFill>
                  <a:srgbClr val="505050"/>
                </a:solidFill>
              </a:rPr>
              <a:t>Semi-structured </a:t>
            </a:r>
            <a:r>
              <a:rPr lang="en-US" sz="800" dirty="0">
                <a:solidFill>
                  <a:srgbClr val="505050"/>
                </a:solidFill>
              </a:rPr>
              <a:t>data doesn't fit neatly into tables, rows, and columns. Instead, semi-structured data uses _tags_ or _keys_ that organize and provide a hierarchy for the data</a:t>
            </a:r>
            <a:endParaRPr kumimoji="0" lang="en-US" sz="800" b="0" i="0" u="none" strike="noStrike" kern="1200" cap="none" spc="0" normalizeH="0" baseline="0" noProof="0" dirty="0">
              <a:ln>
                <a:noFill/>
              </a:ln>
              <a:solidFill>
                <a:srgbClr val="505050"/>
              </a:solidFill>
              <a:effectLst/>
              <a:uLnTx/>
              <a:uFillTx/>
              <a:latin typeface="Segoe UI"/>
              <a:ea typeface="+mn-ea"/>
              <a:cs typeface="+mn-cs"/>
            </a:endParaRPr>
          </a:p>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47482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1" dirty="0"/>
              <a:t>Instructor notes</a:t>
            </a:r>
          </a:p>
          <a:p>
            <a:endParaRPr lang="en-GB" dirty="0"/>
          </a:p>
          <a:p>
            <a:r>
              <a:rPr lang="en-GB" dirty="0"/>
              <a:t>Ensure that students understand ACID:</a:t>
            </a:r>
            <a:br>
              <a:rPr lang="en-GB" dirty="0"/>
            </a:br>
            <a:endParaRPr lang="en-GB" dirty="0"/>
          </a:p>
          <a:p>
            <a:r>
              <a:rPr lang="en-US" sz="882" b="0" kern="1200" dirty="0">
                <a:solidFill>
                  <a:schemeClr val="tx1"/>
                </a:solidFill>
                <a:effectLst/>
                <a:latin typeface="Segoe UI Light" pitchFamily="34" charset="0"/>
                <a:ea typeface="+mn-ea"/>
                <a:cs typeface="+mn-cs"/>
              </a:rPr>
              <a:t> </a:t>
            </a:r>
            <a:r>
              <a:rPr lang="en-US" sz="882" b="0" i="1" kern="1200" dirty="0">
                <a:solidFill>
                  <a:schemeClr val="tx1"/>
                </a:solidFill>
                <a:effectLst/>
                <a:latin typeface="Segoe UI Light" pitchFamily="34" charset="0"/>
                <a:ea typeface="+mn-ea"/>
                <a:cs typeface="+mn-cs"/>
              </a:rPr>
              <a:t>*Atomicity*</a:t>
            </a:r>
            <a:r>
              <a:rPr lang="en-US" sz="882" b="0" kern="1200" dirty="0">
                <a:solidFill>
                  <a:schemeClr val="tx1"/>
                </a:solidFill>
                <a:effectLst/>
                <a:latin typeface="Segoe UI Light" pitchFamily="34" charset="0"/>
                <a:ea typeface="+mn-ea"/>
                <a:cs typeface="+mn-cs"/>
              </a:rPr>
              <a:t> guarantees that each transaction is treated as a single </a:t>
            </a:r>
            <a:r>
              <a:rPr lang="en-US" sz="882" b="0" i="1" kern="1200" dirty="0">
                <a:solidFill>
                  <a:schemeClr val="tx1"/>
                </a:solidFill>
                <a:effectLst/>
                <a:latin typeface="Segoe UI Light" pitchFamily="34" charset="0"/>
                <a:ea typeface="+mn-ea"/>
                <a:cs typeface="+mn-cs"/>
              </a:rPr>
              <a:t>*unit*</a:t>
            </a:r>
            <a:r>
              <a:rPr lang="en-US" sz="882" b="0" kern="1200" dirty="0">
                <a:solidFill>
                  <a:schemeClr val="tx1"/>
                </a:solidFill>
                <a:effectLst/>
                <a:latin typeface="Segoe UI Light" pitchFamily="34" charset="0"/>
                <a:ea typeface="+mn-ea"/>
                <a:cs typeface="+mn-cs"/>
              </a:rPr>
              <a:t>, which either succeeds completely, or fails completely.</a:t>
            </a:r>
          </a:p>
          <a:p>
            <a:br>
              <a:rPr lang="en-US" sz="882" b="0" kern="1200" dirty="0">
                <a:solidFill>
                  <a:schemeClr val="tx1"/>
                </a:solidFill>
                <a:effectLst/>
                <a:latin typeface="Segoe UI Light" pitchFamily="34" charset="0"/>
                <a:ea typeface="+mn-ea"/>
                <a:cs typeface="+mn-cs"/>
              </a:rPr>
            </a:br>
            <a:r>
              <a:rPr lang="en-US" sz="882" b="0" kern="1200" dirty="0">
                <a:solidFill>
                  <a:schemeClr val="tx1"/>
                </a:solidFill>
                <a:effectLst/>
                <a:latin typeface="Segoe UI Light" pitchFamily="34" charset="0"/>
                <a:ea typeface="+mn-ea"/>
                <a:cs typeface="+mn-cs"/>
              </a:rPr>
              <a:t> </a:t>
            </a:r>
            <a:r>
              <a:rPr lang="en-US" sz="882" b="0" i="1" kern="1200" dirty="0">
                <a:solidFill>
                  <a:schemeClr val="tx1"/>
                </a:solidFill>
                <a:effectLst/>
                <a:latin typeface="Segoe UI Light" pitchFamily="34" charset="0"/>
                <a:ea typeface="+mn-ea"/>
                <a:cs typeface="+mn-cs"/>
              </a:rPr>
              <a:t>*Consistency*</a:t>
            </a:r>
            <a:r>
              <a:rPr lang="en-US" sz="882" b="0" kern="1200" dirty="0">
                <a:solidFill>
                  <a:schemeClr val="tx1"/>
                </a:solidFill>
                <a:effectLst/>
                <a:latin typeface="Segoe UI Light" pitchFamily="34" charset="0"/>
                <a:ea typeface="+mn-ea"/>
                <a:cs typeface="+mn-cs"/>
              </a:rPr>
              <a:t> ensures that a transaction can only take the data in the database from one valid state to another. </a:t>
            </a:r>
          </a:p>
          <a:p>
            <a:endParaRPr lang="en-US" sz="882" b="0" kern="1200" dirty="0">
              <a:solidFill>
                <a:schemeClr val="tx1"/>
              </a:solidFill>
              <a:effectLst/>
              <a:latin typeface="Segoe UI Light" pitchFamily="34" charset="0"/>
              <a:ea typeface="+mn-ea"/>
              <a:cs typeface="+mn-cs"/>
            </a:endParaRPr>
          </a:p>
          <a:p>
            <a:r>
              <a:rPr lang="en-US" sz="882" b="0" kern="1200" dirty="0">
                <a:solidFill>
                  <a:schemeClr val="tx1"/>
                </a:solidFill>
                <a:effectLst/>
                <a:latin typeface="Segoe UI Light" pitchFamily="34" charset="0"/>
                <a:ea typeface="+mn-ea"/>
                <a:cs typeface="+mn-cs"/>
              </a:rPr>
              <a:t> </a:t>
            </a:r>
            <a:r>
              <a:rPr lang="en-US" sz="882" b="0" i="1" kern="1200" dirty="0">
                <a:solidFill>
                  <a:schemeClr val="tx1"/>
                </a:solidFill>
                <a:effectLst/>
                <a:latin typeface="Segoe UI Light" pitchFamily="34" charset="0"/>
                <a:ea typeface="+mn-ea"/>
                <a:cs typeface="+mn-cs"/>
              </a:rPr>
              <a:t>*Isolation*</a:t>
            </a:r>
            <a:r>
              <a:rPr lang="en-US" sz="882" b="0" kern="1200" dirty="0">
                <a:solidFill>
                  <a:schemeClr val="tx1"/>
                </a:solidFill>
                <a:effectLst/>
                <a:latin typeface="Segoe UI Light" pitchFamily="34" charset="0"/>
                <a:ea typeface="+mn-ea"/>
                <a:cs typeface="+mn-cs"/>
              </a:rPr>
              <a:t> ensures that concurrent execution of transactions leaves the database in the same state that would have been obtained if the transactions were executed sequentially.</a:t>
            </a:r>
          </a:p>
          <a:p>
            <a:br>
              <a:rPr lang="en-US" sz="882" b="0" kern="1200" dirty="0">
                <a:solidFill>
                  <a:schemeClr val="tx1"/>
                </a:solidFill>
                <a:effectLst/>
                <a:latin typeface="Segoe UI Light" pitchFamily="34" charset="0"/>
                <a:ea typeface="+mn-ea"/>
                <a:cs typeface="+mn-cs"/>
              </a:rPr>
            </a:br>
            <a:r>
              <a:rPr lang="en-US" sz="882" b="0" i="1" kern="1200" dirty="0">
                <a:solidFill>
                  <a:schemeClr val="tx1"/>
                </a:solidFill>
                <a:effectLst/>
                <a:latin typeface="Segoe UI Light" pitchFamily="34" charset="0"/>
                <a:ea typeface="+mn-ea"/>
                <a:cs typeface="+mn-cs"/>
              </a:rPr>
              <a:t>*Durability*</a:t>
            </a:r>
            <a:r>
              <a:rPr lang="en-US" sz="882" b="0" kern="1200" dirty="0">
                <a:solidFill>
                  <a:schemeClr val="tx1"/>
                </a:solidFill>
                <a:effectLst/>
                <a:latin typeface="Segoe UI Light" pitchFamily="34" charset="0"/>
                <a:ea typeface="+mn-ea"/>
                <a:cs typeface="+mn-cs"/>
              </a:rPr>
              <a:t> guarantees that once a transaction has been committed, it will remain committed even if there's a system failure such as a power outage or crash.</a:t>
            </a:r>
          </a:p>
          <a:p>
            <a:endParaRPr lang="en-GB"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31207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1" dirty="0"/>
              <a:t>Instructor notes</a:t>
            </a:r>
          </a:p>
          <a:p>
            <a:endParaRPr lang="en-GB" dirty="0"/>
          </a:p>
          <a:p>
            <a:r>
              <a:rPr lang="en-GB" dirty="0"/>
              <a:t>Data doesn’t follow rules of relational data.</a:t>
            </a:r>
          </a:p>
          <a:p>
            <a:endParaRPr lang="en-GB" dirty="0"/>
          </a:p>
          <a:p>
            <a:r>
              <a:rPr lang="en-GB" dirty="0"/>
              <a:t>Because data can be loaded in its native form, it can be loaded quickly.</a:t>
            </a:r>
          </a:p>
          <a:p>
            <a:endParaRPr lang="en-GB" dirty="0"/>
          </a:p>
          <a:p>
            <a:r>
              <a:rPr lang="en-GB" dirty="0"/>
              <a:t>Very flexible and good for unknown data or queries.</a:t>
            </a:r>
          </a:p>
          <a:p>
            <a:endParaRPr lang="en-GB" dirty="0"/>
          </a:p>
          <a:p>
            <a:r>
              <a:rPr lang="en-GB" dirty="0"/>
              <a:t>Less good for known data structures and known queries.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618352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1" dirty="0"/>
              <a:t>Instructor notes</a:t>
            </a:r>
          </a:p>
          <a:p>
            <a:endParaRPr lang="en-GB" dirty="0"/>
          </a:p>
          <a:p>
            <a:r>
              <a:rPr lang="en-GB" dirty="0"/>
              <a:t>Data doesn’t follow rules of relational data.</a:t>
            </a:r>
          </a:p>
          <a:p>
            <a:endParaRPr lang="en-GB" dirty="0"/>
          </a:p>
          <a:p>
            <a:r>
              <a:rPr lang="en-GB" dirty="0"/>
              <a:t>Because data can be loaded in its native form, it can be loaded quickly.</a:t>
            </a:r>
          </a:p>
          <a:p>
            <a:endParaRPr lang="en-GB" dirty="0"/>
          </a:p>
          <a:p>
            <a:r>
              <a:rPr lang="en-GB" dirty="0"/>
              <a:t>Very flexible and good for unknown data or queries.</a:t>
            </a:r>
          </a:p>
          <a:p>
            <a:endParaRPr lang="en-GB" dirty="0"/>
          </a:p>
          <a:p>
            <a:r>
              <a:rPr lang="en-GB" dirty="0"/>
              <a:t>Less good for known data structures and known queries.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21920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Instructor notes</a:t>
            </a:r>
            <a:endParaRPr lang="en-GB" b="0" dirty="0"/>
          </a:p>
          <a:p>
            <a:endParaRPr lang="en-GB" b="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1" kern="1200" dirty="0">
                <a:solidFill>
                  <a:schemeClr val="tx1"/>
                </a:solidFill>
                <a:effectLst/>
                <a:latin typeface="Segoe UI Light" pitchFamily="34" charset="0"/>
                <a:ea typeface="+mn-ea"/>
                <a:cs typeface="+mn-cs"/>
              </a:rPr>
              <a:t>Graph databases </a:t>
            </a:r>
            <a:r>
              <a:rPr lang="en-US" sz="882" b="0" kern="1200" dirty="0">
                <a:solidFill>
                  <a:schemeClr val="tx1"/>
                </a:solidFill>
                <a:effectLst/>
                <a:latin typeface="Segoe UI Light" pitchFamily="34" charset="0"/>
                <a:ea typeface="+mn-ea"/>
                <a:cs typeface="+mn-cs"/>
              </a:rPr>
              <a:t>enable you to store entities, but the main focus is on the relationships that these entities have with each other. A graph database stores two types of information: nodes that you can think of as instances of entities, and edges, which specify the relationships between nodes.</a:t>
            </a:r>
          </a:p>
          <a:p>
            <a:endParaRPr lang="en-GB"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37132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a:t>
            </a:r>
            <a:r>
              <a:rPr lang="en-US" sz="1800" dirty="0">
                <a:solidFill>
                  <a:srgbClr val="000000"/>
                </a:solidFill>
                <a:effectLst/>
                <a:latin typeface="Calibri" panose="020F0502020204030204" pitchFamily="34" charset="0"/>
                <a:hlinkClick r:id="rId3"/>
              </a:rPr>
              <a:t>https://www.microsoft.com/videoplayer/embed/RE4A3RR</a:t>
            </a: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61112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1" dirty="0"/>
              <a:t>Instructor notes</a:t>
            </a:r>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kern="1200" dirty="0">
                <a:solidFill>
                  <a:schemeClr val="tx1"/>
                </a:solidFill>
                <a:effectLst/>
                <a:latin typeface="Segoe UI Light" pitchFamily="34" charset="0"/>
                <a:ea typeface="+mn-ea"/>
                <a:cs typeface="+mn-cs"/>
              </a:rPr>
              <a:t>A modern data warehouse might contain a mixture of relational and non-relational data, including files, social media streams, and Internet of Things (IoT) sensor data.</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kern="1200" dirty="0">
                <a:solidFill>
                  <a:schemeClr val="tx1"/>
                </a:solidFill>
                <a:effectLst/>
                <a:latin typeface="Segoe UI Light" pitchFamily="34" charset="0"/>
                <a:ea typeface="+mn-ea"/>
                <a:cs typeface="+mn-cs"/>
              </a:rPr>
              <a:t>Azure provides a collection of services you can use to build a data warehouse solution, including Azure Data Factory, Azure Data Lake Storage, Azure Databricks, Azure Synapse Analytics, and Azure Analysis Services.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kern="1200" dirty="0">
                <a:solidFill>
                  <a:schemeClr val="tx1"/>
                </a:solidFill>
                <a:effectLst/>
                <a:latin typeface="Segoe UI Light" pitchFamily="34" charset="0"/>
                <a:ea typeface="+mn-ea"/>
                <a:cs typeface="+mn-cs"/>
              </a:rPr>
              <a:t>You can use tools such as Power BI to analyze and visualize the data, generating reports, charts, and dashboards. </a:t>
            </a:r>
          </a:p>
          <a:p>
            <a:endParaRPr lang="en-GB"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05764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1" dirty="0"/>
              <a:t>Instructor notes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1"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1" kern="1200" dirty="0">
                <a:solidFill>
                  <a:schemeClr val="tx1"/>
                </a:solidFill>
                <a:effectLst/>
                <a:latin typeface="Segoe UI Light" pitchFamily="34" charset="0"/>
                <a:ea typeface="+mn-ea"/>
                <a:cs typeface="+mn-cs"/>
              </a:rPr>
              <a:t>Batch processing</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1"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kern="1200" dirty="0">
                <a:solidFill>
                  <a:schemeClr val="tx1"/>
                </a:solidFill>
                <a:effectLst/>
                <a:latin typeface="Segoe UI Light" pitchFamily="34" charset="0"/>
                <a:ea typeface="+mn-ea"/>
                <a:cs typeface="+mn-cs"/>
              </a:rPr>
              <a:t>In batch processing, newly arriving data elements are collected into a group. The whole group is then processed at a future time as a batch.</a:t>
            </a:r>
          </a:p>
          <a:p>
            <a:endParaRPr lang="en-GB" dirty="0"/>
          </a:p>
          <a:p>
            <a:r>
              <a:rPr lang="en-GB" b="1" dirty="0"/>
              <a:t>Streaming</a:t>
            </a:r>
            <a:endParaRPr lang="en-GB" b="0" dirty="0"/>
          </a:p>
          <a:p>
            <a:endParaRPr lang="en-GB" b="0" dirty="0"/>
          </a:p>
          <a:p>
            <a:r>
              <a:rPr lang="en-GB" b="0" dirty="0"/>
              <a:t>With streaming data newly arrived elements are processed in real-time</a:t>
            </a:r>
          </a:p>
          <a:p>
            <a:endParaRPr lang="en-GB" b="0" dirty="0"/>
          </a:p>
          <a:p>
            <a:r>
              <a:rPr lang="en-GB" b="1" dirty="0"/>
              <a:t>Differences between batch and streaming</a:t>
            </a:r>
            <a:endParaRPr lang="en-GB" b="0" dirty="0"/>
          </a:p>
          <a:p>
            <a:endParaRPr lang="en-GB" b="0" dirty="0"/>
          </a:p>
          <a:p>
            <a:r>
              <a:rPr lang="en-US" sz="882" b="0" kern="1200" dirty="0">
                <a:solidFill>
                  <a:schemeClr val="tx1"/>
                </a:solidFill>
                <a:effectLst/>
                <a:latin typeface="Segoe UI Light" pitchFamily="34" charset="0"/>
                <a:ea typeface="+mn-ea"/>
                <a:cs typeface="+mn-cs"/>
              </a:rPr>
              <a:t>- </a:t>
            </a:r>
            <a:r>
              <a:rPr lang="en-US" sz="882" b="0" i="1" kern="1200" dirty="0">
                <a:solidFill>
                  <a:schemeClr val="tx1"/>
                </a:solidFill>
                <a:effectLst/>
                <a:latin typeface="Segoe UI Light" pitchFamily="34" charset="0"/>
                <a:ea typeface="+mn-ea"/>
                <a:cs typeface="+mn-cs"/>
              </a:rPr>
              <a:t>*Data Scope*</a:t>
            </a:r>
            <a:r>
              <a:rPr lang="en-US" sz="882" b="0" kern="1200" dirty="0">
                <a:solidFill>
                  <a:schemeClr val="tx1"/>
                </a:solidFill>
                <a:effectLst/>
                <a:latin typeface="Segoe UI Light" pitchFamily="34" charset="0"/>
                <a:ea typeface="+mn-ea"/>
                <a:cs typeface="+mn-cs"/>
              </a:rPr>
              <a:t>: Batch processing can process all the data in the dataset. Stream processing typically only has access to the most recent data received, or within a rolling time window (the last 30 seconds, for example).</a:t>
            </a:r>
          </a:p>
          <a:p>
            <a:br>
              <a:rPr lang="en-US" sz="882" b="0" kern="1200" dirty="0">
                <a:solidFill>
                  <a:schemeClr val="tx1"/>
                </a:solidFill>
                <a:effectLst/>
                <a:latin typeface="Segoe UI Light" pitchFamily="34" charset="0"/>
                <a:ea typeface="+mn-ea"/>
                <a:cs typeface="+mn-cs"/>
              </a:rPr>
            </a:br>
            <a:r>
              <a:rPr lang="en-US" sz="882" b="0" kern="1200" dirty="0">
                <a:solidFill>
                  <a:schemeClr val="tx1"/>
                </a:solidFill>
                <a:effectLst/>
                <a:latin typeface="Segoe UI Light" pitchFamily="34" charset="0"/>
                <a:ea typeface="+mn-ea"/>
                <a:cs typeface="+mn-cs"/>
              </a:rPr>
              <a:t>- </a:t>
            </a:r>
            <a:r>
              <a:rPr lang="en-US" sz="882" b="0" i="1" kern="1200" dirty="0">
                <a:solidFill>
                  <a:schemeClr val="tx1"/>
                </a:solidFill>
                <a:effectLst/>
                <a:latin typeface="Segoe UI Light" pitchFamily="34" charset="0"/>
                <a:ea typeface="+mn-ea"/>
                <a:cs typeface="+mn-cs"/>
              </a:rPr>
              <a:t>*Data Size*</a:t>
            </a:r>
            <a:r>
              <a:rPr lang="en-US" sz="882" b="0" kern="1200" dirty="0">
                <a:solidFill>
                  <a:schemeClr val="tx1"/>
                </a:solidFill>
                <a:effectLst/>
                <a:latin typeface="Segoe UI Light" pitchFamily="34" charset="0"/>
                <a:ea typeface="+mn-ea"/>
                <a:cs typeface="+mn-cs"/>
              </a:rPr>
              <a:t>: Batch processing is suitable for handling large datasets efficiently. Stream processing is intended for individual records or </a:t>
            </a:r>
            <a:r>
              <a:rPr lang="en-US" sz="882" b="0" i="1" kern="1200" dirty="0">
                <a:solidFill>
                  <a:schemeClr val="tx1"/>
                </a:solidFill>
                <a:effectLst/>
                <a:latin typeface="Segoe UI Light" pitchFamily="34" charset="0"/>
                <a:ea typeface="+mn-ea"/>
                <a:cs typeface="+mn-cs"/>
              </a:rPr>
              <a:t>*micro batches*</a:t>
            </a:r>
            <a:r>
              <a:rPr lang="en-US" sz="882" b="0" kern="1200" dirty="0">
                <a:solidFill>
                  <a:schemeClr val="tx1"/>
                </a:solidFill>
                <a:effectLst/>
                <a:latin typeface="Segoe UI Light" pitchFamily="34" charset="0"/>
                <a:ea typeface="+mn-ea"/>
                <a:cs typeface="+mn-cs"/>
              </a:rPr>
              <a:t> consisting of few records.</a:t>
            </a:r>
          </a:p>
          <a:p>
            <a:br>
              <a:rPr lang="en-US" sz="882" b="0" kern="1200" dirty="0">
                <a:solidFill>
                  <a:schemeClr val="tx1"/>
                </a:solidFill>
                <a:effectLst/>
                <a:latin typeface="Segoe UI Light" pitchFamily="34" charset="0"/>
                <a:ea typeface="+mn-ea"/>
                <a:cs typeface="+mn-cs"/>
              </a:rPr>
            </a:br>
            <a:r>
              <a:rPr lang="en-US" sz="882" b="0" kern="1200" dirty="0">
                <a:solidFill>
                  <a:schemeClr val="tx1"/>
                </a:solidFill>
                <a:effectLst/>
                <a:latin typeface="Segoe UI Light" pitchFamily="34" charset="0"/>
                <a:ea typeface="+mn-ea"/>
                <a:cs typeface="+mn-cs"/>
              </a:rPr>
              <a:t>- </a:t>
            </a:r>
            <a:r>
              <a:rPr lang="en-US" sz="882" b="0" i="1" kern="1200" dirty="0">
                <a:solidFill>
                  <a:schemeClr val="tx1"/>
                </a:solidFill>
                <a:effectLst/>
                <a:latin typeface="Segoe UI Light" pitchFamily="34" charset="0"/>
                <a:ea typeface="+mn-ea"/>
                <a:cs typeface="+mn-cs"/>
              </a:rPr>
              <a:t>*Performance*</a:t>
            </a:r>
            <a:r>
              <a:rPr lang="en-US" sz="882" b="0" kern="1200" dirty="0">
                <a:solidFill>
                  <a:schemeClr val="tx1"/>
                </a:solidFill>
                <a:effectLst/>
                <a:latin typeface="Segoe UI Light" pitchFamily="34" charset="0"/>
                <a:ea typeface="+mn-ea"/>
                <a:cs typeface="+mn-cs"/>
              </a:rPr>
              <a:t>: The latency for batch processing is typically a few hours. Stream processing typically occurs immediately, with latency in the order of seconds or milliseconds. Latency is the time taken for the data to be received and processed.</a:t>
            </a:r>
          </a:p>
          <a:p>
            <a:br>
              <a:rPr lang="en-US" sz="882" b="0" kern="1200" dirty="0">
                <a:solidFill>
                  <a:schemeClr val="tx1"/>
                </a:solidFill>
                <a:effectLst/>
                <a:latin typeface="Segoe UI Light" pitchFamily="34" charset="0"/>
                <a:ea typeface="+mn-ea"/>
                <a:cs typeface="+mn-cs"/>
              </a:rPr>
            </a:br>
            <a:r>
              <a:rPr lang="en-US" sz="882" b="0" kern="1200" dirty="0">
                <a:solidFill>
                  <a:schemeClr val="tx1"/>
                </a:solidFill>
                <a:effectLst/>
                <a:latin typeface="Segoe UI Light" pitchFamily="34" charset="0"/>
                <a:ea typeface="+mn-ea"/>
                <a:cs typeface="+mn-cs"/>
              </a:rPr>
              <a:t>- </a:t>
            </a:r>
            <a:r>
              <a:rPr lang="en-US" sz="882" b="0" i="1" kern="1200" dirty="0">
                <a:solidFill>
                  <a:schemeClr val="tx1"/>
                </a:solidFill>
                <a:effectLst/>
                <a:latin typeface="Segoe UI Light" pitchFamily="34" charset="0"/>
                <a:ea typeface="+mn-ea"/>
                <a:cs typeface="+mn-cs"/>
              </a:rPr>
              <a:t>*Analysis*</a:t>
            </a:r>
            <a:r>
              <a:rPr lang="en-US" sz="882" b="0" kern="1200" dirty="0">
                <a:solidFill>
                  <a:schemeClr val="tx1"/>
                </a:solidFill>
                <a:effectLst/>
                <a:latin typeface="Segoe UI Light" pitchFamily="34" charset="0"/>
                <a:ea typeface="+mn-ea"/>
                <a:cs typeface="+mn-cs"/>
              </a:rPr>
              <a:t>: You typically use batch processing for performing complex analytics. Stream processing is used for simple response functions, aggregates, or calculations such as rolling averages.</a:t>
            </a:r>
          </a:p>
          <a:p>
            <a:endParaRPr lang="en-GB" b="1"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87511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sources on the left will include live data such as stock market data which will be streamed instantly.</a:t>
            </a:r>
          </a:p>
          <a:p>
            <a:endParaRPr lang="en-US" dirty="0"/>
          </a:p>
          <a:p>
            <a:r>
              <a:rPr lang="en-US" dirty="0"/>
              <a:t>There will also be data coming from historical sources such as past sales. This data could be loaded monthly.</a:t>
            </a:r>
          </a:p>
          <a:p>
            <a:endParaRPr lang="en-US" dirty="0"/>
          </a:p>
          <a:p>
            <a:r>
              <a:rPr lang="en-US" dirty="0"/>
              <a:t>A third type of data would be live sales. This can be streamed instantly as well as loaded as a batch into the historical sales data.</a:t>
            </a:r>
          </a:p>
          <a:p>
            <a:endParaRPr lang="en-US" dirty="0"/>
          </a:p>
          <a:p>
            <a:r>
              <a:rPr lang="en-US" dirty="0"/>
              <a:t>You should run through the paths that data can take including, for example:</a:t>
            </a:r>
          </a:p>
          <a:p>
            <a:pPr marL="171450" indent="-171450">
              <a:buFont typeface="Arial" panose="020B0604020202020204" pitchFamily="34" charset="0"/>
              <a:buChar char="•"/>
            </a:pPr>
            <a:r>
              <a:rPr lang="en-US" dirty="0"/>
              <a:t>Completely live data could come from a log, to Azure Data Factory to be prepped, to Synapse analytics to be modelled, to Power BI to be Visualized.</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dirty="0"/>
              <a:t>Live sales data could come from an app, to Azure Data Factory to be prepped, to Synapse analytics to be modelled, to Power BI to be Visualized.</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dirty="0"/>
              <a:t>Periodically sales data is ingested by Databricks and stored in Data Lake. This data is combined with live data by Synapse Analytics to compare live and historical data in Power BI.</a:t>
            </a:r>
          </a:p>
          <a:p>
            <a:pPr marL="171450" indent="-171450">
              <a:buFont typeface="Arial" panose="020B0604020202020204" pitchFamily="34" charset="0"/>
              <a:buChar char="•"/>
            </a:pP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96805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90000"/>
              </a:lnSpc>
              <a:spcBef>
                <a:spcPts val="0"/>
              </a:spcBef>
              <a:spcAft>
                <a:spcPts val="333"/>
              </a:spcAft>
              <a:buClrTx/>
              <a:buSzTx/>
              <a:buFontTx/>
              <a:buNone/>
              <a:tabLst/>
              <a:defRPr/>
            </a:pPr>
            <a:r>
              <a:rPr lang="en-US" sz="900" b="1" dirty="0"/>
              <a:t>Instructor notes</a:t>
            </a:r>
          </a:p>
          <a:p>
            <a:pPr marL="0" marR="0" lvl="0" indent="0" algn="l" defTabSz="914400" rtl="0" eaLnBrk="1" fontAlgn="auto" latinLnBrk="0" hangingPunct="1">
              <a:lnSpc>
                <a:spcPct val="90000"/>
              </a:lnSpc>
              <a:spcBef>
                <a:spcPts val="0"/>
              </a:spcBef>
              <a:spcAft>
                <a:spcPts val="333"/>
              </a:spcAft>
              <a:buClrTx/>
              <a:buSzTx/>
              <a:buFontTx/>
              <a:buNone/>
              <a:tabLst/>
              <a:defRPr/>
            </a:pPr>
            <a:endParaRPr lang="en-US" sz="900" b="1" dirty="0">
              <a:solidFill>
                <a:srgbClr val="505050"/>
              </a:solidFill>
            </a:endParaRPr>
          </a:p>
          <a:p>
            <a:r>
              <a:rPr lang="en-GB" dirty="0"/>
              <a:t>It is important to understand the distinction between OLTP and OLAP.</a:t>
            </a:r>
          </a:p>
          <a:p>
            <a:endParaRPr lang="en-GB" dirty="0"/>
          </a:p>
          <a:p>
            <a:r>
              <a:rPr lang="en-GB" dirty="0"/>
              <a:t>OLTP is typically a </a:t>
            </a:r>
            <a:r>
              <a:rPr lang="en-GB" i="1" dirty="0"/>
              <a:t>live</a:t>
            </a:r>
            <a:r>
              <a:rPr lang="en-GB" i="0" dirty="0"/>
              <a:t> system. Updates are made transactionally, for example, an order is placed. Each individual order is stored in the OLTP system.</a:t>
            </a:r>
          </a:p>
          <a:p>
            <a:endParaRPr lang="en-GB" i="0" dirty="0"/>
          </a:p>
          <a:p>
            <a:r>
              <a:rPr lang="en-GB" i="0" dirty="0"/>
              <a:t>OLAP is an aggregated system. Data is imported (often from an OLTP system) and aggregated. The aggregation will typically occur at different levels allowing you to drill down or up, for example from a company summary, to a department summary, to an employee town summary. Because OLAP data is aggregated periodically, once the aggregation has been performed, queries which need the summaries that it contains are very fast.</a:t>
            </a:r>
          </a:p>
          <a:p>
            <a:endParaRPr lang="en-GB" i="0" dirty="0"/>
          </a:p>
          <a:p>
            <a:r>
              <a:rPr lang="en-GB" dirty="0"/>
              <a:t>OLTP is good for many small updates that happen frequently. OLAP is good for large summarized queries that happen periodically.</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74432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 typeface="Arial" panose="020B0604020202020204" pitchFamily="34" charset="0"/>
              <a:buNone/>
              <a:tabLst/>
              <a:defRPr/>
            </a:pPr>
            <a:r>
              <a:rPr lang="en-US" b="1" dirty="0"/>
              <a:t>Instructor notes</a:t>
            </a:r>
          </a:p>
          <a:p>
            <a:pPr marL="0" indent="0">
              <a:buFont typeface="Arial" panose="020B0604020202020204" pitchFamily="34" charset="0"/>
              <a:buNone/>
            </a:pPr>
            <a:endParaRPr lang="en-US" sz="882" b="0" kern="1200" dirty="0">
              <a:solidFill>
                <a:schemeClr val="tx1"/>
              </a:solidFill>
              <a:effectLst/>
              <a:latin typeface="Segoe UI Light" pitchFamily="34" charset="0"/>
              <a:ea typeface="+mn-ea"/>
              <a:cs typeface="+mn-cs"/>
            </a:endParaRPr>
          </a:p>
          <a:p>
            <a:pPr marL="171450" indent="-171450">
              <a:buFont typeface="Arial" panose="020B0604020202020204" pitchFamily="34" charset="0"/>
              <a:buChar char="•"/>
            </a:pPr>
            <a:r>
              <a:rPr lang="en-US" sz="882" b="0" kern="1200" dirty="0">
                <a:solidFill>
                  <a:schemeClr val="tx1"/>
                </a:solidFill>
                <a:effectLst/>
                <a:latin typeface="Segoe UI Light" pitchFamily="34" charset="0"/>
                <a:ea typeface="+mn-ea"/>
                <a:cs typeface="+mn-cs"/>
              </a:rPr>
              <a:t>Analytical workloads are typically read-only systems that store vast volumes of historical data or business metrics</a:t>
            </a:r>
          </a:p>
          <a:p>
            <a:pPr marL="171450" indent="-171450">
              <a:buFont typeface="Arial" panose="020B0604020202020204" pitchFamily="34" charset="0"/>
              <a:buChar char="•"/>
            </a:pPr>
            <a:r>
              <a:rPr lang="en-US" sz="882" b="0" kern="1200" dirty="0">
                <a:solidFill>
                  <a:schemeClr val="tx1"/>
                </a:solidFill>
                <a:effectLst/>
                <a:latin typeface="Segoe UI Light" pitchFamily="34" charset="0"/>
                <a:ea typeface="+mn-ea"/>
                <a:cs typeface="+mn-cs"/>
              </a:rPr>
              <a:t>Analytics can be based on a snapshot of the data at a given point in time, or a series of snapshots.</a:t>
            </a:r>
          </a:p>
          <a:p>
            <a:pPr marL="171450" indent="-171450">
              <a:buFont typeface="Arial" panose="020B0604020202020204" pitchFamily="34" charset="0"/>
              <a:buChar char="•"/>
            </a:pPr>
            <a:r>
              <a:rPr lang="en-US" sz="882" b="0" kern="1200" dirty="0">
                <a:solidFill>
                  <a:schemeClr val="tx1"/>
                </a:solidFill>
                <a:effectLst/>
                <a:latin typeface="Segoe UI Light" pitchFamily="34" charset="0"/>
                <a:ea typeface="+mn-ea"/>
                <a:cs typeface="+mn-cs"/>
              </a:rPr>
              <a:t>An example of analytical information is a report on monthly sales.</a:t>
            </a:r>
          </a:p>
          <a:p>
            <a:pPr marL="171450" indent="-171450">
              <a:buFont typeface="Arial" panose="020B0604020202020204" pitchFamily="34" charset="0"/>
              <a:buChar char="•"/>
            </a:pPr>
            <a:r>
              <a:rPr lang="en-US" sz="882" b="0" kern="1200" dirty="0">
                <a:solidFill>
                  <a:schemeClr val="tx1"/>
                </a:solidFill>
                <a:effectLst/>
                <a:latin typeface="Segoe UI Light" pitchFamily="34" charset="0"/>
                <a:ea typeface="+mn-ea"/>
                <a:cs typeface="+mn-cs"/>
              </a:rPr>
              <a:t>SaaS – Software as a service – Third Party resource. </a:t>
            </a:r>
            <a:r>
              <a:rPr lang="en-GB" b="0" i="0" dirty="0">
                <a:solidFill>
                  <a:srgbClr val="6C6C6C"/>
                </a:solidFill>
                <a:effectLst/>
                <a:latin typeface="Arial" panose="020B0604020202020204" pitchFamily="34" charset="0"/>
              </a:rPr>
              <a:t> is a software distribution model in which a cloud provider hosts applications and makes them available to end users over the internet</a:t>
            </a:r>
            <a:endParaRPr lang="en-GB"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74051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9/27/2024 3:45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80146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a:solidFill>
                  <a:schemeClr val="tx1"/>
                </a:solidFill>
                <a:effectLst/>
                <a:latin typeface="+mn-lt"/>
                <a:ea typeface="+mn-ea"/>
                <a:cs typeface="+mn-cs"/>
              </a:rPr>
              <a:t>Financial Data Analysis</a:t>
            </a:r>
          </a:p>
          <a:p>
            <a:r>
              <a:rPr lang="en-GB" sz="1200" b="0" i="0" kern="1200">
                <a:solidFill>
                  <a:schemeClr val="tx1"/>
                </a:solidFill>
                <a:effectLst/>
                <a:latin typeface="+mn-lt"/>
                <a:ea typeface="+mn-ea"/>
                <a:cs typeface="+mn-cs"/>
              </a:rPr>
              <a:t>The financial data in banking and financial industry is generally reliable and of high quality which facilitates systematic data analysis and data mining. Some of the typical cases are as follows −</a:t>
            </a:r>
          </a:p>
          <a:p>
            <a:r>
              <a:rPr lang="en-GB" sz="1200" b="0" i="0" kern="1200">
                <a:solidFill>
                  <a:schemeClr val="tx1"/>
                </a:solidFill>
                <a:effectLst/>
                <a:latin typeface="+mn-lt"/>
                <a:ea typeface="+mn-ea"/>
                <a:cs typeface="+mn-cs"/>
              </a:rPr>
              <a:t>Design and construction of data warehouses for multidimensional data analysis and data mining.</a:t>
            </a:r>
          </a:p>
          <a:p>
            <a:r>
              <a:rPr lang="en-GB" sz="1200" b="0" i="0" kern="1200">
                <a:solidFill>
                  <a:schemeClr val="tx1"/>
                </a:solidFill>
                <a:effectLst/>
                <a:latin typeface="+mn-lt"/>
                <a:ea typeface="+mn-ea"/>
                <a:cs typeface="+mn-cs"/>
              </a:rPr>
              <a:t>Loan payment prediction and customer credit policy analysis.</a:t>
            </a:r>
          </a:p>
          <a:p>
            <a:r>
              <a:rPr lang="en-GB" sz="1200" b="0" i="0" kern="1200">
                <a:solidFill>
                  <a:schemeClr val="tx1"/>
                </a:solidFill>
                <a:effectLst/>
                <a:latin typeface="+mn-lt"/>
                <a:ea typeface="+mn-ea"/>
                <a:cs typeface="+mn-cs"/>
              </a:rPr>
              <a:t>Classification and clustering of customers for targeted marketing.</a:t>
            </a:r>
          </a:p>
          <a:p>
            <a:r>
              <a:rPr lang="en-GB" sz="1200" b="0" i="0" kern="1200">
                <a:solidFill>
                  <a:schemeClr val="tx1"/>
                </a:solidFill>
                <a:effectLst/>
                <a:latin typeface="+mn-lt"/>
                <a:ea typeface="+mn-ea"/>
                <a:cs typeface="+mn-cs"/>
              </a:rPr>
              <a:t>Detection of money laundering and other financial crimes.</a:t>
            </a:r>
          </a:p>
          <a:p>
            <a:r>
              <a:rPr lang="en-GB" sz="1200" b="0" i="0" kern="1200">
                <a:solidFill>
                  <a:schemeClr val="tx1"/>
                </a:solidFill>
                <a:effectLst/>
                <a:latin typeface="+mn-lt"/>
                <a:ea typeface="+mn-ea"/>
                <a:cs typeface="+mn-cs"/>
              </a:rPr>
              <a:t>Retail Industry</a:t>
            </a:r>
          </a:p>
          <a:p>
            <a:r>
              <a:rPr lang="en-GB" sz="1200" b="0" i="0" kern="1200">
                <a:solidFill>
                  <a:schemeClr val="tx1"/>
                </a:solidFill>
                <a:effectLst/>
                <a:latin typeface="+mn-lt"/>
                <a:ea typeface="+mn-ea"/>
                <a:cs typeface="+mn-cs"/>
              </a:rPr>
              <a:t>Data Mining has its great application in Retail Industry because it collects large amount of data from on sales, customer purchasing history, goods transportation, consumption and services. It is natural that the quantity of data collected will continue to expand rapidly because of the increasing ease, availability and popularity of the web.</a:t>
            </a:r>
          </a:p>
          <a:p>
            <a:r>
              <a:rPr lang="en-GB" sz="1200" b="0" i="0" kern="1200">
                <a:solidFill>
                  <a:schemeClr val="tx1"/>
                </a:solidFill>
                <a:effectLst/>
                <a:latin typeface="+mn-lt"/>
                <a:ea typeface="+mn-ea"/>
                <a:cs typeface="+mn-cs"/>
              </a:rPr>
              <a:t>Data mining in retail industry helps in identifying customer buying patterns and trends that lead to improved quality of customer service and good customer retention and satisfaction. Here is the list of examples of data mining in the retail industry −</a:t>
            </a:r>
          </a:p>
          <a:p>
            <a:r>
              <a:rPr lang="en-GB" sz="1200" b="0" i="0" kern="1200">
                <a:solidFill>
                  <a:schemeClr val="tx1"/>
                </a:solidFill>
                <a:effectLst/>
                <a:latin typeface="+mn-lt"/>
                <a:ea typeface="+mn-ea"/>
                <a:cs typeface="+mn-cs"/>
              </a:rPr>
              <a:t>Design and Construction of data warehouses based on the benefits of data mining.</a:t>
            </a:r>
          </a:p>
          <a:p>
            <a:r>
              <a:rPr lang="en-GB" sz="1200" b="0" i="0" kern="1200">
                <a:solidFill>
                  <a:schemeClr val="tx1"/>
                </a:solidFill>
                <a:effectLst/>
                <a:latin typeface="+mn-lt"/>
                <a:ea typeface="+mn-ea"/>
                <a:cs typeface="+mn-cs"/>
              </a:rPr>
              <a:t>Multidimensional analysis of sales, customers, products, time and region.</a:t>
            </a:r>
          </a:p>
          <a:p>
            <a:r>
              <a:rPr lang="en-GB" sz="1200" b="0" i="0" kern="1200">
                <a:solidFill>
                  <a:schemeClr val="tx1"/>
                </a:solidFill>
                <a:effectLst/>
                <a:latin typeface="+mn-lt"/>
                <a:ea typeface="+mn-ea"/>
                <a:cs typeface="+mn-cs"/>
              </a:rPr>
              <a:t>Analysis of effectiveness of sales campaigns.</a:t>
            </a:r>
          </a:p>
          <a:p>
            <a:r>
              <a:rPr lang="en-GB" sz="1200" b="0" i="0" kern="1200">
                <a:solidFill>
                  <a:schemeClr val="tx1"/>
                </a:solidFill>
                <a:effectLst/>
                <a:latin typeface="+mn-lt"/>
                <a:ea typeface="+mn-ea"/>
                <a:cs typeface="+mn-cs"/>
              </a:rPr>
              <a:t>Customer Retention.</a:t>
            </a:r>
          </a:p>
          <a:p>
            <a:r>
              <a:rPr lang="en-GB" sz="1200" b="0" i="0" kern="1200">
                <a:solidFill>
                  <a:schemeClr val="tx1"/>
                </a:solidFill>
                <a:effectLst/>
                <a:latin typeface="+mn-lt"/>
                <a:ea typeface="+mn-ea"/>
                <a:cs typeface="+mn-cs"/>
              </a:rPr>
              <a:t>Product recommendation and cross-referencing of items.</a:t>
            </a:r>
          </a:p>
          <a:p>
            <a:r>
              <a:rPr lang="en-GB" sz="1200" b="0" i="0" kern="1200">
                <a:solidFill>
                  <a:schemeClr val="tx1"/>
                </a:solidFill>
                <a:effectLst/>
                <a:latin typeface="+mn-lt"/>
                <a:ea typeface="+mn-ea"/>
                <a:cs typeface="+mn-cs"/>
              </a:rPr>
              <a:t>Telecommunication Industry</a:t>
            </a:r>
          </a:p>
          <a:p>
            <a:r>
              <a:rPr lang="en-GB" sz="1200" b="0" i="0" kern="1200">
                <a:solidFill>
                  <a:schemeClr val="tx1"/>
                </a:solidFill>
                <a:effectLst/>
                <a:latin typeface="+mn-lt"/>
                <a:ea typeface="+mn-ea"/>
                <a:cs typeface="+mn-cs"/>
              </a:rPr>
              <a:t>Today the telecommunication industry is one of the most emerging industries providing various services such as fax, pager, cellular phone, internet messenger, images, e-mail, web data transmission, etc. Due to the development of new computer and communication technologies, the telecommunication industry is rapidly expanding. This is the reason why data mining is become very important to help and understand the business.</a:t>
            </a:r>
          </a:p>
          <a:p>
            <a:r>
              <a:rPr lang="en-GB" sz="1200" b="0" i="0" kern="1200">
                <a:solidFill>
                  <a:schemeClr val="tx1"/>
                </a:solidFill>
                <a:effectLst/>
                <a:latin typeface="+mn-lt"/>
                <a:ea typeface="+mn-ea"/>
                <a:cs typeface="+mn-cs"/>
              </a:rPr>
              <a:t>Data mining in telecommunication industry helps in identifying the telecommunication patterns, catch fraudulent activities, make better use of resource, and improve quality of service. Here is the list of examples for which data mining improves telecommunication services −</a:t>
            </a:r>
          </a:p>
          <a:p>
            <a:r>
              <a:rPr lang="en-GB" sz="1200" b="0" i="0" kern="1200">
                <a:solidFill>
                  <a:schemeClr val="tx1"/>
                </a:solidFill>
                <a:effectLst/>
                <a:latin typeface="+mn-lt"/>
                <a:ea typeface="+mn-ea"/>
                <a:cs typeface="+mn-cs"/>
              </a:rPr>
              <a:t>Multidimensional Analysis of Telecommunication data.</a:t>
            </a:r>
          </a:p>
          <a:p>
            <a:r>
              <a:rPr lang="en-GB" sz="1200" b="0" i="0" kern="1200">
                <a:solidFill>
                  <a:schemeClr val="tx1"/>
                </a:solidFill>
                <a:effectLst/>
                <a:latin typeface="+mn-lt"/>
                <a:ea typeface="+mn-ea"/>
                <a:cs typeface="+mn-cs"/>
              </a:rPr>
              <a:t>Fraudulent pattern analysis.</a:t>
            </a:r>
          </a:p>
          <a:p>
            <a:r>
              <a:rPr lang="en-GB" sz="1200" b="0" i="0" kern="1200">
                <a:solidFill>
                  <a:schemeClr val="tx1"/>
                </a:solidFill>
                <a:effectLst/>
                <a:latin typeface="+mn-lt"/>
                <a:ea typeface="+mn-ea"/>
                <a:cs typeface="+mn-cs"/>
              </a:rPr>
              <a:t>Identification of unusual patterns.</a:t>
            </a:r>
          </a:p>
          <a:p>
            <a:r>
              <a:rPr lang="en-GB" sz="1200" b="0" i="0" kern="1200">
                <a:solidFill>
                  <a:schemeClr val="tx1"/>
                </a:solidFill>
                <a:effectLst/>
                <a:latin typeface="+mn-lt"/>
                <a:ea typeface="+mn-ea"/>
                <a:cs typeface="+mn-cs"/>
              </a:rPr>
              <a:t>Multidimensional association and sequential patterns analysis.</a:t>
            </a:r>
          </a:p>
          <a:p>
            <a:r>
              <a:rPr lang="en-GB" sz="1200" b="0" i="0" kern="1200">
                <a:solidFill>
                  <a:schemeClr val="tx1"/>
                </a:solidFill>
                <a:effectLst/>
                <a:latin typeface="+mn-lt"/>
                <a:ea typeface="+mn-ea"/>
                <a:cs typeface="+mn-cs"/>
              </a:rPr>
              <a:t>Mobile Telecommunication services.</a:t>
            </a:r>
          </a:p>
          <a:p>
            <a:r>
              <a:rPr lang="en-GB" sz="1200" b="0" i="0" kern="1200">
                <a:solidFill>
                  <a:schemeClr val="tx1"/>
                </a:solidFill>
                <a:effectLst/>
                <a:latin typeface="+mn-lt"/>
                <a:ea typeface="+mn-ea"/>
                <a:cs typeface="+mn-cs"/>
              </a:rPr>
              <a:t>Use of visualization tools in telecommunication data analysis.</a:t>
            </a:r>
          </a:p>
          <a:p>
            <a:r>
              <a:rPr lang="en-GB" sz="1200" b="0" i="0" kern="1200">
                <a:solidFill>
                  <a:schemeClr val="tx1"/>
                </a:solidFill>
                <a:effectLst/>
                <a:latin typeface="+mn-lt"/>
                <a:ea typeface="+mn-ea"/>
                <a:cs typeface="+mn-cs"/>
              </a:rPr>
              <a:t>Biological Data Analysis</a:t>
            </a:r>
          </a:p>
          <a:p>
            <a:r>
              <a:rPr lang="en-GB" sz="1200" b="0" i="0" kern="1200">
                <a:solidFill>
                  <a:schemeClr val="tx1"/>
                </a:solidFill>
                <a:effectLst/>
                <a:latin typeface="+mn-lt"/>
                <a:ea typeface="+mn-ea"/>
                <a:cs typeface="+mn-cs"/>
              </a:rPr>
              <a:t>In recent times, we have seen a tremendous growth in the field of biology such as genomics, proteomics, functional Genomics and biomedical research. Biological data mining is a very important part of Bioinformatics. Following are the aspects in which data mining contributes for biological data analysis −</a:t>
            </a:r>
          </a:p>
          <a:p>
            <a:r>
              <a:rPr lang="en-GB" sz="1200" b="0" i="0" kern="1200">
                <a:solidFill>
                  <a:schemeClr val="tx1"/>
                </a:solidFill>
                <a:effectLst/>
                <a:latin typeface="+mn-lt"/>
                <a:ea typeface="+mn-ea"/>
                <a:cs typeface="+mn-cs"/>
              </a:rPr>
              <a:t>Semantic integration of heterogeneous, distributed genomic and proteomic databases.</a:t>
            </a:r>
          </a:p>
          <a:p>
            <a:r>
              <a:rPr lang="en-GB" sz="1200" b="0" i="0" kern="1200">
                <a:solidFill>
                  <a:schemeClr val="tx1"/>
                </a:solidFill>
                <a:effectLst/>
                <a:latin typeface="+mn-lt"/>
                <a:ea typeface="+mn-ea"/>
                <a:cs typeface="+mn-cs"/>
              </a:rPr>
              <a:t>Alignment, indexing, similarity search and comparative analysis multiple nucleotide sequences.</a:t>
            </a:r>
          </a:p>
          <a:p>
            <a:r>
              <a:rPr lang="en-GB" sz="1200" b="0" i="0" kern="1200">
                <a:solidFill>
                  <a:schemeClr val="tx1"/>
                </a:solidFill>
                <a:effectLst/>
                <a:latin typeface="+mn-lt"/>
                <a:ea typeface="+mn-ea"/>
                <a:cs typeface="+mn-cs"/>
              </a:rPr>
              <a:t>Discovery of structural patterns and analysis of genetic networks and protein pathways.</a:t>
            </a:r>
          </a:p>
          <a:p>
            <a:r>
              <a:rPr lang="en-GB" sz="1200" b="0" i="0" kern="1200">
                <a:solidFill>
                  <a:schemeClr val="tx1"/>
                </a:solidFill>
                <a:effectLst/>
                <a:latin typeface="+mn-lt"/>
                <a:ea typeface="+mn-ea"/>
                <a:cs typeface="+mn-cs"/>
              </a:rPr>
              <a:t>Association and path analysis.</a:t>
            </a:r>
          </a:p>
          <a:p>
            <a:r>
              <a:rPr lang="en-GB" sz="1200" b="0" i="0" kern="1200">
                <a:solidFill>
                  <a:schemeClr val="tx1"/>
                </a:solidFill>
                <a:effectLst/>
                <a:latin typeface="+mn-lt"/>
                <a:ea typeface="+mn-ea"/>
                <a:cs typeface="+mn-cs"/>
              </a:rPr>
              <a:t>Visualization tools in genetic data analysis.</a:t>
            </a:r>
          </a:p>
          <a:p>
            <a:endParaRPr lang="en-GB"/>
          </a:p>
        </p:txBody>
      </p:sp>
      <p:sp>
        <p:nvSpPr>
          <p:cNvPr id="4" name="Slide Number Placeholder 3"/>
          <p:cNvSpPr>
            <a:spLocks noGrp="1"/>
          </p:cNvSpPr>
          <p:nvPr>
            <p:ph type="sldNum" sz="quarter" idx="10"/>
          </p:nvPr>
        </p:nvSpPr>
        <p:spPr/>
        <p:txBody>
          <a:bodyPr/>
          <a:lstStyle/>
          <a:p>
            <a:fld id="{B3F0711E-2C8B-4DF2-B294-31DEAA4D9F19}" type="slidenum">
              <a:rPr lang="en-GB" smtClean="0"/>
              <a:t>30</a:t>
            </a:fld>
            <a:endParaRPr lang="en-GB"/>
          </a:p>
        </p:txBody>
      </p:sp>
    </p:spTree>
    <p:extLst>
      <p:ext uri="{BB962C8B-B14F-4D97-AF65-F5344CB8AC3E}">
        <p14:creationId xmlns:p14="http://schemas.microsoft.com/office/powerpoint/2010/main" val="68891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CC91C18-2D9D-461C-87BF-48086B644113}" type="slidenum">
              <a:rPr lang="en-GB" smtClean="0"/>
              <a:t>‹#›</a:t>
            </a:fld>
            <a:endParaRPr lang="en-GB"/>
          </a:p>
        </p:txBody>
      </p:sp>
    </p:spTree>
    <p:extLst>
      <p:ext uri="{BB962C8B-B14F-4D97-AF65-F5344CB8AC3E}">
        <p14:creationId xmlns:p14="http://schemas.microsoft.com/office/powerpoint/2010/main" val="2626121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CC91C18-2D9D-461C-87BF-48086B644113}" type="slidenum">
              <a:rPr lang="en-GB" smtClean="0"/>
              <a:t>‹#›</a:t>
            </a:fld>
            <a:endParaRPr lang="en-GB"/>
          </a:p>
        </p:txBody>
      </p:sp>
    </p:spTree>
    <p:extLst>
      <p:ext uri="{BB962C8B-B14F-4D97-AF65-F5344CB8AC3E}">
        <p14:creationId xmlns:p14="http://schemas.microsoft.com/office/powerpoint/2010/main" val="378162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CC91C18-2D9D-461C-87BF-48086B644113}" type="slidenum">
              <a:rPr lang="en-GB" smtClean="0"/>
              <a:t>‹#›</a:t>
            </a:fld>
            <a:endParaRPr lang="en-GB"/>
          </a:p>
        </p:txBody>
      </p:sp>
    </p:spTree>
    <p:extLst>
      <p:ext uri="{BB962C8B-B14F-4D97-AF65-F5344CB8AC3E}">
        <p14:creationId xmlns:p14="http://schemas.microsoft.com/office/powerpoint/2010/main" val="1780142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59999" y="1295400"/>
            <a:ext cx="5659801" cy="48815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295400"/>
            <a:ext cx="5665306" cy="48815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CC91C18-2D9D-461C-87BF-48086B644113}" type="slidenum">
              <a:rPr lang="en-GB" smtClean="0"/>
              <a:t>‹#›</a:t>
            </a:fld>
            <a:endParaRPr lang="en-GB"/>
          </a:p>
        </p:txBody>
      </p:sp>
    </p:spTree>
    <p:extLst>
      <p:ext uri="{BB962C8B-B14F-4D97-AF65-F5344CB8AC3E}">
        <p14:creationId xmlns:p14="http://schemas.microsoft.com/office/powerpoint/2010/main" val="511895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0000" y="1352551"/>
            <a:ext cx="5637576" cy="502338"/>
          </a:xfrm>
        </p:spPr>
        <p:txBody>
          <a:bodyPr anchor="ct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360000" y="1981200"/>
            <a:ext cx="5637576" cy="4208463"/>
          </a:xfrm>
        </p:spPr>
        <p:txBody>
          <a:bodyPr/>
          <a:lstStyle>
            <a:lvl1pPr>
              <a:defRPr sz="2200"/>
            </a:lvl1pPr>
            <a:lvl2pPr>
              <a:defRPr sz="2000"/>
            </a:lvl2pPr>
            <a:lvl3pPr>
              <a:defRPr sz="18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352551"/>
            <a:ext cx="5665306" cy="502338"/>
          </a:xfrm>
        </p:spPr>
        <p:txBody>
          <a:bodyPr anchor="ct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1981200"/>
            <a:ext cx="5665306" cy="4208463"/>
          </a:xfrm>
        </p:spPr>
        <p:txBody>
          <a:bodyPr/>
          <a:lstStyle>
            <a:lvl1pPr>
              <a:defRPr sz="2200"/>
            </a:lvl1pPr>
            <a:lvl2pPr>
              <a:defRPr sz="2000"/>
            </a:lvl2pPr>
            <a:lvl3pPr>
              <a:defRPr sz="18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CC91C18-2D9D-461C-87BF-48086B644113}" type="slidenum">
              <a:rPr lang="en-GB" smtClean="0"/>
              <a:t>‹#›</a:t>
            </a:fld>
            <a:endParaRPr lang="en-GB"/>
          </a:p>
        </p:txBody>
      </p:sp>
      <p:sp>
        <p:nvSpPr>
          <p:cNvPr id="11" name="Title Placeholder 1"/>
          <p:cNvSpPr>
            <a:spLocks noGrp="1"/>
          </p:cNvSpPr>
          <p:nvPr>
            <p:ph type="title"/>
          </p:nvPr>
        </p:nvSpPr>
        <p:spPr>
          <a:xfrm>
            <a:off x="360000" y="325500"/>
            <a:ext cx="9470895" cy="795600"/>
          </a:xfrm>
          <a:prstGeom prst="rect">
            <a:avLst/>
          </a:prstGeom>
        </p:spPr>
        <p:txBody>
          <a:bodyPr vert="horz" lIns="91440" tIns="45720" rIns="91440" bIns="45720" rtlCol="0" anchor="ctr">
            <a:noAutofit/>
          </a:bodyPr>
          <a:lstStyle/>
          <a:p>
            <a:r>
              <a:rPr lang="en-US"/>
              <a:t>Click to edit Master title style</a:t>
            </a:r>
            <a:endParaRPr lang="en-GB"/>
          </a:p>
        </p:txBody>
      </p:sp>
    </p:spTree>
    <p:extLst>
      <p:ext uri="{BB962C8B-B14F-4D97-AF65-F5344CB8AC3E}">
        <p14:creationId xmlns:p14="http://schemas.microsoft.com/office/powerpoint/2010/main" val="96799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CC91C18-2D9D-461C-87BF-48086B644113}" type="slidenum">
              <a:rPr lang="en-GB" smtClean="0"/>
              <a:t>‹#›</a:t>
            </a:fld>
            <a:endParaRPr lang="en-GB"/>
          </a:p>
        </p:txBody>
      </p:sp>
    </p:spTree>
    <p:extLst>
      <p:ext uri="{BB962C8B-B14F-4D97-AF65-F5344CB8AC3E}">
        <p14:creationId xmlns:p14="http://schemas.microsoft.com/office/powerpoint/2010/main" val="534691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CC91C18-2D9D-461C-87BF-48086B644113}" type="slidenum">
              <a:rPr lang="en-GB" smtClean="0"/>
              <a:t>‹#›</a:t>
            </a:fld>
            <a:endParaRPr lang="en-GB"/>
          </a:p>
        </p:txBody>
      </p:sp>
    </p:spTree>
    <p:extLst>
      <p:ext uri="{BB962C8B-B14F-4D97-AF65-F5344CB8AC3E}">
        <p14:creationId xmlns:p14="http://schemas.microsoft.com/office/powerpoint/2010/main" val="3061826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CC91C18-2D9D-461C-87BF-48086B644113}" type="slidenum">
              <a:rPr lang="en-GB" smtClean="0"/>
              <a:t>‹#›</a:t>
            </a:fld>
            <a:endParaRPr lang="en-GB"/>
          </a:p>
        </p:txBody>
      </p:sp>
    </p:spTree>
    <p:extLst>
      <p:ext uri="{BB962C8B-B14F-4D97-AF65-F5344CB8AC3E}">
        <p14:creationId xmlns:p14="http://schemas.microsoft.com/office/powerpoint/2010/main" val="914065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60000" y="457200"/>
            <a:ext cx="5507400" cy="1600200"/>
          </a:xfrm>
        </p:spPr>
        <p:txBody>
          <a:bodyPr anchor="ctr"/>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6067425" y="1247775"/>
            <a:ext cx="5770081" cy="48863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360000" y="2057400"/>
            <a:ext cx="550740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CC91C18-2D9D-461C-87BF-48086B644113}" type="slidenum">
              <a:rPr lang="en-GB" smtClean="0"/>
              <a:t>‹#›</a:t>
            </a:fld>
            <a:endParaRPr lang="en-GB"/>
          </a:p>
        </p:txBody>
      </p:sp>
    </p:spTree>
    <p:extLst>
      <p:ext uri="{BB962C8B-B14F-4D97-AF65-F5344CB8AC3E}">
        <p14:creationId xmlns:p14="http://schemas.microsoft.com/office/powerpoint/2010/main" val="3560375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CC91C18-2D9D-461C-87BF-48086B644113}" type="slidenum">
              <a:rPr lang="en-GB" smtClean="0"/>
              <a:t>‹#›</a:t>
            </a:fld>
            <a:endParaRPr lang="en-GB"/>
          </a:p>
        </p:txBody>
      </p:sp>
    </p:spTree>
    <p:extLst>
      <p:ext uri="{BB962C8B-B14F-4D97-AF65-F5344CB8AC3E}">
        <p14:creationId xmlns:p14="http://schemas.microsoft.com/office/powerpoint/2010/main" val="877083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134600" y="1190625"/>
            <a:ext cx="1702906" cy="49863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59999" y="365125"/>
            <a:ext cx="957457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CC91C18-2D9D-461C-87BF-48086B644113}" type="slidenum">
              <a:rPr lang="en-GB" smtClean="0"/>
              <a:t>‹#›</a:t>
            </a:fld>
            <a:endParaRPr lang="en-GB"/>
          </a:p>
        </p:txBody>
      </p:sp>
    </p:spTree>
    <p:extLst>
      <p:ext uri="{BB962C8B-B14F-4D97-AF65-F5344CB8AC3E}">
        <p14:creationId xmlns:p14="http://schemas.microsoft.com/office/powerpoint/2010/main" val="20523307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p:cNvSpPr>
            <a:spLocks noGrp="1"/>
          </p:cNvSpPr>
          <p:nvPr>
            <p:ph type="subTitle" idx="1"/>
          </p:nvPr>
        </p:nvSpPr>
        <p:spPr>
          <a:xfrm>
            <a:off x="676275" y="3771900"/>
            <a:ext cx="10801350" cy="1485900"/>
          </a:xfrm>
          <a:prstGeom prst="rect">
            <a:avLst/>
          </a:prstGeom>
        </p:spPr>
        <p:txBody>
          <a:bodyPr/>
          <a:lstStyle>
            <a:lvl1pPr marL="0" indent="0" algn="ctr">
              <a:buNone/>
              <a:defRPr sz="22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2" name="Title"/>
          <p:cNvSpPr>
            <a:spLocks noGrp="1"/>
          </p:cNvSpPr>
          <p:nvPr>
            <p:ph type="ctrTitle"/>
          </p:nvPr>
        </p:nvSpPr>
        <p:spPr>
          <a:xfrm>
            <a:off x="676275" y="1122363"/>
            <a:ext cx="10801350" cy="2387600"/>
          </a:xfrm>
          <a:prstGeom prst="rect">
            <a:avLst/>
          </a:prstGeom>
        </p:spPr>
        <p:txBody>
          <a:bodyPr anchor="b"/>
          <a:lstStyle>
            <a:lvl1pPr algn="ctr">
              <a:defRPr sz="4800" b="1">
                <a:latin typeface="Arial" panose="020B0604020202020204" pitchFamily="34" charset="0"/>
                <a:cs typeface="Arial" panose="020B0604020202020204" pitchFamily="34" charset="0"/>
              </a:defRPr>
            </a:lvl1pPr>
          </a:lstStyle>
          <a:p>
            <a:r>
              <a:rPr lang="en-US"/>
              <a:t>Click to edit Master title style</a:t>
            </a:r>
            <a:endParaRPr lang="en-GB"/>
          </a:p>
        </p:txBody>
      </p:sp>
      <p:pic>
        <p:nvPicPr>
          <p:cNvPr id="7" name="Picture 6" descr="Main Event Image"/>
          <p:cNvPicPr/>
          <p:nvPr userDrawn="1"/>
        </p:nvPicPr>
        <p:blipFill rotWithShape="1">
          <a:blip r:embed="rId2">
            <a:extLst>
              <a:ext uri="{28A0092B-C50C-407E-A947-70E740481C1C}">
                <a14:useLocalDpi xmlns:a14="http://schemas.microsoft.com/office/drawing/2010/main" val="0"/>
              </a:ext>
            </a:extLst>
          </a:blip>
          <a:srcRect b="788"/>
          <a:stretch/>
        </p:blipFill>
        <p:spPr bwMode="auto">
          <a:xfrm>
            <a:off x="4897299" y="4753206"/>
            <a:ext cx="2065179" cy="123169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51160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000" y="2238700"/>
            <a:ext cx="11477506" cy="39893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1"/>
          <p:cNvSpPr txBox="1">
            <a:spLocks/>
          </p:cNvSpPr>
          <p:nvPr userDrawn="1"/>
        </p:nvSpPr>
        <p:spPr>
          <a:xfrm>
            <a:off x="360000" y="1443100"/>
            <a:ext cx="11477506" cy="795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Click to edit Master title style</a:t>
            </a:r>
            <a:endParaRPr lang="en-GB" dirty="0"/>
          </a:p>
        </p:txBody>
      </p:sp>
    </p:spTree>
    <p:extLst>
      <p:ext uri="{BB962C8B-B14F-4D97-AF65-F5344CB8AC3E}">
        <p14:creationId xmlns:p14="http://schemas.microsoft.com/office/powerpoint/2010/main" val="3020680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Description"/>
          <p:cNvSpPr>
            <a:spLocks noGrp="1"/>
          </p:cNvSpPr>
          <p:nvPr>
            <p:ph type="body" sz="quarter" idx="15" hasCustomPrompt="1"/>
          </p:nvPr>
        </p:nvSpPr>
        <p:spPr>
          <a:xfrm>
            <a:off x="383720" y="4354365"/>
            <a:ext cx="11408230" cy="1101726"/>
          </a:xfrm>
          <a:prstGeom prst="rect">
            <a:avLst/>
          </a:prstGeom>
        </p:spPr>
        <p:txBody>
          <a:bodyPr anchor="t">
            <a:noAutofit/>
          </a:bodyPr>
          <a:lstStyle>
            <a:lvl1pPr marL="0" indent="0" algn="ctr">
              <a:buFontTx/>
              <a:buNone/>
              <a:defRPr sz="2200" b="0" baseline="0">
                <a:latin typeface="+mn-lt"/>
              </a:defRPr>
            </a:lvl1pPr>
            <a:lvl2pPr marL="457200" indent="0">
              <a:buNone/>
              <a:defRPr/>
            </a:lvl2pPr>
            <a:lvl3pPr marL="914400" indent="0">
              <a:buNone/>
              <a:defRPr/>
            </a:lvl3pPr>
            <a:lvl5pPr marL="1828800" indent="0">
              <a:buNone/>
              <a:defRPr/>
            </a:lvl5pPr>
          </a:lstStyle>
          <a:p>
            <a:pPr lvl="0"/>
            <a:r>
              <a:rPr lang="en-US" dirty="0"/>
              <a:t>Click to edit description</a:t>
            </a:r>
          </a:p>
        </p:txBody>
      </p:sp>
      <p:sp>
        <p:nvSpPr>
          <p:cNvPr id="9" name="Title"/>
          <p:cNvSpPr>
            <a:spLocks noGrp="1"/>
          </p:cNvSpPr>
          <p:nvPr>
            <p:ph type="body" sz="quarter" idx="14" hasCustomPrompt="1"/>
          </p:nvPr>
        </p:nvSpPr>
        <p:spPr>
          <a:xfrm>
            <a:off x="383720" y="3113371"/>
            <a:ext cx="11408230" cy="1101726"/>
          </a:xfrm>
          <a:prstGeom prst="rect">
            <a:avLst/>
          </a:prstGeom>
        </p:spPr>
        <p:txBody>
          <a:bodyPr anchor="b">
            <a:noAutofit/>
          </a:bodyPr>
          <a:lstStyle>
            <a:lvl1pPr marL="0" indent="0" algn="ctr">
              <a:buFontTx/>
              <a:buNone/>
              <a:defRPr sz="3200" b="0" baseline="0">
                <a:latin typeface="+mn-lt"/>
              </a:defRPr>
            </a:lvl1pPr>
            <a:lvl2pPr marL="457200" indent="0">
              <a:buNone/>
              <a:defRPr/>
            </a:lvl2pPr>
            <a:lvl3pPr marL="914400" indent="0">
              <a:buNone/>
              <a:defRPr/>
            </a:lvl3pPr>
            <a:lvl5pPr marL="1828800" indent="0">
              <a:buNone/>
              <a:defRPr/>
            </a:lvl5pPr>
          </a:lstStyle>
          <a:p>
            <a:pPr lvl="0"/>
            <a:r>
              <a:rPr lang="en-US" dirty="0"/>
              <a:t>Click to edit title</a:t>
            </a:r>
          </a:p>
        </p:txBody>
      </p:sp>
      <p:sp>
        <p:nvSpPr>
          <p:cNvPr id="6" name="Name"/>
          <p:cNvSpPr>
            <a:spLocks noGrp="1"/>
          </p:cNvSpPr>
          <p:nvPr>
            <p:ph type="body" sz="quarter" idx="13" hasCustomPrompt="1"/>
          </p:nvPr>
        </p:nvSpPr>
        <p:spPr>
          <a:xfrm>
            <a:off x="383720" y="2045571"/>
            <a:ext cx="11408230" cy="985094"/>
          </a:xfrm>
          <a:prstGeom prst="rect">
            <a:avLst/>
          </a:prstGeom>
        </p:spPr>
        <p:txBody>
          <a:bodyPr>
            <a:noAutofit/>
          </a:bodyPr>
          <a:lstStyle>
            <a:lvl1pPr marL="0" indent="0" algn="ctr">
              <a:buFontTx/>
              <a:buNone/>
              <a:defRPr sz="3200" b="1" baseline="0">
                <a:latin typeface="+mn-lt"/>
              </a:defRPr>
            </a:lvl1pPr>
            <a:lvl2pPr marL="457200" indent="0">
              <a:buNone/>
              <a:defRPr/>
            </a:lvl2pPr>
            <a:lvl3pPr marL="914400" indent="0">
              <a:buNone/>
              <a:defRPr/>
            </a:lvl3pPr>
            <a:lvl5pPr marL="1828800" indent="0">
              <a:buNone/>
              <a:defRPr/>
            </a:lvl5pPr>
          </a:lstStyle>
          <a:p>
            <a:pPr lvl="0"/>
            <a:r>
              <a:rPr lang="en-US" dirty="0"/>
              <a:t>Click to edit module name</a:t>
            </a:r>
          </a:p>
        </p:txBody>
      </p:sp>
    </p:spTree>
    <p:extLst>
      <p:ext uri="{BB962C8B-B14F-4D97-AF65-F5344CB8AC3E}">
        <p14:creationId xmlns:p14="http://schemas.microsoft.com/office/powerpoint/2010/main" val="2060507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image slid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2030818"/>
            <a:ext cx="12192000" cy="3732029"/>
          </a:xfrm>
          <a:prstGeom prst="rect">
            <a:avLst/>
          </a:prstGeom>
        </p:spPr>
        <p:txBody>
          <a:bodyPr/>
          <a:lstStyle/>
          <a:p>
            <a:endParaRPr lang="en-US"/>
          </a:p>
        </p:txBody>
      </p:sp>
    </p:spTree>
    <p:extLst>
      <p:ext uri="{BB962C8B-B14F-4D97-AF65-F5344CB8AC3E}">
        <p14:creationId xmlns:p14="http://schemas.microsoft.com/office/powerpoint/2010/main" val="366748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3791477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2386570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88582380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184531611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spTree>
    <p:extLst>
      <p:ext uri="{BB962C8B-B14F-4D97-AF65-F5344CB8AC3E}">
        <p14:creationId xmlns:p14="http://schemas.microsoft.com/office/powerpoint/2010/main" val="227973333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1931455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6867088"/>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spc="0">
                <a:solidFill>
                  <a:schemeClr val="accent4"/>
                </a:solidFill>
              </a:defRPr>
            </a:lvl1pPr>
          </a:lstStyle>
          <a:p>
            <a:r>
              <a:rPr lang="en-US" dirty="0"/>
              <a:t>Subheading Segoe UI </a:t>
            </a:r>
            <a:r>
              <a:rPr lang="en-US" dirty="0" err="1"/>
              <a:t>Semibold</a:t>
            </a:r>
            <a:r>
              <a:rPr lang="en-US" dirty="0"/>
              <a:t> 20 </a:t>
            </a:r>
            <a:r>
              <a:rPr lang="en-US" dirty="0" err="1"/>
              <a:t>pt</a:t>
            </a:r>
            <a:endParaRPr lang="en-US" dirty="0"/>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9009795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1568042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8875046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5981994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75759554"/>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6205925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070153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08416433"/>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Agenda 2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2083463"/>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dirty="0"/>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3554046"/>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dirty="0"/>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9704322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5522813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2309117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8775800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979607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3916356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54075677"/>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dirty="0"/>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96784268"/>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32597481"/>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7801556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211152337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9368279"/>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8164143"/>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4882008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21217568"/>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8853137"/>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8289382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63337054"/>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5129985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dirty="0"/>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1980078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87266996"/>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366268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39687475"/>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4975939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15330218"/>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9989645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402159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ED3D99F1-12B5-4EF9-8BE8-147D2E7B2576}"/>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98187A1F-B2AD-4B43-A8E1-57229F13A30C}"/>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68737672"/>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79589265"/>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4347885"/>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1174934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64182939"/>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88478655"/>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66621857"/>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78206570"/>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7875441"/>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29200484"/>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69414120"/>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67376683"/>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79999250"/>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0170054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0330842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63899840"/>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24423646"/>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819008"/>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45441492"/>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00584474"/>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77118879"/>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8820005"/>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75139093"/>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32184787"/>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9479457"/>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68811847"/>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78236062"/>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12121322"/>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82182955"/>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88780856"/>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787825187"/>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4397883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3712787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929680548"/>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2840096994"/>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spTree>
    <p:extLst>
      <p:ext uri="{BB962C8B-B14F-4D97-AF65-F5344CB8AC3E}">
        <p14:creationId xmlns:p14="http://schemas.microsoft.com/office/powerpoint/2010/main" val="4278670686"/>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0346547"/>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38742702"/>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60224137"/>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77330961"/>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15619661"/>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24720452"/>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62754603"/>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5486043"/>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96836454"/>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22935516"/>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1765391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6459282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4228168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6695212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1080361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35398985"/>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dirty="0"/>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12220341"/>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18612029"/>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9559822"/>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3600628924"/>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41418894"/>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03001298"/>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15276332"/>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39275824"/>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08383341"/>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93116783"/>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2783051"/>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29151628"/>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dirty="0"/>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89131309"/>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65106118"/>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68391245"/>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81103408"/>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705812602"/>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07985248"/>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22664779"/>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89386030"/>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ED3D99F1-12B5-4EF9-8BE8-147D2E7B2576}"/>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98187A1F-B2AD-4B43-A8E1-57229F13A30C}"/>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25286829"/>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48740645"/>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37449266"/>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87833466"/>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66425586"/>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94040404"/>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95605363"/>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76859078"/>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15772173"/>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01409750"/>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40458412"/>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5782884"/>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57300666"/>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75147489"/>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11339970"/>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17504009"/>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38509527"/>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42492924"/>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68769964"/>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16494056"/>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81937559"/>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6501793"/>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07222289"/>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66582105"/>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89396856"/>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088153083"/>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58883923"/>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16693446"/>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15848747"/>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19810686"/>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76510149"/>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 name="Footer Placeholder 1">
            <a:extLst>
              <a:ext uri="{FF2B5EF4-FFF2-40B4-BE49-F238E27FC236}">
                <a16:creationId xmlns:a16="http://schemas.microsoft.com/office/drawing/2014/main" id="{E2F2060B-2B7A-4C72-8F42-F5D4BF00684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876092582"/>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3720" y="3113371"/>
            <a:ext cx="11408230" cy="1101726"/>
          </a:xfrm>
        </p:spPr>
        <p:txBody>
          <a:bodyPr anchor="b">
            <a:normAutofit/>
          </a:bodyPr>
          <a:lstStyle>
            <a:lvl1pPr algn="ctr">
              <a:defRPr sz="3600" baseline="0"/>
            </a:lvl1pPr>
          </a:lstStyle>
          <a:p>
            <a:r>
              <a:rPr lang="en-US" dirty="0"/>
              <a:t>Click to edit lecture title</a:t>
            </a:r>
            <a:endParaRPr lang="en-GB" dirty="0"/>
          </a:p>
        </p:txBody>
      </p:sp>
      <p:sp>
        <p:nvSpPr>
          <p:cNvPr id="3" name="Subtitle 2"/>
          <p:cNvSpPr>
            <a:spLocks noGrp="1"/>
          </p:cNvSpPr>
          <p:nvPr>
            <p:ph type="subTitle" idx="1" hasCustomPrompt="1"/>
          </p:nvPr>
        </p:nvSpPr>
        <p:spPr>
          <a:xfrm>
            <a:off x="383720" y="4268030"/>
            <a:ext cx="11408230" cy="1063691"/>
          </a:xfrm>
        </p:spPr>
        <p:txBody>
          <a:bodyPr/>
          <a:lstStyle>
            <a:lvl1pPr marL="0" indent="0" algn="ctr">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lecture description</a:t>
            </a:r>
            <a:endParaRPr lang="en-GB" dirty="0"/>
          </a:p>
        </p:txBody>
      </p:sp>
      <p:sp>
        <p:nvSpPr>
          <p:cNvPr id="17" name="Text Placeholder 16"/>
          <p:cNvSpPr>
            <a:spLocks noGrp="1"/>
          </p:cNvSpPr>
          <p:nvPr>
            <p:ph type="body" sz="quarter" idx="13" hasCustomPrompt="1"/>
          </p:nvPr>
        </p:nvSpPr>
        <p:spPr>
          <a:xfrm>
            <a:off x="383720" y="2045571"/>
            <a:ext cx="11408230" cy="985094"/>
          </a:xfrm>
        </p:spPr>
        <p:txBody>
          <a:bodyPr>
            <a:noAutofit/>
          </a:bodyPr>
          <a:lstStyle>
            <a:lvl1pPr marL="0" indent="0" algn="ctr">
              <a:buFontTx/>
              <a:buNone/>
              <a:defRPr sz="3600" b="1" baseline="0">
                <a:latin typeface="+mn-lt"/>
              </a:defRPr>
            </a:lvl1pPr>
            <a:lvl2pPr marL="457200" indent="0">
              <a:buNone/>
              <a:defRPr/>
            </a:lvl2pPr>
            <a:lvl3pPr marL="914400" indent="0">
              <a:buNone/>
              <a:defRPr/>
            </a:lvl3pPr>
            <a:lvl5pPr marL="1828800" indent="0">
              <a:buNone/>
              <a:defRPr/>
            </a:lvl5pPr>
          </a:lstStyle>
          <a:p>
            <a:pPr lvl="0"/>
            <a:r>
              <a:rPr lang="en-US" dirty="0"/>
              <a:t>Click to edit module title</a:t>
            </a:r>
          </a:p>
        </p:txBody>
      </p:sp>
    </p:spTree>
    <p:extLst>
      <p:ext uri="{BB962C8B-B14F-4D97-AF65-F5344CB8AC3E}">
        <p14:creationId xmlns:p14="http://schemas.microsoft.com/office/powerpoint/2010/main" val="35062774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
        <p:nvSpPr>
          <p:cNvPr id="7" name="Title 6"/>
          <p:cNvSpPr>
            <a:spLocks noGrp="1"/>
          </p:cNvSpPr>
          <p:nvPr>
            <p:ph type="title"/>
          </p:nvPr>
        </p:nvSpPr>
        <p:spPr/>
        <p:txBody>
          <a:bodyPr/>
          <a:lstStyle/>
          <a:p>
            <a:r>
              <a:rPr lang="en-US"/>
              <a:t>Click to edit Master title style</a:t>
            </a:r>
            <a:endParaRPr lang="en-GB"/>
          </a:p>
        </p:txBody>
      </p:sp>
      <p:sp>
        <p:nvSpPr>
          <p:cNvPr id="8" name="Footer Placeholder 7"/>
          <p:cNvSpPr>
            <a:spLocks noGrp="1"/>
          </p:cNvSpPr>
          <p:nvPr>
            <p:ph type="ftr" sz="quarter" idx="13"/>
          </p:nvPr>
        </p:nvSpPr>
        <p:spPr/>
        <p:txBody>
          <a:bodyPr/>
          <a:lstStyle/>
          <a:p>
            <a:r>
              <a:rPr lang="en-GB" dirty="0"/>
              <a:t>School of Computing, Engineering &amp; Digital Technologies</a:t>
            </a:r>
          </a:p>
        </p:txBody>
      </p:sp>
    </p:spTree>
    <p:extLst>
      <p:ext uri="{BB962C8B-B14F-4D97-AF65-F5344CB8AC3E}">
        <p14:creationId xmlns:p14="http://schemas.microsoft.com/office/powerpoint/2010/main" val="3896591621"/>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en-GB" dirty="0"/>
              <a:t>School of Computing, Engineering &amp; Digital Technologies</a:t>
            </a:r>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6060207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6"/>
            <a:ext cx="9496881" cy="795461"/>
          </a:xfrm>
        </p:spPr>
        <p:txBody>
          <a:bodyPr/>
          <a:lstStyle/>
          <a:p>
            <a:r>
              <a:rPr lang="en-US"/>
              <a:t>Click to edit Master title style</a:t>
            </a:r>
            <a:endParaRPr lang="en-GB"/>
          </a:p>
        </p:txBody>
      </p:sp>
      <p:sp>
        <p:nvSpPr>
          <p:cNvPr id="3" name="Content Placeholder 2"/>
          <p:cNvSpPr>
            <a:spLocks noGrp="1"/>
          </p:cNvSpPr>
          <p:nvPr>
            <p:ph sz="half" idx="1"/>
          </p:nvPr>
        </p:nvSpPr>
        <p:spPr>
          <a:xfrm>
            <a:off x="383720" y="1380067"/>
            <a:ext cx="5636080" cy="47968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72199" y="1380067"/>
            <a:ext cx="5690508" cy="47968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p:txBody>
          <a:bodyPr/>
          <a:lstStyle/>
          <a:p>
            <a:r>
              <a:rPr lang="en-GB" dirty="0"/>
              <a:t>School of Computing &amp; Digital Technologies</a:t>
            </a:r>
          </a:p>
        </p:txBody>
      </p:sp>
      <p:sp>
        <p:nvSpPr>
          <p:cNvPr id="7" name="Slide Number Placeholder 6"/>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46959423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5"/>
            <a:ext cx="9505347" cy="803275"/>
          </a:xfrm>
        </p:spPr>
        <p:txBody>
          <a:bodyPr/>
          <a:lstStyle/>
          <a:p>
            <a:r>
              <a:rPr lang="en-US"/>
              <a:t>Click to edit Master title style</a:t>
            </a:r>
            <a:endParaRPr lang="en-GB" dirty="0"/>
          </a:p>
        </p:txBody>
      </p:sp>
      <p:sp>
        <p:nvSpPr>
          <p:cNvPr id="3" name="Text Placeholder 2"/>
          <p:cNvSpPr>
            <a:spLocks noGrp="1"/>
          </p:cNvSpPr>
          <p:nvPr>
            <p:ph type="body" idx="1"/>
          </p:nvPr>
        </p:nvSpPr>
        <p:spPr>
          <a:xfrm>
            <a:off x="383719" y="1262063"/>
            <a:ext cx="5613856" cy="4984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383720" y="1854202"/>
            <a:ext cx="5613856" cy="43354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72198" y="1262063"/>
            <a:ext cx="5690507" cy="4984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199" y="1854202"/>
            <a:ext cx="5690507" cy="43354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7"/>
          <p:cNvSpPr>
            <a:spLocks noGrp="1"/>
          </p:cNvSpPr>
          <p:nvPr>
            <p:ph type="ftr" sz="quarter" idx="11"/>
          </p:nvPr>
        </p:nvSpPr>
        <p:spPr/>
        <p:txBody>
          <a:bodyPr/>
          <a:lstStyle/>
          <a:p>
            <a:r>
              <a:rPr lang="en-GB"/>
              <a:t>School of Computing &amp; Digital Technologies</a:t>
            </a:r>
            <a:endParaRPr lang="en-GB" dirty="0"/>
          </a:p>
        </p:txBody>
      </p:sp>
      <p:sp>
        <p:nvSpPr>
          <p:cNvPr id="9" name="Slide Number Placeholder 8"/>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22459858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3719" y="365126"/>
            <a:ext cx="9513813" cy="795461"/>
          </a:xfrm>
        </p:spPr>
        <p:txBody>
          <a:bodyPr/>
          <a:lstStyle/>
          <a:p>
            <a:r>
              <a:rPr lang="en-US"/>
              <a:t>Click to edit Master title style</a:t>
            </a:r>
            <a:endParaRPr lang="en-GB"/>
          </a:p>
        </p:txBody>
      </p:sp>
      <p:sp>
        <p:nvSpPr>
          <p:cNvPr id="4" name="Footer Placeholder 3"/>
          <p:cNvSpPr>
            <a:spLocks noGrp="1"/>
          </p:cNvSpPr>
          <p:nvPr>
            <p:ph type="ftr" sz="quarter" idx="11"/>
          </p:nvPr>
        </p:nvSpPr>
        <p:spPr/>
        <p:txBody>
          <a:bodyPr/>
          <a:lstStyle/>
          <a:p>
            <a:r>
              <a:rPr lang="en-GB" dirty="0"/>
              <a:t>School of Computing, Engineering &amp; Digital Technologies</a:t>
            </a:r>
          </a:p>
        </p:txBody>
      </p:sp>
      <p:sp>
        <p:nvSpPr>
          <p:cNvPr id="5" name="Slide Number Placeholder 4"/>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200444913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dirty="0"/>
              <a:t>School of Computing, Engineering &amp; Digital Technologies</a:t>
            </a:r>
          </a:p>
        </p:txBody>
      </p:sp>
      <p:sp>
        <p:nvSpPr>
          <p:cNvPr id="4" name="Slide Number Placeholder 3"/>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111947640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3720" y="457200"/>
            <a:ext cx="438830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7" y="1337733"/>
            <a:ext cx="6679519" cy="452331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383720" y="2057400"/>
            <a:ext cx="438830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r>
              <a:rPr lang="en-GB"/>
              <a:t>School of Computing &amp; Digital Technologies</a:t>
            </a:r>
            <a:endParaRPr lang="en-GB" dirty="0"/>
          </a:p>
        </p:txBody>
      </p:sp>
      <p:sp>
        <p:nvSpPr>
          <p:cNvPr id="7" name="Slide Number Placeholder 6"/>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20193761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3720" y="457200"/>
            <a:ext cx="438830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7" y="1329267"/>
            <a:ext cx="6679519" cy="45317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GB" dirty="0"/>
          </a:p>
        </p:txBody>
      </p:sp>
      <p:sp>
        <p:nvSpPr>
          <p:cNvPr id="4" name="Text Placeholder 3"/>
          <p:cNvSpPr>
            <a:spLocks noGrp="1"/>
          </p:cNvSpPr>
          <p:nvPr>
            <p:ph type="body" sz="half" idx="2"/>
          </p:nvPr>
        </p:nvSpPr>
        <p:spPr>
          <a:xfrm>
            <a:off x="383720" y="2057400"/>
            <a:ext cx="438830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p:cNvSpPr>
            <a:spLocks noGrp="1"/>
          </p:cNvSpPr>
          <p:nvPr>
            <p:ph type="ftr" sz="quarter" idx="11"/>
          </p:nvPr>
        </p:nvSpPr>
        <p:spPr/>
        <p:txBody>
          <a:bodyPr/>
          <a:lstStyle/>
          <a:p>
            <a:r>
              <a:rPr lang="en-GB"/>
              <a:t>School of Computing &amp; Digital Technologies</a:t>
            </a:r>
            <a:endParaRPr lang="en-GB" dirty="0"/>
          </a:p>
        </p:txBody>
      </p:sp>
      <p:sp>
        <p:nvSpPr>
          <p:cNvPr id="7" name="Slide Number Placeholder 6"/>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970447879"/>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83720" y="365126"/>
            <a:ext cx="9496880" cy="795461"/>
          </a:xfrm>
        </p:spPr>
        <p:txBody>
          <a:bodyPr/>
          <a:lstStyle/>
          <a:p>
            <a:r>
              <a:rPr lang="en-US"/>
              <a:t>Click to edit Master title style</a:t>
            </a:r>
            <a:endParaRPr lang="en-GB" dirty="0"/>
          </a:p>
        </p:txBody>
      </p:sp>
      <p:sp>
        <p:nvSpPr>
          <p:cNvPr id="3" name="Vertical Text Placeholder 2"/>
          <p:cNvSpPr>
            <a:spLocks noGrp="1"/>
          </p:cNvSpPr>
          <p:nvPr>
            <p:ph type="body" orient="vert" idx="1"/>
          </p:nvPr>
        </p:nvSpPr>
        <p:spPr>
          <a:xfrm>
            <a:off x="383721" y="1337734"/>
            <a:ext cx="11478986" cy="483923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dirty="0"/>
              <a:t>School of Computing &amp; Digital Technologies</a:t>
            </a:r>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127075531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19733" y="1346199"/>
            <a:ext cx="2142973" cy="483076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3721" y="365125"/>
            <a:ext cx="9209012"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11"/>
          </p:nvPr>
        </p:nvSpPr>
        <p:spPr/>
        <p:txBody>
          <a:bodyPr/>
          <a:lstStyle/>
          <a:p>
            <a:r>
              <a:rPr lang="en-GB"/>
              <a:t>School of Computing &amp; Digital Technologies</a:t>
            </a:r>
            <a:endParaRPr lang="en-GB" dirty="0"/>
          </a:p>
        </p:txBody>
      </p:sp>
      <p:sp>
        <p:nvSpPr>
          <p:cNvPr id="6" name="Slide Number Placeholder 5"/>
          <p:cNvSpPr>
            <a:spLocks noGrp="1"/>
          </p:cNvSpPr>
          <p:nvPr>
            <p:ph type="sldNum" sz="quarter" idx="12"/>
          </p:nvPr>
        </p:nvSpPr>
        <p:spPr/>
        <p:txBody>
          <a:bodyPr/>
          <a:lstStyle/>
          <a:p>
            <a:fld id="{5BC3EEBC-8848-48BC-9E86-2856C4334E59}" type="slidenum">
              <a:rPr lang="en-GB" smtClean="0"/>
              <a:t>‹#›</a:t>
            </a:fld>
            <a:endParaRPr lang="en-GB" dirty="0"/>
          </a:p>
        </p:txBody>
      </p:sp>
    </p:spTree>
    <p:extLst>
      <p:ext uri="{BB962C8B-B14F-4D97-AF65-F5344CB8AC3E}">
        <p14:creationId xmlns:p14="http://schemas.microsoft.com/office/powerpoint/2010/main" val="3502629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41.xml"/><Relationship Id="rId21" Type="http://schemas.openxmlformats.org/officeDocument/2006/relationships/slideLayout" Target="../slideLayouts/slideLayout36.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63" Type="http://schemas.openxmlformats.org/officeDocument/2006/relationships/slideLayout" Target="../slideLayouts/slideLayout78.xml"/><Relationship Id="rId68" Type="http://schemas.openxmlformats.org/officeDocument/2006/relationships/slideLayout" Target="../slideLayouts/slideLayout83.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3" Type="http://schemas.openxmlformats.org/officeDocument/2006/relationships/slideLayout" Target="../slideLayouts/slideLayout68.xml"/><Relationship Id="rId58" Type="http://schemas.openxmlformats.org/officeDocument/2006/relationships/slideLayout" Target="../slideLayouts/slideLayout73.xml"/><Relationship Id="rId66" Type="http://schemas.openxmlformats.org/officeDocument/2006/relationships/slideLayout" Target="../slideLayouts/slideLayout81.xml"/><Relationship Id="rId74" Type="http://schemas.openxmlformats.org/officeDocument/2006/relationships/theme" Target="../theme/theme4.xml"/><Relationship Id="rId5" Type="http://schemas.openxmlformats.org/officeDocument/2006/relationships/slideLayout" Target="../slideLayouts/slideLayout20.xml"/><Relationship Id="rId61" Type="http://schemas.openxmlformats.org/officeDocument/2006/relationships/slideLayout" Target="../slideLayouts/slideLayout76.xml"/><Relationship Id="rId19" Type="http://schemas.openxmlformats.org/officeDocument/2006/relationships/slideLayout" Target="../slideLayouts/slideLayout3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56" Type="http://schemas.openxmlformats.org/officeDocument/2006/relationships/slideLayout" Target="../slideLayouts/slideLayout71.xml"/><Relationship Id="rId64" Type="http://schemas.openxmlformats.org/officeDocument/2006/relationships/slideLayout" Target="../slideLayouts/slideLayout79.xml"/><Relationship Id="rId69" Type="http://schemas.openxmlformats.org/officeDocument/2006/relationships/slideLayout" Target="../slideLayouts/slideLayout84.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72" Type="http://schemas.openxmlformats.org/officeDocument/2006/relationships/slideLayout" Target="../slideLayouts/slideLayout87.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59" Type="http://schemas.openxmlformats.org/officeDocument/2006/relationships/slideLayout" Target="../slideLayouts/slideLayout74.xml"/><Relationship Id="rId67" Type="http://schemas.openxmlformats.org/officeDocument/2006/relationships/slideLayout" Target="../slideLayouts/slideLayout82.xml"/><Relationship Id="rId20" Type="http://schemas.openxmlformats.org/officeDocument/2006/relationships/slideLayout" Target="../slideLayouts/slideLayout35.xml"/><Relationship Id="rId41" Type="http://schemas.openxmlformats.org/officeDocument/2006/relationships/slideLayout" Target="../slideLayouts/slideLayout56.xml"/><Relationship Id="rId54" Type="http://schemas.openxmlformats.org/officeDocument/2006/relationships/slideLayout" Target="../slideLayouts/slideLayout69.xml"/><Relationship Id="rId62" Type="http://schemas.openxmlformats.org/officeDocument/2006/relationships/slideLayout" Target="../slideLayouts/slideLayout77.xml"/><Relationship Id="rId70" Type="http://schemas.openxmlformats.org/officeDocument/2006/relationships/slideLayout" Target="../slideLayouts/slideLayout8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 Id="rId57" Type="http://schemas.openxmlformats.org/officeDocument/2006/relationships/slideLayout" Target="../slideLayouts/slideLayout72.xml"/><Relationship Id="rId10" Type="http://schemas.openxmlformats.org/officeDocument/2006/relationships/slideLayout" Target="../slideLayouts/slideLayout25.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slideLayout" Target="../slideLayouts/slideLayout67.xml"/><Relationship Id="rId60" Type="http://schemas.openxmlformats.org/officeDocument/2006/relationships/slideLayout" Target="../slideLayouts/slideLayout75.xml"/><Relationship Id="rId65" Type="http://schemas.openxmlformats.org/officeDocument/2006/relationships/slideLayout" Target="../slideLayouts/slideLayout80.xml"/><Relationship Id="rId73" Type="http://schemas.openxmlformats.org/officeDocument/2006/relationships/slideLayout" Target="../slideLayouts/slideLayout8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9" Type="http://schemas.openxmlformats.org/officeDocument/2006/relationships/slideLayout" Target="../slideLayouts/slideLayout54.xml"/><Relationship Id="rId34" Type="http://schemas.openxmlformats.org/officeDocument/2006/relationships/slideLayout" Target="../slideLayouts/slideLayout49.xml"/><Relationship Id="rId50" Type="http://schemas.openxmlformats.org/officeDocument/2006/relationships/slideLayout" Target="../slideLayouts/slideLayout65.xml"/><Relationship Id="rId55" Type="http://schemas.openxmlformats.org/officeDocument/2006/relationships/slideLayout" Target="../slideLayouts/slideLayout70.xml"/><Relationship Id="rId7" Type="http://schemas.openxmlformats.org/officeDocument/2006/relationships/slideLayout" Target="../slideLayouts/slideLayout22.xml"/><Relationship Id="rId71" Type="http://schemas.openxmlformats.org/officeDocument/2006/relationships/slideLayout" Target="../slideLayouts/slideLayout86.xml"/></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114.xml"/><Relationship Id="rId21" Type="http://schemas.openxmlformats.org/officeDocument/2006/relationships/slideLayout" Target="../slideLayouts/slideLayout109.xml"/><Relationship Id="rId42" Type="http://schemas.openxmlformats.org/officeDocument/2006/relationships/slideLayout" Target="../slideLayouts/slideLayout130.xml"/><Relationship Id="rId47" Type="http://schemas.openxmlformats.org/officeDocument/2006/relationships/slideLayout" Target="../slideLayouts/slideLayout135.xml"/><Relationship Id="rId63" Type="http://schemas.openxmlformats.org/officeDocument/2006/relationships/slideLayout" Target="../slideLayouts/slideLayout151.xml"/><Relationship Id="rId68" Type="http://schemas.openxmlformats.org/officeDocument/2006/relationships/slideLayout" Target="../slideLayouts/slideLayout156.xml"/><Relationship Id="rId2" Type="http://schemas.openxmlformats.org/officeDocument/2006/relationships/slideLayout" Target="../slideLayouts/slideLayout90.xml"/><Relationship Id="rId16" Type="http://schemas.openxmlformats.org/officeDocument/2006/relationships/slideLayout" Target="../slideLayouts/slideLayout104.xml"/><Relationship Id="rId29" Type="http://schemas.openxmlformats.org/officeDocument/2006/relationships/slideLayout" Target="../slideLayouts/slideLayout117.xml"/><Relationship Id="rId11" Type="http://schemas.openxmlformats.org/officeDocument/2006/relationships/slideLayout" Target="../slideLayouts/slideLayout99.xml"/><Relationship Id="rId24" Type="http://schemas.openxmlformats.org/officeDocument/2006/relationships/slideLayout" Target="../slideLayouts/slideLayout112.xml"/><Relationship Id="rId32" Type="http://schemas.openxmlformats.org/officeDocument/2006/relationships/slideLayout" Target="../slideLayouts/slideLayout120.xml"/><Relationship Id="rId37" Type="http://schemas.openxmlformats.org/officeDocument/2006/relationships/slideLayout" Target="../slideLayouts/slideLayout125.xml"/><Relationship Id="rId40" Type="http://schemas.openxmlformats.org/officeDocument/2006/relationships/slideLayout" Target="../slideLayouts/slideLayout128.xml"/><Relationship Id="rId45" Type="http://schemas.openxmlformats.org/officeDocument/2006/relationships/slideLayout" Target="../slideLayouts/slideLayout133.xml"/><Relationship Id="rId53" Type="http://schemas.openxmlformats.org/officeDocument/2006/relationships/slideLayout" Target="../slideLayouts/slideLayout141.xml"/><Relationship Id="rId58" Type="http://schemas.openxmlformats.org/officeDocument/2006/relationships/slideLayout" Target="../slideLayouts/slideLayout146.xml"/><Relationship Id="rId66" Type="http://schemas.openxmlformats.org/officeDocument/2006/relationships/slideLayout" Target="../slideLayouts/slideLayout154.xml"/><Relationship Id="rId74" Type="http://schemas.openxmlformats.org/officeDocument/2006/relationships/theme" Target="../theme/theme5.xml"/><Relationship Id="rId5" Type="http://schemas.openxmlformats.org/officeDocument/2006/relationships/slideLayout" Target="../slideLayouts/slideLayout93.xml"/><Relationship Id="rId61" Type="http://schemas.openxmlformats.org/officeDocument/2006/relationships/slideLayout" Target="../slideLayouts/slideLayout149.xml"/><Relationship Id="rId19" Type="http://schemas.openxmlformats.org/officeDocument/2006/relationships/slideLayout" Target="../slideLayouts/slideLayout107.xml"/><Relationship Id="rId14" Type="http://schemas.openxmlformats.org/officeDocument/2006/relationships/slideLayout" Target="../slideLayouts/slideLayout102.xml"/><Relationship Id="rId22" Type="http://schemas.openxmlformats.org/officeDocument/2006/relationships/slideLayout" Target="../slideLayouts/slideLayout110.xml"/><Relationship Id="rId27" Type="http://schemas.openxmlformats.org/officeDocument/2006/relationships/slideLayout" Target="../slideLayouts/slideLayout115.xml"/><Relationship Id="rId30" Type="http://schemas.openxmlformats.org/officeDocument/2006/relationships/slideLayout" Target="../slideLayouts/slideLayout118.xml"/><Relationship Id="rId35" Type="http://schemas.openxmlformats.org/officeDocument/2006/relationships/slideLayout" Target="../slideLayouts/slideLayout123.xml"/><Relationship Id="rId43" Type="http://schemas.openxmlformats.org/officeDocument/2006/relationships/slideLayout" Target="../slideLayouts/slideLayout131.xml"/><Relationship Id="rId48" Type="http://schemas.openxmlformats.org/officeDocument/2006/relationships/slideLayout" Target="../slideLayouts/slideLayout136.xml"/><Relationship Id="rId56" Type="http://schemas.openxmlformats.org/officeDocument/2006/relationships/slideLayout" Target="../slideLayouts/slideLayout144.xml"/><Relationship Id="rId64" Type="http://schemas.openxmlformats.org/officeDocument/2006/relationships/slideLayout" Target="../slideLayouts/slideLayout152.xml"/><Relationship Id="rId69" Type="http://schemas.openxmlformats.org/officeDocument/2006/relationships/slideLayout" Target="../slideLayouts/slideLayout157.xml"/><Relationship Id="rId8" Type="http://schemas.openxmlformats.org/officeDocument/2006/relationships/slideLayout" Target="../slideLayouts/slideLayout96.xml"/><Relationship Id="rId51" Type="http://schemas.openxmlformats.org/officeDocument/2006/relationships/slideLayout" Target="../slideLayouts/slideLayout139.xml"/><Relationship Id="rId72" Type="http://schemas.openxmlformats.org/officeDocument/2006/relationships/slideLayout" Target="../slideLayouts/slideLayout160.xml"/><Relationship Id="rId3" Type="http://schemas.openxmlformats.org/officeDocument/2006/relationships/slideLayout" Target="../slideLayouts/slideLayout91.xml"/><Relationship Id="rId12" Type="http://schemas.openxmlformats.org/officeDocument/2006/relationships/slideLayout" Target="../slideLayouts/slideLayout100.xml"/><Relationship Id="rId17" Type="http://schemas.openxmlformats.org/officeDocument/2006/relationships/slideLayout" Target="../slideLayouts/slideLayout105.xml"/><Relationship Id="rId25" Type="http://schemas.openxmlformats.org/officeDocument/2006/relationships/slideLayout" Target="../slideLayouts/slideLayout113.xml"/><Relationship Id="rId33" Type="http://schemas.openxmlformats.org/officeDocument/2006/relationships/slideLayout" Target="../slideLayouts/slideLayout121.xml"/><Relationship Id="rId38" Type="http://schemas.openxmlformats.org/officeDocument/2006/relationships/slideLayout" Target="../slideLayouts/slideLayout126.xml"/><Relationship Id="rId46" Type="http://schemas.openxmlformats.org/officeDocument/2006/relationships/slideLayout" Target="../slideLayouts/slideLayout134.xml"/><Relationship Id="rId59" Type="http://schemas.openxmlformats.org/officeDocument/2006/relationships/slideLayout" Target="../slideLayouts/slideLayout147.xml"/><Relationship Id="rId67" Type="http://schemas.openxmlformats.org/officeDocument/2006/relationships/slideLayout" Target="../slideLayouts/slideLayout155.xml"/><Relationship Id="rId20" Type="http://schemas.openxmlformats.org/officeDocument/2006/relationships/slideLayout" Target="../slideLayouts/slideLayout108.xml"/><Relationship Id="rId41" Type="http://schemas.openxmlformats.org/officeDocument/2006/relationships/slideLayout" Target="../slideLayouts/slideLayout129.xml"/><Relationship Id="rId54" Type="http://schemas.openxmlformats.org/officeDocument/2006/relationships/slideLayout" Target="../slideLayouts/slideLayout142.xml"/><Relationship Id="rId62" Type="http://schemas.openxmlformats.org/officeDocument/2006/relationships/slideLayout" Target="../slideLayouts/slideLayout150.xml"/><Relationship Id="rId70" Type="http://schemas.openxmlformats.org/officeDocument/2006/relationships/slideLayout" Target="../slideLayouts/slideLayout158.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5" Type="http://schemas.openxmlformats.org/officeDocument/2006/relationships/slideLayout" Target="../slideLayouts/slideLayout103.xml"/><Relationship Id="rId23" Type="http://schemas.openxmlformats.org/officeDocument/2006/relationships/slideLayout" Target="../slideLayouts/slideLayout111.xml"/><Relationship Id="rId28" Type="http://schemas.openxmlformats.org/officeDocument/2006/relationships/slideLayout" Target="../slideLayouts/slideLayout116.xml"/><Relationship Id="rId36" Type="http://schemas.openxmlformats.org/officeDocument/2006/relationships/slideLayout" Target="../slideLayouts/slideLayout124.xml"/><Relationship Id="rId49" Type="http://schemas.openxmlformats.org/officeDocument/2006/relationships/slideLayout" Target="../slideLayouts/slideLayout137.xml"/><Relationship Id="rId57" Type="http://schemas.openxmlformats.org/officeDocument/2006/relationships/slideLayout" Target="../slideLayouts/slideLayout145.xml"/><Relationship Id="rId10" Type="http://schemas.openxmlformats.org/officeDocument/2006/relationships/slideLayout" Target="../slideLayouts/slideLayout98.xml"/><Relationship Id="rId31" Type="http://schemas.openxmlformats.org/officeDocument/2006/relationships/slideLayout" Target="../slideLayouts/slideLayout119.xml"/><Relationship Id="rId44" Type="http://schemas.openxmlformats.org/officeDocument/2006/relationships/slideLayout" Target="../slideLayouts/slideLayout132.xml"/><Relationship Id="rId52" Type="http://schemas.openxmlformats.org/officeDocument/2006/relationships/slideLayout" Target="../slideLayouts/slideLayout140.xml"/><Relationship Id="rId60" Type="http://schemas.openxmlformats.org/officeDocument/2006/relationships/slideLayout" Target="../slideLayouts/slideLayout148.xml"/><Relationship Id="rId65" Type="http://schemas.openxmlformats.org/officeDocument/2006/relationships/slideLayout" Target="../slideLayouts/slideLayout153.xml"/><Relationship Id="rId73" Type="http://schemas.openxmlformats.org/officeDocument/2006/relationships/slideLayout" Target="../slideLayouts/slideLayout161.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3" Type="http://schemas.openxmlformats.org/officeDocument/2006/relationships/slideLayout" Target="../slideLayouts/slideLayout101.xml"/><Relationship Id="rId18" Type="http://schemas.openxmlformats.org/officeDocument/2006/relationships/slideLayout" Target="../slideLayouts/slideLayout106.xml"/><Relationship Id="rId39" Type="http://schemas.openxmlformats.org/officeDocument/2006/relationships/slideLayout" Target="../slideLayouts/slideLayout127.xml"/><Relationship Id="rId34" Type="http://schemas.openxmlformats.org/officeDocument/2006/relationships/slideLayout" Target="../slideLayouts/slideLayout122.xml"/><Relationship Id="rId50" Type="http://schemas.openxmlformats.org/officeDocument/2006/relationships/slideLayout" Target="../slideLayouts/slideLayout138.xml"/><Relationship Id="rId55" Type="http://schemas.openxmlformats.org/officeDocument/2006/relationships/slideLayout" Target="../slideLayouts/slideLayout143.xml"/><Relationship Id="rId7" Type="http://schemas.openxmlformats.org/officeDocument/2006/relationships/slideLayout" Target="../slideLayouts/slideLayout95.xml"/><Relationship Id="rId71" Type="http://schemas.openxmlformats.org/officeDocument/2006/relationships/slideLayout" Target="../slideLayouts/slideLayout15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image" Target="../media/image1.png"/><Relationship Id="rId3" Type="http://schemas.openxmlformats.org/officeDocument/2006/relationships/slideLayout" Target="../slideLayouts/slideLayout164.xml"/><Relationship Id="rId7" Type="http://schemas.openxmlformats.org/officeDocument/2006/relationships/slideLayout" Target="../slideLayouts/slideLayout168.xml"/><Relationship Id="rId12" Type="http://schemas.openxmlformats.org/officeDocument/2006/relationships/theme" Target="../theme/theme6.xml"/><Relationship Id="rId2" Type="http://schemas.openxmlformats.org/officeDocument/2006/relationships/slideLayout" Target="../slideLayouts/slideLayout163.xml"/><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5" Type="http://schemas.openxmlformats.org/officeDocument/2006/relationships/slideLayout" Target="../slideLayouts/slideLayout166.xml"/><Relationship Id="rId10" Type="http://schemas.openxmlformats.org/officeDocument/2006/relationships/slideLayout" Target="../slideLayouts/slideLayout171.xml"/><Relationship Id="rId4" Type="http://schemas.openxmlformats.org/officeDocument/2006/relationships/slideLayout" Target="../slideLayouts/slideLayout165.xml"/><Relationship Id="rId9" Type="http://schemas.openxmlformats.org/officeDocument/2006/relationships/slideLayout" Target="../slideLayouts/slideLayout17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Rectangle 6"/>
          <p:cNvSpPr/>
          <p:nvPr userDrawn="1"/>
        </p:nvSpPr>
        <p:spPr>
          <a:xfrm>
            <a:off x="936" y="6384470"/>
            <a:ext cx="12191064" cy="4735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2"/>
              </a:solidFill>
            </a:endParaRPr>
          </a:p>
        </p:txBody>
      </p:sp>
      <p:sp>
        <p:nvSpPr>
          <p:cNvPr id="2" name="Title Placeholder 1"/>
          <p:cNvSpPr>
            <a:spLocks noGrp="1"/>
          </p:cNvSpPr>
          <p:nvPr>
            <p:ph type="title"/>
          </p:nvPr>
        </p:nvSpPr>
        <p:spPr>
          <a:xfrm>
            <a:off x="360000" y="325500"/>
            <a:ext cx="9470895" cy="795600"/>
          </a:xfrm>
          <a:prstGeom prst="rect">
            <a:avLst/>
          </a:prstGeom>
        </p:spPr>
        <p:txBody>
          <a:bodyPr vert="horz" lIns="91440" tIns="45720" rIns="91440" bIns="45720" rtlCol="0" anchor="ctr">
            <a:noAutofit/>
          </a:bodyPr>
          <a:lstStyle/>
          <a:p>
            <a:r>
              <a:rPr lang="en-US"/>
              <a:t>Click to edit Master title style</a:t>
            </a:r>
            <a:endParaRPr lang="en-GB"/>
          </a:p>
        </p:txBody>
      </p:sp>
      <p:sp>
        <p:nvSpPr>
          <p:cNvPr id="3" name="Text Placeholder 2"/>
          <p:cNvSpPr>
            <a:spLocks noGrp="1"/>
          </p:cNvSpPr>
          <p:nvPr>
            <p:ph type="body" idx="1"/>
          </p:nvPr>
        </p:nvSpPr>
        <p:spPr>
          <a:xfrm>
            <a:off x="360000" y="1332000"/>
            <a:ext cx="11477506" cy="489600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3"/>
          </p:nvPr>
        </p:nvSpPr>
        <p:spPr>
          <a:xfrm>
            <a:off x="359999" y="6516000"/>
            <a:ext cx="10912206" cy="216000"/>
          </a:xfrm>
          <a:prstGeom prst="rect">
            <a:avLst/>
          </a:prstGeom>
        </p:spPr>
        <p:txBody>
          <a:bodyPr vert="horz" lIns="91440" tIns="45720" rIns="91440" bIns="45720" rtlCol="0" anchor="ctr"/>
          <a:lstStyle>
            <a:lvl1pPr algn="l">
              <a:defRPr sz="1100">
                <a:solidFill>
                  <a:schemeClr val="bg1"/>
                </a:solidFill>
              </a:defRPr>
            </a:lvl1pPr>
          </a:lstStyle>
          <a:p>
            <a:endParaRPr lang="en-GB"/>
          </a:p>
        </p:txBody>
      </p:sp>
      <p:sp>
        <p:nvSpPr>
          <p:cNvPr id="6" name="Slide Number Placeholder 5"/>
          <p:cNvSpPr>
            <a:spLocks noGrp="1"/>
          </p:cNvSpPr>
          <p:nvPr>
            <p:ph type="sldNum" sz="quarter" idx="4"/>
          </p:nvPr>
        </p:nvSpPr>
        <p:spPr>
          <a:xfrm>
            <a:off x="11336942" y="6516000"/>
            <a:ext cx="500564" cy="216000"/>
          </a:xfrm>
          <a:prstGeom prst="rect">
            <a:avLst/>
          </a:prstGeom>
        </p:spPr>
        <p:txBody>
          <a:bodyPr vert="horz" lIns="91440" tIns="45720" rIns="91440" bIns="45720" rtlCol="0" anchor="ctr"/>
          <a:lstStyle>
            <a:lvl1pPr algn="r">
              <a:defRPr sz="1100">
                <a:solidFill>
                  <a:schemeClr val="tx1">
                    <a:tint val="75000"/>
                  </a:schemeClr>
                </a:solidFill>
              </a:defRPr>
            </a:lvl1pPr>
          </a:lstStyle>
          <a:p>
            <a:fld id="{7CC91C18-2D9D-461C-87BF-48086B644113}" type="slidenum">
              <a:rPr lang="en-GB" smtClean="0"/>
              <a:pPr/>
              <a:t>‹#›</a:t>
            </a:fld>
            <a:endParaRPr lang="en-GB"/>
          </a:p>
        </p:txBody>
      </p:sp>
      <p:pic>
        <p:nvPicPr>
          <p:cNvPr id="8" name="Picture 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074743" y="325500"/>
            <a:ext cx="1787964" cy="79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36250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accent3">
                <a:lumMod val="0"/>
                <a:lumOff val="100000"/>
              </a:schemeClr>
            </a:gs>
            <a:gs pos="74000">
              <a:schemeClr val="accent3">
                <a:lumMod val="30000"/>
                <a:lumOff val="70000"/>
              </a:schemeClr>
            </a:gs>
            <a:gs pos="83000">
              <a:schemeClr val="accent3">
                <a:lumMod val="45000"/>
                <a:lumOff val="55000"/>
              </a:schemeClr>
            </a:gs>
            <a:gs pos="100000">
              <a:schemeClr val="accent3">
                <a:lumMod val="85000"/>
                <a:lumOff val="15000"/>
              </a:schemeClr>
            </a:gs>
          </a:gsLst>
          <a:lin ang="5400000" scaled="1"/>
        </a:gradFill>
        <a:effectLst/>
      </p:bgPr>
    </p:bg>
    <p:spTree>
      <p:nvGrpSpPr>
        <p:cNvPr id="1" name=""/>
        <p:cNvGrpSpPr/>
        <p:nvPr/>
      </p:nvGrpSpPr>
      <p:grpSpPr>
        <a:xfrm>
          <a:off x="0" y="0"/>
          <a:ext cx="0" cy="0"/>
          <a:chOff x="0" y="0"/>
          <a:chExt cx="0" cy="0"/>
        </a:xfrm>
      </p:grpSpPr>
      <p:sp>
        <p:nvSpPr>
          <p:cNvPr id="7" name="Rounded Rectangle 6"/>
          <p:cNvSpPr/>
          <p:nvPr userDrawn="1"/>
        </p:nvSpPr>
        <p:spPr>
          <a:xfrm rot="10800000">
            <a:off x="11516008" y="45131"/>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ounded Rectangle 7"/>
          <p:cNvSpPr/>
          <p:nvPr userDrawn="1"/>
        </p:nvSpPr>
        <p:spPr>
          <a:xfrm rot="10800000">
            <a:off x="11871106" y="392794"/>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ounded Rectangle 8"/>
          <p:cNvSpPr/>
          <p:nvPr userDrawn="1"/>
        </p:nvSpPr>
        <p:spPr>
          <a:xfrm rot="10800000">
            <a:off x="11157308" y="45131"/>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ounded Rectangle 9"/>
          <p:cNvSpPr/>
          <p:nvPr userDrawn="1"/>
        </p:nvSpPr>
        <p:spPr>
          <a:xfrm rot="10800000">
            <a:off x="11868432" y="1115106"/>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ounded Rectangle 10"/>
          <p:cNvSpPr/>
          <p:nvPr userDrawn="1"/>
        </p:nvSpPr>
        <p:spPr>
          <a:xfrm rot="10800000">
            <a:off x="11516009" y="1115107"/>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ounded Rectangle 11"/>
          <p:cNvSpPr/>
          <p:nvPr userDrawn="1"/>
        </p:nvSpPr>
        <p:spPr>
          <a:xfrm rot="10800000">
            <a:off x="11516010" y="759507"/>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ounded Rectangle 12"/>
          <p:cNvSpPr/>
          <p:nvPr userDrawn="1"/>
        </p:nvSpPr>
        <p:spPr>
          <a:xfrm rot="10800000">
            <a:off x="11521860" y="1461182"/>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ounded Rectangle 13"/>
          <p:cNvSpPr/>
          <p:nvPr userDrawn="1"/>
        </p:nvSpPr>
        <p:spPr>
          <a:xfrm rot="10800000">
            <a:off x="10871846" y="392795"/>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ounded Rectangle 14"/>
          <p:cNvSpPr/>
          <p:nvPr userDrawn="1"/>
        </p:nvSpPr>
        <p:spPr>
          <a:xfrm rot="10800000">
            <a:off x="11157307" y="759506"/>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ounded Rectangle 15"/>
          <p:cNvSpPr/>
          <p:nvPr userDrawn="1"/>
        </p:nvSpPr>
        <p:spPr>
          <a:xfrm>
            <a:off x="11874788" y="6544385"/>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ounded Rectangle 16"/>
          <p:cNvSpPr/>
          <p:nvPr userDrawn="1"/>
        </p:nvSpPr>
        <p:spPr>
          <a:xfrm>
            <a:off x="11516013" y="6544384"/>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ounded Rectangle 17"/>
          <p:cNvSpPr/>
          <p:nvPr userDrawn="1"/>
        </p:nvSpPr>
        <p:spPr>
          <a:xfrm>
            <a:off x="11160412" y="6544385"/>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ounded Rectangle 18"/>
          <p:cNvSpPr/>
          <p:nvPr userDrawn="1"/>
        </p:nvSpPr>
        <p:spPr>
          <a:xfrm>
            <a:off x="11516012" y="6188502"/>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ounded Rectangle 19"/>
          <p:cNvSpPr/>
          <p:nvPr userDrawn="1"/>
        </p:nvSpPr>
        <p:spPr>
          <a:xfrm>
            <a:off x="11516013" y="5830148"/>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ounded Rectangle 20"/>
          <p:cNvSpPr/>
          <p:nvPr userDrawn="1"/>
        </p:nvSpPr>
        <p:spPr>
          <a:xfrm>
            <a:off x="11874788" y="5821786"/>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Rounded Rectangle 21"/>
          <p:cNvSpPr/>
          <p:nvPr userDrawn="1"/>
        </p:nvSpPr>
        <p:spPr>
          <a:xfrm>
            <a:off x="11160555" y="5830148"/>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ounded Rectangle 22"/>
          <p:cNvSpPr/>
          <p:nvPr userDrawn="1"/>
        </p:nvSpPr>
        <p:spPr>
          <a:xfrm>
            <a:off x="10874951" y="6188502"/>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Rounded Rectangle 23"/>
          <p:cNvSpPr/>
          <p:nvPr userDrawn="1"/>
        </p:nvSpPr>
        <p:spPr>
          <a:xfrm>
            <a:off x="11516013" y="5475851"/>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Rounded Rectangle 24"/>
          <p:cNvSpPr/>
          <p:nvPr userDrawn="1"/>
        </p:nvSpPr>
        <p:spPr>
          <a:xfrm>
            <a:off x="11516011" y="5120113"/>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ounded Rectangle 25"/>
          <p:cNvSpPr/>
          <p:nvPr userDrawn="1"/>
        </p:nvSpPr>
        <p:spPr>
          <a:xfrm>
            <a:off x="11874788" y="5120112"/>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ounded Rectangle 26"/>
          <p:cNvSpPr/>
          <p:nvPr userDrawn="1"/>
        </p:nvSpPr>
        <p:spPr>
          <a:xfrm>
            <a:off x="10874950" y="5466188"/>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8" name="Picture 2" descr="European Social Fund"/>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48439" y="86553"/>
            <a:ext cx="2350168" cy="52487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Teesside University"/>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8526" y="6256336"/>
            <a:ext cx="1409700" cy="54292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8" descr="together with business"/>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026987" y="6437311"/>
            <a:ext cx="1885950" cy="180975"/>
          </a:xfrm>
          <a:prstGeom prst="rect">
            <a:avLst/>
          </a:prstGeom>
          <a:noFill/>
          <a:extLst>
            <a:ext uri="{909E8E84-426E-40DD-AFC4-6F175D3DCCD1}">
              <a14:hiddenFill xmlns:a14="http://schemas.microsoft.com/office/drawing/2010/main">
                <a:solidFill>
                  <a:srgbClr val="FFFFFF"/>
                </a:solidFill>
              </a14:hiddenFill>
            </a:ext>
          </a:extLst>
        </p:spPr>
      </p:pic>
      <p:sp>
        <p:nvSpPr>
          <p:cNvPr id="31" name="Rounded Rectangle 30"/>
          <p:cNvSpPr/>
          <p:nvPr userDrawn="1"/>
        </p:nvSpPr>
        <p:spPr>
          <a:xfrm>
            <a:off x="378472" y="6536165"/>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Rounded Rectangle 31"/>
          <p:cNvSpPr/>
          <p:nvPr userDrawn="1"/>
        </p:nvSpPr>
        <p:spPr>
          <a:xfrm>
            <a:off x="23374" y="6188502"/>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3" name="Rounded Rectangle 32"/>
          <p:cNvSpPr/>
          <p:nvPr userDrawn="1"/>
        </p:nvSpPr>
        <p:spPr>
          <a:xfrm>
            <a:off x="737172" y="6536165"/>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 name="Rounded Rectangle 33"/>
          <p:cNvSpPr/>
          <p:nvPr userDrawn="1"/>
        </p:nvSpPr>
        <p:spPr>
          <a:xfrm>
            <a:off x="23373" y="5821790"/>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Rounded Rectangle 34"/>
          <p:cNvSpPr/>
          <p:nvPr userDrawn="1"/>
        </p:nvSpPr>
        <p:spPr>
          <a:xfrm>
            <a:off x="26048" y="5466190"/>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ounded Rectangle 35"/>
          <p:cNvSpPr/>
          <p:nvPr userDrawn="1"/>
        </p:nvSpPr>
        <p:spPr>
          <a:xfrm>
            <a:off x="378471" y="5466189"/>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Rounded Rectangle 36"/>
          <p:cNvSpPr/>
          <p:nvPr userDrawn="1"/>
        </p:nvSpPr>
        <p:spPr>
          <a:xfrm>
            <a:off x="378470" y="5821789"/>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8" name="Rounded Rectangle 37"/>
          <p:cNvSpPr/>
          <p:nvPr userDrawn="1"/>
        </p:nvSpPr>
        <p:spPr>
          <a:xfrm>
            <a:off x="372620" y="5120114"/>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 name="Rounded Rectangle 38"/>
          <p:cNvSpPr/>
          <p:nvPr userDrawn="1"/>
        </p:nvSpPr>
        <p:spPr>
          <a:xfrm>
            <a:off x="1022634" y="6188501"/>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 name="Rounded Rectangle 39"/>
          <p:cNvSpPr/>
          <p:nvPr userDrawn="1"/>
        </p:nvSpPr>
        <p:spPr>
          <a:xfrm>
            <a:off x="737173" y="5821790"/>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Rounded Rectangle 40"/>
          <p:cNvSpPr/>
          <p:nvPr userDrawn="1"/>
        </p:nvSpPr>
        <p:spPr>
          <a:xfrm>
            <a:off x="1022633" y="5466190"/>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2" name="Group 41"/>
          <p:cNvGrpSpPr/>
          <p:nvPr userDrawn="1"/>
        </p:nvGrpSpPr>
        <p:grpSpPr>
          <a:xfrm>
            <a:off x="20470" y="10287"/>
            <a:ext cx="1750446" cy="1498437"/>
            <a:chOff x="26048" y="29008"/>
            <a:chExt cx="1750446" cy="1498437"/>
          </a:xfrm>
        </p:grpSpPr>
        <p:sp>
          <p:nvSpPr>
            <p:cNvPr id="43" name="Rounded Rectangle 42"/>
            <p:cNvSpPr/>
            <p:nvPr/>
          </p:nvSpPr>
          <p:spPr>
            <a:xfrm>
              <a:off x="26048" y="29008"/>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 name="Rounded Rectangle 43"/>
            <p:cNvSpPr/>
            <p:nvPr/>
          </p:nvSpPr>
          <p:spPr>
            <a:xfrm>
              <a:off x="26048" y="389220"/>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Rounded Rectangle 44"/>
            <p:cNvSpPr/>
            <p:nvPr/>
          </p:nvSpPr>
          <p:spPr>
            <a:xfrm>
              <a:off x="26048" y="755933"/>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 name="Rounded Rectangle 45"/>
            <p:cNvSpPr/>
            <p:nvPr/>
          </p:nvSpPr>
          <p:spPr>
            <a:xfrm>
              <a:off x="378473" y="755933"/>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 name="Rounded Rectangle 46"/>
            <p:cNvSpPr/>
            <p:nvPr/>
          </p:nvSpPr>
          <p:spPr>
            <a:xfrm>
              <a:off x="737173" y="389220"/>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 name="Rounded Rectangle 47"/>
            <p:cNvSpPr/>
            <p:nvPr/>
          </p:nvSpPr>
          <p:spPr>
            <a:xfrm>
              <a:off x="737173" y="29008"/>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Rounded Rectangle 48"/>
            <p:cNvSpPr/>
            <p:nvPr/>
          </p:nvSpPr>
          <p:spPr>
            <a:xfrm>
              <a:off x="378473" y="1103596"/>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Rounded Rectangle 49"/>
            <p:cNvSpPr/>
            <p:nvPr/>
          </p:nvSpPr>
          <p:spPr>
            <a:xfrm>
              <a:off x="378473" y="389220"/>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1" name="Rounded Rectangle 50"/>
            <p:cNvSpPr/>
            <p:nvPr/>
          </p:nvSpPr>
          <p:spPr>
            <a:xfrm>
              <a:off x="1108648" y="389220"/>
              <a:ext cx="285461" cy="285461"/>
            </a:xfrm>
            <a:prstGeom prst="roundRect">
              <a:avLst/>
            </a:prstGeom>
            <a:solidFill>
              <a:srgbClr val="713F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2" name="Picture 5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48746" y="518069"/>
              <a:ext cx="1427748" cy="1009376"/>
            </a:xfrm>
            <a:prstGeom prst="rect">
              <a:avLst/>
            </a:prstGeom>
          </p:spPr>
        </p:pic>
      </p:grpSp>
      <p:sp>
        <p:nvSpPr>
          <p:cNvPr id="54" name="Title 2"/>
          <p:cNvSpPr txBox="1">
            <a:spLocks/>
          </p:cNvSpPr>
          <p:nvPr userDrawn="1"/>
        </p:nvSpPr>
        <p:spPr>
          <a:xfrm>
            <a:off x="737172" y="3195191"/>
            <a:ext cx="10515600" cy="1325563"/>
          </a:xfrm>
          <a:prstGeom prst="rect">
            <a:avLst/>
          </a:prstGeom>
        </p:spPr>
        <p:txBody>
          <a:bodyP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GB" sz="4000">
                <a:solidFill>
                  <a:schemeClr val="accent2"/>
                </a:solidFill>
              </a:rPr>
            </a:br>
            <a:br>
              <a:rPr lang="en-GB" sz="4000">
                <a:solidFill>
                  <a:schemeClr val="accent2"/>
                </a:solidFill>
              </a:rPr>
            </a:br>
            <a:br>
              <a:rPr lang="en-GB" sz="4000">
                <a:solidFill>
                  <a:schemeClr val="accent2"/>
                </a:solidFill>
              </a:rPr>
            </a:br>
            <a:endParaRPr lang="en-GB" sz="4000" dirty="0">
              <a:solidFill>
                <a:schemeClr val="accent2"/>
              </a:solidFill>
            </a:endParaRPr>
          </a:p>
        </p:txBody>
      </p:sp>
    </p:spTree>
    <p:extLst>
      <p:ext uri="{BB962C8B-B14F-4D97-AF65-F5344CB8AC3E}">
        <p14:creationId xmlns:p14="http://schemas.microsoft.com/office/powerpoint/2010/main" val="2589117293"/>
      </p:ext>
    </p:extLst>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8381702"/>
      </p:ext>
    </p:extLst>
  </p:cSld>
  <p:clrMap bg1="lt1" tx1="dk1" bg2="lt2" tx2="dk2" accent1="accent1" accent2="accent2" accent3="accent3" accent4="accent4" accent5="accent5" accent6="accent6" hlink="hlink" folHlink="folHlink"/>
  <p:sldLayoutIdLst>
    <p:sldLayoutId id="2147483676" r:id="rId1"/>
    <p:sldLayoutId id="2147483677"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dirty="0">
                <a:solidFill>
                  <a:schemeClr val="bg1">
                    <a:lumMod val="75000"/>
                  </a:schemeClr>
                </a:solidFill>
              </a:rPr>
              <a:t>Closed captioning</a:t>
            </a:r>
            <a:br>
              <a:rPr lang="en-US" sz="700" dirty="0">
                <a:solidFill>
                  <a:schemeClr val="bg1">
                    <a:lumMod val="75000"/>
                  </a:schemeClr>
                </a:solidFill>
              </a:rPr>
            </a:br>
            <a:r>
              <a:rPr lang="en-US" sz="700" dirty="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274217866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 id="2147483708" r:id="rId30"/>
    <p:sldLayoutId id="2147483709" r:id="rId31"/>
    <p:sldLayoutId id="2147483710" r:id="rId32"/>
    <p:sldLayoutId id="2147483711" r:id="rId33"/>
    <p:sldLayoutId id="2147483712" r:id="rId34"/>
    <p:sldLayoutId id="2147483713" r:id="rId35"/>
    <p:sldLayoutId id="2147483714" r:id="rId36"/>
    <p:sldLayoutId id="2147483715" r:id="rId37"/>
    <p:sldLayoutId id="2147483716" r:id="rId38"/>
    <p:sldLayoutId id="2147483717" r:id="rId39"/>
    <p:sldLayoutId id="2147483718" r:id="rId40"/>
    <p:sldLayoutId id="2147483719" r:id="rId41"/>
    <p:sldLayoutId id="2147483720" r:id="rId42"/>
    <p:sldLayoutId id="2147483721" r:id="rId43"/>
    <p:sldLayoutId id="2147483722" r:id="rId44"/>
    <p:sldLayoutId id="2147483723" r:id="rId45"/>
    <p:sldLayoutId id="2147483724" r:id="rId46"/>
    <p:sldLayoutId id="2147483725" r:id="rId47"/>
    <p:sldLayoutId id="2147483726" r:id="rId48"/>
    <p:sldLayoutId id="2147483727" r:id="rId49"/>
    <p:sldLayoutId id="2147483728" r:id="rId50"/>
    <p:sldLayoutId id="2147483729" r:id="rId51"/>
    <p:sldLayoutId id="2147483730" r:id="rId52"/>
    <p:sldLayoutId id="2147483731" r:id="rId53"/>
    <p:sldLayoutId id="2147483732" r:id="rId54"/>
    <p:sldLayoutId id="2147483733" r:id="rId55"/>
    <p:sldLayoutId id="2147483734" r:id="rId56"/>
    <p:sldLayoutId id="2147483735" r:id="rId57"/>
    <p:sldLayoutId id="2147483736" r:id="rId58"/>
    <p:sldLayoutId id="2147483737" r:id="rId59"/>
    <p:sldLayoutId id="2147483738" r:id="rId60"/>
    <p:sldLayoutId id="2147483739" r:id="rId61"/>
    <p:sldLayoutId id="2147483740" r:id="rId62"/>
    <p:sldLayoutId id="2147483741" r:id="rId63"/>
    <p:sldLayoutId id="2147483742" r:id="rId64"/>
    <p:sldLayoutId id="2147483743" r:id="rId65"/>
    <p:sldLayoutId id="2147483744" r:id="rId66"/>
    <p:sldLayoutId id="2147483745" r:id="rId67"/>
    <p:sldLayoutId id="2147483746" r:id="rId68"/>
    <p:sldLayoutId id="2147483747" r:id="rId69"/>
    <p:sldLayoutId id="2147483748" r:id="rId70"/>
    <p:sldLayoutId id="2147483749" r:id="rId71"/>
    <p:sldLayoutId id="2147483750" r:id="rId72"/>
    <p:sldLayoutId id="2147483751" r:id="rId73"/>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4" orient="horz" pos="3690">
          <p15:clr>
            <a:srgbClr val="5ACBF0"/>
          </p15:clr>
        </p15:guide>
        <p15:guide id="55" orient="horz" pos="918">
          <p15:clr>
            <a:srgbClr val="F26B43"/>
          </p15:clr>
        </p15:guide>
        <p15:guide id="56" orient="horz" pos="3480">
          <p15:clr>
            <a:srgbClr val="F26B43"/>
          </p15:clr>
        </p15:guide>
        <p15:guide id="57" orient="horz" pos="357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dirty="0">
                <a:solidFill>
                  <a:schemeClr val="bg1">
                    <a:lumMod val="75000"/>
                  </a:schemeClr>
                </a:solidFill>
              </a:rPr>
              <a:t>Closed captioning</a:t>
            </a:r>
            <a:br>
              <a:rPr lang="en-US" sz="700" dirty="0">
                <a:solidFill>
                  <a:schemeClr val="bg1">
                    <a:lumMod val="75000"/>
                  </a:schemeClr>
                </a:solidFill>
              </a:rPr>
            </a:br>
            <a:r>
              <a:rPr lang="en-US" sz="700" dirty="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23150573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789" r:id="rId37"/>
    <p:sldLayoutId id="2147483790" r:id="rId38"/>
    <p:sldLayoutId id="2147483791" r:id="rId39"/>
    <p:sldLayoutId id="2147483792" r:id="rId40"/>
    <p:sldLayoutId id="2147483793" r:id="rId41"/>
    <p:sldLayoutId id="2147483794" r:id="rId42"/>
    <p:sldLayoutId id="2147483795" r:id="rId43"/>
    <p:sldLayoutId id="2147483796" r:id="rId44"/>
    <p:sldLayoutId id="2147483797" r:id="rId45"/>
    <p:sldLayoutId id="2147483798" r:id="rId46"/>
    <p:sldLayoutId id="2147483799" r:id="rId47"/>
    <p:sldLayoutId id="2147483800" r:id="rId48"/>
    <p:sldLayoutId id="2147483801" r:id="rId49"/>
    <p:sldLayoutId id="2147483802" r:id="rId50"/>
    <p:sldLayoutId id="2147483803" r:id="rId51"/>
    <p:sldLayoutId id="2147483804" r:id="rId52"/>
    <p:sldLayoutId id="2147483805" r:id="rId53"/>
    <p:sldLayoutId id="2147483806" r:id="rId54"/>
    <p:sldLayoutId id="2147483807" r:id="rId55"/>
    <p:sldLayoutId id="2147483808" r:id="rId56"/>
    <p:sldLayoutId id="2147483809" r:id="rId57"/>
    <p:sldLayoutId id="2147483810" r:id="rId58"/>
    <p:sldLayoutId id="2147483811" r:id="rId59"/>
    <p:sldLayoutId id="2147483812" r:id="rId60"/>
    <p:sldLayoutId id="2147483813" r:id="rId61"/>
    <p:sldLayoutId id="2147483814" r:id="rId62"/>
    <p:sldLayoutId id="2147483815" r:id="rId63"/>
    <p:sldLayoutId id="2147483816" r:id="rId64"/>
    <p:sldLayoutId id="2147483817" r:id="rId65"/>
    <p:sldLayoutId id="2147483818" r:id="rId66"/>
    <p:sldLayoutId id="2147483819" r:id="rId67"/>
    <p:sldLayoutId id="2147483820" r:id="rId68"/>
    <p:sldLayoutId id="2147483821" r:id="rId69"/>
    <p:sldLayoutId id="2147483822" r:id="rId70"/>
    <p:sldLayoutId id="2147483823" r:id="rId71"/>
    <p:sldLayoutId id="2147483824" r:id="rId72"/>
    <p:sldLayoutId id="2147483825" r:id="rId73"/>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4" orient="horz" pos="3690">
          <p15:clr>
            <a:srgbClr val="5ACBF0"/>
          </p15:clr>
        </p15:guide>
        <p15:guide id="55" orient="horz" pos="918">
          <p15:clr>
            <a:srgbClr val="F26B43"/>
          </p15:clr>
        </p15:guide>
        <p15:guide id="56" orient="horz" pos="3480">
          <p15:clr>
            <a:srgbClr val="F26B43"/>
          </p15:clr>
        </p15:guide>
        <p15:guide id="57" orient="horz" pos="357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userDrawn="1"/>
        </p:nvSpPr>
        <p:spPr>
          <a:xfrm>
            <a:off x="936" y="6384470"/>
            <a:ext cx="12191064" cy="4735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2"/>
              </a:solidFill>
            </a:endParaRPr>
          </a:p>
        </p:txBody>
      </p:sp>
      <p:sp>
        <p:nvSpPr>
          <p:cNvPr id="2" name="Title Placeholder 1"/>
          <p:cNvSpPr>
            <a:spLocks noGrp="1"/>
          </p:cNvSpPr>
          <p:nvPr>
            <p:ph type="title"/>
          </p:nvPr>
        </p:nvSpPr>
        <p:spPr>
          <a:xfrm>
            <a:off x="383720" y="292937"/>
            <a:ext cx="9369880" cy="795461"/>
          </a:xfrm>
          <a:prstGeom prst="rect">
            <a:avLst/>
          </a:prstGeom>
        </p:spPr>
        <p:txBody>
          <a:bodyPr vert="horz" lIns="91440" tIns="45720" rIns="91440" bIns="45720" rtlCol="0" anchor="b">
            <a:normAutofit/>
          </a:bodyPr>
          <a:lstStyle/>
          <a:p>
            <a:r>
              <a:rPr lang="en-US"/>
              <a:t>Click to edit Master title style</a:t>
            </a:r>
            <a:endParaRPr lang="en-GB" dirty="0"/>
          </a:p>
        </p:txBody>
      </p:sp>
      <p:sp>
        <p:nvSpPr>
          <p:cNvPr id="3" name="Text Placeholder 2"/>
          <p:cNvSpPr>
            <a:spLocks noGrp="1"/>
          </p:cNvSpPr>
          <p:nvPr>
            <p:ph type="body" idx="1"/>
          </p:nvPr>
        </p:nvSpPr>
        <p:spPr>
          <a:xfrm>
            <a:off x="383721" y="1323474"/>
            <a:ext cx="11478986" cy="485348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83720" y="6515100"/>
            <a:ext cx="10654393" cy="206375"/>
          </a:xfrm>
          <a:prstGeom prst="rect">
            <a:avLst/>
          </a:prstGeom>
        </p:spPr>
        <p:txBody>
          <a:bodyPr vert="horz" lIns="91440" tIns="45720" rIns="91440" bIns="45720" rtlCol="0" anchor="ctr"/>
          <a:lstStyle>
            <a:lvl1pPr algn="l">
              <a:defRPr sz="1100">
                <a:solidFill>
                  <a:schemeClr val="bg1"/>
                </a:solidFill>
              </a:defRPr>
            </a:lvl1pPr>
          </a:lstStyle>
          <a:p>
            <a:r>
              <a:rPr lang="en-GB"/>
              <a:t>School of Computing &amp; Digital Technologies</a:t>
            </a:r>
            <a:endParaRPr lang="en-GB" dirty="0"/>
          </a:p>
        </p:txBody>
      </p:sp>
      <p:sp>
        <p:nvSpPr>
          <p:cNvPr id="6" name="Slide Number Placeholder 5"/>
          <p:cNvSpPr>
            <a:spLocks noGrp="1"/>
          </p:cNvSpPr>
          <p:nvPr>
            <p:ph type="sldNum" sz="quarter" idx="4"/>
          </p:nvPr>
        </p:nvSpPr>
        <p:spPr>
          <a:xfrm>
            <a:off x="11179628" y="6515099"/>
            <a:ext cx="683079" cy="206375"/>
          </a:xfrm>
          <a:prstGeom prst="rect">
            <a:avLst/>
          </a:prstGeom>
        </p:spPr>
        <p:txBody>
          <a:bodyPr vert="horz" lIns="91440" tIns="45720" rIns="91440" bIns="45720" rtlCol="0" anchor="ctr"/>
          <a:lstStyle>
            <a:lvl1pPr algn="r">
              <a:defRPr sz="1100">
                <a:solidFill>
                  <a:schemeClr val="bg2"/>
                </a:solidFill>
              </a:defRPr>
            </a:lvl1pPr>
          </a:lstStyle>
          <a:p>
            <a:fld id="{5BC3EEBC-8848-48BC-9E86-2856C4334E59}" type="slidenum">
              <a:rPr lang="en-GB" smtClean="0"/>
              <a:pPr/>
              <a:t>‹#›</a:t>
            </a:fld>
            <a:endParaRPr lang="en-GB" dirty="0"/>
          </a:p>
        </p:txBody>
      </p:sp>
      <p:pic>
        <p:nvPicPr>
          <p:cNvPr id="7" name="Picture 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074743" y="292937"/>
            <a:ext cx="1787964" cy="79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645567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Lst>
  <p:hf hdr="0" dt="0"/>
  <p:txStyles>
    <p:titleStyle>
      <a:lvl1pPr algn="l" defTabSz="914400" rtl="0" eaLnBrk="1" latinLnBrk="0" hangingPunct="1">
        <a:lnSpc>
          <a:spcPct val="90000"/>
        </a:lnSpc>
        <a:spcBef>
          <a:spcPct val="0"/>
        </a:spcBef>
        <a:buNone/>
        <a:defRPr sz="4400" kern="1200" spc="-15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emf"/><Relationship Id="rId2" Type="http://schemas.openxmlformats.org/officeDocument/2006/relationships/notesSlide" Target="../notesSlides/notesSlide1.xml"/><Relationship Id="rId1" Type="http://schemas.openxmlformats.org/officeDocument/2006/relationships/slideLayout" Target="../slideLayouts/slideLayout96.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9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6.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96.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94.xml"/><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6.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wmf"/><Relationship Id="rId1" Type="http://schemas.openxmlformats.org/officeDocument/2006/relationships/slideLayout" Target="../slideLayouts/slideLayout130.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s://www.youtube.com/watch?v=AHR_7jFCMeY"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svg"/><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emf"/><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sv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54.emf"/><Relationship Id="rId7" Type="http://schemas.openxmlformats.org/officeDocument/2006/relationships/image" Target="../media/image41.png"/><Relationship Id="rId12" Type="http://schemas.openxmlformats.org/officeDocument/2006/relationships/image" Target="../media/image45.svg"/><Relationship Id="rId2" Type="http://schemas.openxmlformats.org/officeDocument/2006/relationships/notesSlide" Target="../notesSlides/notesSlide9.xml"/><Relationship Id="rId1" Type="http://schemas.openxmlformats.org/officeDocument/2006/relationships/slideLayout" Target="../slideLayouts/slideLayout21.xml"/><Relationship Id="rId6" Type="http://schemas.openxmlformats.org/officeDocument/2006/relationships/image" Target="../media/image57.emf"/><Relationship Id="rId11" Type="http://schemas.openxmlformats.org/officeDocument/2006/relationships/image" Target="../media/image44.png"/><Relationship Id="rId5" Type="http://schemas.openxmlformats.org/officeDocument/2006/relationships/image" Target="../media/image56.emf"/><Relationship Id="rId10" Type="http://schemas.openxmlformats.org/officeDocument/2006/relationships/image" Target="../media/image43.png"/><Relationship Id="rId4" Type="http://schemas.openxmlformats.org/officeDocument/2006/relationships/image" Target="../media/image55.emf"/><Relationship Id="rId9" Type="http://schemas.openxmlformats.org/officeDocument/2006/relationships/image" Target="../media/image58.wmf"/></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60.svg"/></Relationships>
</file>

<file path=ppt/slides/_rels/slide19.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image" Target="../media/image71.emf"/><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11.xml"/><Relationship Id="rId1" Type="http://schemas.openxmlformats.org/officeDocument/2006/relationships/slideLayout" Target="../slideLayouts/slideLayout21.xml"/><Relationship Id="rId6" Type="http://schemas.openxmlformats.org/officeDocument/2006/relationships/image" Target="../media/image64.svg"/><Relationship Id="rId11" Type="http://schemas.openxmlformats.org/officeDocument/2006/relationships/image" Target="../media/image69.emf"/><Relationship Id="rId5" Type="http://schemas.openxmlformats.org/officeDocument/2006/relationships/image" Target="../media/image63.png"/><Relationship Id="rId10" Type="http://schemas.openxmlformats.org/officeDocument/2006/relationships/image" Target="../media/image68.svg"/><Relationship Id="rId4" Type="http://schemas.openxmlformats.org/officeDocument/2006/relationships/image" Target="../media/image62.svg"/><Relationship Id="rId9" Type="http://schemas.openxmlformats.org/officeDocument/2006/relationships/image" Target="../media/image67.png"/><Relationship Id="rId14" Type="http://schemas.openxmlformats.org/officeDocument/2006/relationships/image" Target="../media/image72.emf"/></Relationships>
</file>

<file path=ppt/slides/_rels/slide20.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12.xml"/><Relationship Id="rId1" Type="http://schemas.openxmlformats.org/officeDocument/2006/relationships/slideLayout" Target="../slideLayouts/slideLayout21.xml"/><Relationship Id="rId5" Type="http://schemas.openxmlformats.org/officeDocument/2006/relationships/image" Target="../media/image75.emf"/><Relationship Id="rId4" Type="http://schemas.openxmlformats.org/officeDocument/2006/relationships/image" Target="../media/image7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4.xml"/></Relationships>
</file>

<file path=ppt/slides/_rels/slide2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2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2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2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1.png"/></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hyperlink" Target="https://quizizz.com/admin/quiz/633188c0bd862d001d55c4bf" TargetMode="Externa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3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hyperlink" Target="https://www.youtube.com/watch?v=hDJdkcdG1i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p:cNvSpPr>
            <a:spLocks noGrp="1"/>
          </p:cNvSpPr>
          <p:nvPr>
            <p:ph type="body" sz="quarter" idx="15"/>
          </p:nvPr>
        </p:nvSpPr>
        <p:spPr/>
        <p:txBody>
          <a:bodyPr/>
          <a:lstStyle/>
          <a:p>
            <a:endParaRPr lang="en-GB" dirty="0"/>
          </a:p>
        </p:txBody>
      </p:sp>
      <p:sp>
        <p:nvSpPr>
          <p:cNvPr id="14" name="Text Placeholder 13"/>
          <p:cNvSpPr>
            <a:spLocks noGrp="1"/>
          </p:cNvSpPr>
          <p:nvPr>
            <p:ph type="body" sz="quarter" idx="14"/>
          </p:nvPr>
        </p:nvSpPr>
        <p:spPr/>
        <p:txBody>
          <a:bodyPr/>
          <a:lstStyle/>
          <a:p>
            <a:endParaRPr lang="en-GB" dirty="0"/>
          </a:p>
        </p:txBody>
      </p:sp>
      <p:sp>
        <p:nvSpPr>
          <p:cNvPr id="11" name="Text Placeholder 10"/>
          <p:cNvSpPr>
            <a:spLocks noGrp="1"/>
          </p:cNvSpPr>
          <p:nvPr>
            <p:ph type="body" sz="quarter" idx="13"/>
          </p:nvPr>
        </p:nvSpPr>
        <p:spPr>
          <a:xfrm>
            <a:off x="383720" y="2679140"/>
            <a:ext cx="11408230" cy="985094"/>
          </a:xfrm>
        </p:spPr>
        <p:txBody>
          <a:bodyPr/>
          <a:lstStyle/>
          <a:p>
            <a:r>
              <a:rPr lang="en-GB" dirty="0"/>
              <a:t>Data Warehouse and BI Models</a:t>
            </a:r>
          </a:p>
        </p:txBody>
      </p:sp>
    </p:spTree>
    <p:extLst>
      <p:ext uri="{BB962C8B-B14F-4D97-AF65-F5344CB8AC3E}">
        <p14:creationId xmlns:p14="http://schemas.microsoft.com/office/powerpoint/2010/main" val="294104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050B71D-8B44-432C-9938-BE2036DEC38C}"/>
              </a:ext>
            </a:extLst>
          </p:cNvPr>
          <p:cNvSpPr>
            <a:spLocks noGrp="1"/>
          </p:cNvSpPr>
          <p:nvPr>
            <p:ph type="title"/>
          </p:nvPr>
        </p:nvSpPr>
        <p:spPr>
          <a:xfrm>
            <a:off x="0" y="258825"/>
            <a:ext cx="10212750" cy="795600"/>
          </a:xfrm>
        </p:spPr>
        <p:txBody>
          <a:bodyPr/>
          <a:lstStyle/>
          <a:p>
            <a:r>
              <a:rPr lang="en-GB" sz="3600" dirty="0"/>
              <a:t>Don’t forget to check the Assessment Area on BB</a:t>
            </a:r>
          </a:p>
        </p:txBody>
      </p:sp>
      <p:grpSp>
        <p:nvGrpSpPr>
          <p:cNvPr id="9" name="Group 8">
            <a:extLst>
              <a:ext uri="{FF2B5EF4-FFF2-40B4-BE49-F238E27FC236}">
                <a16:creationId xmlns:a16="http://schemas.microsoft.com/office/drawing/2014/main" id="{4C7DA352-CC38-418A-A75F-94725F6FF963}"/>
              </a:ext>
            </a:extLst>
          </p:cNvPr>
          <p:cNvGrpSpPr/>
          <p:nvPr/>
        </p:nvGrpSpPr>
        <p:grpSpPr>
          <a:xfrm>
            <a:off x="1484671" y="1054425"/>
            <a:ext cx="8598879" cy="5610317"/>
            <a:chOff x="245807" y="1054425"/>
            <a:chExt cx="8598879" cy="5610317"/>
          </a:xfrm>
        </p:grpSpPr>
        <p:pic>
          <p:nvPicPr>
            <p:cNvPr id="4" name="Picture 3">
              <a:extLst>
                <a:ext uri="{FF2B5EF4-FFF2-40B4-BE49-F238E27FC236}">
                  <a16:creationId xmlns:a16="http://schemas.microsoft.com/office/drawing/2014/main" id="{4EB167B0-EB0E-4107-83D5-2B67BA565E08}"/>
                </a:ext>
              </a:extLst>
            </p:cNvPr>
            <p:cNvPicPr>
              <a:picLocks noChangeAspect="1"/>
            </p:cNvPicPr>
            <p:nvPr/>
          </p:nvPicPr>
          <p:blipFill>
            <a:blip r:embed="rId2"/>
            <a:stretch>
              <a:fillRect/>
            </a:stretch>
          </p:blipFill>
          <p:spPr>
            <a:xfrm>
              <a:off x="343822" y="1054425"/>
              <a:ext cx="8500864" cy="5610317"/>
            </a:xfrm>
            <a:prstGeom prst="rect">
              <a:avLst/>
            </a:prstGeom>
          </p:spPr>
        </p:pic>
        <p:sp>
          <p:nvSpPr>
            <p:cNvPr id="6" name="Rectangle 5">
              <a:extLst>
                <a:ext uri="{FF2B5EF4-FFF2-40B4-BE49-F238E27FC236}">
                  <a16:creationId xmlns:a16="http://schemas.microsoft.com/office/drawing/2014/main" id="{0DC5E59D-0E8A-4201-8456-B1AC0274F75C}"/>
                </a:ext>
              </a:extLst>
            </p:cNvPr>
            <p:cNvSpPr/>
            <p:nvPr/>
          </p:nvSpPr>
          <p:spPr>
            <a:xfrm>
              <a:off x="245807" y="4259519"/>
              <a:ext cx="7865806" cy="795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97176177-7114-4494-971C-0597414D825E}"/>
                </a:ext>
              </a:extLst>
            </p:cNvPr>
            <p:cNvSpPr/>
            <p:nvPr/>
          </p:nvSpPr>
          <p:spPr>
            <a:xfrm>
              <a:off x="288569" y="2649896"/>
              <a:ext cx="7865806" cy="795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Rectangle 1">
            <a:extLst>
              <a:ext uri="{FF2B5EF4-FFF2-40B4-BE49-F238E27FC236}">
                <a16:creationId xmlns:a16="http://schemas.microsoft.com/office/drawing/2014/main" id="{CA7F3C71-06F5-46DF-8368-D43862300F08}"/>
              </a:ext>
            </a:extLst>
          </p:cNvPr>
          <p:cNvSpPr/>
          <p:nvPr/>
        </p:nvSpPr>
        <p:spPr>
          <a:xfrm>
            <a:off x="1940118" y="3609892"/>
            <a:ext cx="1288112" cy="1431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07292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Outline</a:t>
            </a:r>
          </a:p>
        </p:txBody>
      </p:sp>
      <p:sp>
        <p:nvSpPr>
          <p:cNvPr id="3" name="Content Placeholder 2"/>
          <p:cNvSpPr>
            <a:spLocks noGrp="1"/>
          </p:cNvSpPr>
          <p:nvPr>
            <p:ph idx="1"/>
          </p:nvPr>
        </p:nvSpPr>
        <p:spPr/>
        <p:txBody>
          <a:bodyPr/>
          <a:lstStyle/>
          <a:p>
            <a:r>
              <a:rPr lang="en-GB" dirty="0"/>
              <a:t>Data Types and Data Warehouse</a:t>
            </a:r>
          </a:p>
          <a:p>
            <a:r>
              <a:rPr lang="en-GB" dirty="0"/>
              <a:t>BI Models</a:t>
            </a:r>
          </a:p>
        </p:txBody>
      </p:sp>
      <p:sp>
        <p:nvSpPr>
          <p:cNvPr id="4" name="Slide Number Placeholder 3"/>
          <p:cNvSpPr>
            <a:spLocks noGrp="1"/>
          </p:cNvSpPr>
          <p:nvPr>
            <p:ph type="sldNum" sz="quarter" idx="12"/>
          </p:nvPr>
        </p:nvSpPr>
        <p:spPr/>
        <p:txBody>
          <a:bodyPr/>
          <a:lstStyle/>
          <a:p>
            <a:fld id="{7CC91C18-2D9D-461C-87BF-48086B644113}" type="slidenum">
              <a:rPr lang="en-GB" smtClean="0"/>
              <a:t>3</a:t>
            </a:fld>
            <a:endParaRPr lang="en-GB"/>
          </a:p>
        </p:txBody>
      </p:sp>
      <p:pic>
        <p:nvPicPr>
          <p:cNvPr id="6" name="Picture 5">
            <a:extLst>
              <a:ext uri="{FF2B5EF4-FFF2-40B4-BE49-F238E27FC236}">
                <a16:creationId xmlns:a16="http://schemas.microsoft.com/office/drawing/2014/main" id="{206ADEA8-898D-451B-9AF5-6ABDFFD32197}"/>
              </a:ext>
            </a:extLst>
          </p:cNvPr>
          <p:cNvPicPr>
            <a:picLocks noChangeAspect="1"/>
          </p:cNvPicPr>
          <p:nvPr/>
        </p:nvPicPr>
        <p:blipFill>
          <a:blip r:embed="rId2"/>
          <a:stretch>
            <a:fillRect/>
          </a:stretch>
        </p:blipFill>
        <p:spPr>
          <a:xfrm>
            <a:off x="1250320" y="2565859"/>
            <a:ext cx="9691360" cy="4053138"/>
          </a:xfrm>
          <a:prstGeom prst="rect">
            <a:avLst/>
          </a:prstGeom>
        </p:spPr>
      </p:pic>
    </p:spTree>
    <p:extLst>
      <p:ext uri="{BB962C8B-B14F-4D97-AF65-F5344CB8AC3E}">
        <p14:creationId xmlns:p14="http://schemas.microsoft.com/office/powerpoint/2010/main" val="2533998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6D44A30-F1E9-435E-B0E1-1C2F7E4BBE41}"/>
              </a:ext>
            </a:extLst>
          </p:cNvPr>
          <p:cNvSpPr>
            <a:spLocks noGrp="1"/>
          </p:cNvSpPr>
          <p:nvPr>
            <p:ph type="title"/>
          </p:nvPr>
        </p:nvSpPr>
        <p:spPr/>
        <p:txBody>
          <a:bodyPr/>
          <a:lstStyle/>
          <a:p>
            <a:r>
              <a:rPr lang="en-GB" dirty="0"/>
              <a:t>Data Warehouse</a:t>
            </a:r>
          </a:p>
        </p:txBody>
      </p:sp>
      <p:sp>
        <p:nvSpPr>
          <p:cNvPr id="6" name="Text Placeholder 5">
            <a:extLst>
              <a:ext uri="{FF2B5EF4-FFF2-40B4-BE49-F238E27FC236}">
                <a16:creationId xmlns:a16="http://schemas.microsoft.com/office/drawing/2014/main" id="{6F4DC8A8-7AF1-465B-BD46-2195644A20AB}"/>
              </a:ext>
            </a:extLst>
          </p:cNvPr>
          <p:cNvSpPr>
            <a:spLocks noGrp="1"/>
          </p:cNvSpPr>
          <p:nvPr>
            <p:ph type="body" idx="1"/>
          </p:nvPr>
        </p:nvSpPr>
        <p:spPr/>
        <p:txBody>
          <a:bodyPr/>
          <a:lstStyle/>
          <a:p>
            <a:r>
              <a:rPr lang="en-GB" dirty="0"/>
              <a:t>With a general introduction to Data</a:t>
            </a:r>
          </a:p>
        </p:txBody>
      </p:sp>
      <p:sp>
        <p:nvSpPr>
          <p:cNvPr id="4" name="Slide Number Placeholder 3">
            <a:extLst>
              <a:ext uri="{FF2B5EF4-FFF2-40B4-BE49-F238E27FC236}">
                <a16:creationId xmlns:a16="http://schemas.microsoft.com/office/drawing/2014/main" id="{351E462D-93DC-49A4-83A2-5B8F6C26125A}"/>
              </a:ext>
            </a:extLst>
          </p:cNvPr>
          <p:cNvSpPr>
            <a:spLocks noGrp="1"/>
          </p:cNvSpPr>
          <p:nvPr>
            <p:ph type="sldNum" sz="quarter" idx="12"/>
          </p:nvPr>
        </p:nvSpPr>
        <p:spPr/>
        <p:txBody>
          <a:bodyPr/>
          <a:lstStyle/>
          <a:p>
            <a:fld id="{7CC91C18-2D9D-461C-87BF-48086B644113}" type="slidenum">
              <a:rPr lang="en-GB" smtClean="0"/>
              <a:t>4</a:t>
            </a:fld>
            <a:endParaRPr lang="en-GB"/>
          </a:p>
        </p:txBody>
      </p:sp>
    </p:spTree>
    <p:extLst>
      <p:ext uri="{BB962C8B-B14F-4D97-AF65-F5344CB8AC3E}">
        <p14:creationId xmlns:p14="http://schemas.microsoft.com/office/powerpoint/2010/main" val="93265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DD449-CDA8-4316-AF23-314E306FAA2E}"/>
              </a:ext>
            </a:extLst>
          </p:cNvPr>
          <p:cNvSpPr>
            <a:spLocks noGrp="1"/>
          </p:cNvSpPr>
          <p:nvPr>
            <p:ph type="title"/>
          </p:nvPr>
        </p:nvSpPr>
        <p:spPr/>
        <p:txBody>
          <a:bodyPr/>
          <a:lstStyle/>
          <a:p>
            <a:r>
              <a:rPr lang="en-US" dirty="0"/>
              <a:t>What is data?</a:t>
            </a:r>
          </a:p>
        </p:txBody>
      </p:sp>
      <p:sp>
        <p:nvSpPr>
          <p:cNvPr id="3" name="Text Placeholder 2">
            <a:extLst>
              <a:ext uri="{FF2B5EF4-FFF2-40B4-BE49-F238E27FC236}">
                <a16:creationId xmlns:a16="http://schemas.microsoft.com/office/drawing/2014/main" id="{8FE7B4EC-EE3A-473F-99DB-3E8BDBDB6A72}"/>
              </a:ext>
            </a:extLst>
          </p:cNvPr>
          <p:cNvSpPr>
            <a:spLocks noGrp="1"/>
          </p:cNvSpPr>
          <p:nvPr>
            <p:ph type="body" sz="quarter" idx="10"/>
          </p:nvPr>
        </p:nvSpPr>
        <p:spPr>
          <a:xfrm>
            <a:off x="418643" y="1083334"/>
            <a:ext cx="11341268" cy="707886"/>
          </a:xfrm>
        </p:spPr>
        <p:txBody>
          <a:bodyPr/>
          <a:lstStyle/>
          <a:p>
            <a:r>
              <a:rPr lang="en-US" spc="0" dirty="0"/>
              <a:t>Collection of facts, numbers, descriptions, objects , stored in a structured, semi-structured,</a:t>
            </a:r>
            <a:br>
              <a:rPr lang="en-US" spc="0" dirty="0"/>
            </a:br>
            <a:r>
              <a:rPr lang="en-US" spc="0" dirty="0"/>
              <a:t>unstructured way</a:t>
            </a:r>
          </a:p>
        </p:txBody>
      </p:sp>
      <p:sp>
        <p:nvSpPr>
          <p:cNvPr id="8" name="Rectangle 7">
            <a:extLst>
              <a:ext uri="{FF2B5EF4-FFF2-40B4-BE49-F238E27FC236}">
                <a16:creationId xmlns:a16="http://schemas.microsoft.com/office/drawing/2014/main" id="{4A72B7B9-DE85-4AE8-BFAC-9B2A4E1E37D5}"/>
              </a:ext>
            </a:extLst>
          </p:cNvPr>
          <p:cNvSpPr/>
          <p:nvPr/>
        </p:nvSpPr>
        <p:spPr bwMode="auto">
          <a:xfrm>
            <a:off x="427039" y="1900406"/>
            <a:ext cx="3708536" cy="441157"/>
          </a:xfrm>
          <a:prstGeom prst="rect">
            <a:avLst/>
          </a:prstGeom>
          <a:solidFill>
            <a:srgbClr val="243A5E"/>
          </a:solidFill>
          <a:ln w="63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Semibold"/>
                <a:ea typeface="+mn-ea"/>
                <a:cs typeface="+mn-cs"/>
              </a:rPr>
              <a:t>Structured</a:t>
            </a:r>
          </a:p>
        </p:txBody>
      </p:sp>
      <p:sp>
        <p:nvSpPr>
          <p:cNvPr id="9" name="Rectangle 8">
            <a:extLst>
              <a:ext uri="{FF2B5EF4-FFF2-40B4-BE49-F238E27FC236}">
                <a16:creationId xmlns:a16="http://schemas.microsoft.com/office/drawing/2014/main" id="{64AD9EC9-F328-4E3C-8A99-AD50121592A7}"/>
              </a:ext>
              <a:ext uri="{C183D7F6-B498-43B3-948B-1728B52AA6E4}">
                <adec:decorative xmlns:adec="http://schemas.microsoft.com/office/drawing/2017/decorative" val="1"/>
              </a:ext>
            </a:extLst>
          </p:cNvPr>
          <p:cNvSpPr/>
          <p:nvPr/>
        </p:nvSpPr>
        <p:spPr bwMode="auto">
          <a:xfrm>
            <a:off x="427039" y="2347913"/>
            <a:ext cx="3708536" cy="3181376"/>
          </a:xfrm>
          <a:prstGeom prst="rect">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10" name="Table 9">
            <a:extLst>
              <a:ext uri="{FF2B5EF4-FFF2-40B4-BE49-F238E27FC236}">
                <a16:creationId xmlns:a16="http://schemas.microsoft.com/office/drawing/2014/main" id="{724D9F7E-A463-4363-8E8A-379B69D32932}"/>
              </a:ext>
              <a:ext uri="{C183D7F6-B498-43B3-948B-1728B52AA6E4}">
                <adec:decorative xmlns:adec="http://schemas.microsoft.com/office/drawing/2017/decorative" val="0"/>
              </a:ext>
            </a:extLst>
          </p:cNvPr>
          <p:cNvGraphicFramePr>
            <a:graphicFrameLocks noGrp="1"/>
          </p:cNvGraphicFramePr>
          <p:nvPr/>
        </p:nvGraphicFramePr>
        <p:xfrm>
          <a:off x="511161" y="2417075"/>
          <a:ext cx="3540292" cy="966216"/>
        </p:xfrm>
        <a:graphic>
          <a:graphicData uri="http://schemas.openxmlformats.org/drawingml/2006/table">
            <a:tbl>
              <a:tblPr firstRow="1" bandRow="1">
                <a:tableStyleId>{5C22544A-7EE6-4342-B048-85BDC9FD1C3A}</a:tableStyleId>
              </a:tblPr>
              <a:tblGrid>
                <a:gridCol w="505756">
                  <a:extLst>
                    <a:ext uri="{9D8B030D-6E8A-4147-A177-3AD203B41FA5}">
                      <a16:colId xmlns:a16="http://schemas.microsoft.com/office/drawing/2014/main" val="1727388637"/>
                    </a:ext>
                  </a:extLst>
                </a:gridCol>
                <a:gridCol w="505756">
                  <a:extLst>
                    <a:ext uri="{9D8B030D-6E8A-4147-A177-3AD203B41FA5}">
                      <a16:colId xmlns:a16="http://schemas.microsoft.com/office/drawing/2014/main" val="2933502934"/>
                    </a:ext>
                  </a:extLst>
                </a:gridCol>
                <a:gridCol w="505756">
                  <a:extLst>
                    <a:ext uri="{9D8B030D-6E8A-4147-A177-3AD203B41FA5}">
                      <a16:colId xmlns:a16="http://schemas.microsoft.com/office/drawing/2014/main" val="3275465788"/>
                    </a:ext>
                  </a:extLst>
                </a:gridCol>
                <a:gridCol w="505756">
                  <a:extLst>
                    <a:ext uri="{9D8B030D-6E8A-4147-A177-3AD203B41FA5}">
                      <a16:colId xmlns:a16="http://schemas.microsoft.com/office/drawing/2014/main" val="942075906"/>
                    </a:ext>
                  </a:extLst>
                </a:gridCol>
                <a:gridCol w="505756">
                  <a:extLst>
                    <a:ext uri="{9D8B030D-6E8A-4147-A177-3AD203B41FA5}">
                      <a16:colId xmlns:a16="http://schemas.microsoft.com/office/drawing/2014/main" val="1462656416"/>
                    </a:ext>
                  </a:extLst>
                </a:gridCol>
                <a:gridCol w="505756">
                  <a:extLst>
                    <a:ext uri="{9D8B030D-6E8A-4147-A177-3AD203B41FA5}">
                      <a16:colId xmlns:a16="http://schemas.microsoft.com/office/drawing/2014/main" val="299907239"/>
                    </a:ext>
                  </a:extLst>
                </a:gridCol>
                <a:gridCol w="505756">
                  <a:extLst>
                    <a:ext uri="{9D8B030D-6E8A-4147-A177-3AD203B41FA5}">
                      <a16:colId xmlns:a16="http://schemas.microsoft.com/office/drawing/2014/main" val="2578400319"/>
                    </a:ext>
                  </a:extLst>
                </a:gridCol>
              </a:tblGrid>
              <a:tr h="0">
                <a:tc>
                  <a:txBody>
                    <a:bodyPr/>
                    <a:lstStyle/>
                    <a:p>
                      <a:r>
                        <a:rPr lang="en-US" sz="900" dirty="0"/>
                        <a:t>Table</a:t>
                      </a:r>
                    </a:p>
                  </a:txBody>
                  <a:tcPr marL="45720" marR="45720" marT="18288" marB="182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900" dirty="0"/>
                    </a:p>
                  </a:txBody>
                  <a:tcPr marL="45720" marR="45720" marT="18288" marB="182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900" dirty="0"/>
                    </a:p>
                  </a:txBody>
                  <a:tcPr marL="45720" marR="45720" marT="18288" marB="182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900" dirty="0"/>
                    </a:p>
                  </a:txBody>
                  <a:tcPr marL="45720" marR="45720" marT="18288" marB="182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900" dirty="0"/>
                    </a:p>
                  </a:txBody>
                  <a:tcPr marL="45720" marR="45720" marT="18288" marB="182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900" dirty="0"/>
                    </a:p>
                  </a:txBody>
                  <a:tcPr marL="45720" marR="45720" marT="18288" marB="182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900" dirty="0"/>
                    </a:p>
                  </a:txBody>
                  <a:tcPr marL="45720" marR="45720" marT="18288" marB="18288">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0">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0">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0">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r h="0">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0195651"/>
                  </a:ext>
                </a:extLst>
              </a:tr>
              <a:tr h="0">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800" dirty="0">
                        <a:solidFill>
                          <a:schemeClr val="tx1"/>
                        </a:solidFill>
                      </a:endParaRPr>
                    </a:p>
                  </a:txBody>
                  <a:tcPr marL="45720" marR="45720" marT="18288" marB="1828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5319192"/>
                  </a:ext>
                </a:extLst>
              </a:tr>
            </a:tbl>
          </a:graphicData>
        </a:graphic>
      </p:graphicFrame>
      <p:graphicFrame>
        <p:nvGraphicFramePr>
          <p:cNvPr id="11" name="Table 3">
            <a:extLst>
              <a:ext uri="{FF2B5EF4-FFF2-40B4-BE49-F238E27FC236}">
                <a16:creationId xmlns:a16="http://schemas.microsoft.com/office/drawing/2014/main" id="{8B8A81D3-1498-464F-AB30-7BCCB538AF8F}"/>
              </a:ext>
              <a:ext uri="{C183D7F6-B498-43B3-948B-1728B52AA6E4}">
                <adec:decorative xmlns:adec="http://schemas.microsoft.com/office/drawing/2017/decorative" val="0"/>
              </a:ext>
            </a:extLst>
          </p:cNvPr>
          <p:cNvGraphicFramePr>
            <a:graphicFrameLocks noGrp="1"/>
          </p:cNvGraphicFramePr>
          <p:nvPr/>
        </p:nvGraphicFramePr>
        <p:xfrm>
          <a:off x="741628" y="3588189"/>
          <a:ext cx="1197708" cy="484632"/>
        </p:xfrm>
        <a:graphic>
          <a:graphicData uri="http://schemas.openxmlformats.org/drawingml/2006/table">
            <a:tbl>
              <a:tblPr firstRow="1" bandRow="1">
                <a:tableStyleId>{5C22544A-7EE6-4342-B048-85BDC9FD1C3A}</a:tableStyleId>
              </a:tblPr>
              <a:tblGrid>
                <a:gridCol w="399236">
                  <a:extLst>
                    <a:ext uri="{9D8B030D-6E8A-4147-A177-3AD203B41FA5}">
                      <a16:colId xmlns:a16="http://schemas.microsoft.com/office/drawing/2014/main" val="1727388637"/>
                    </a:ext>
                  </a:extLst>
                </a:gridCol>
                <a:gridCol w="399236">
                  <a:extLst>
                    <a:ext uri="{9D8B030D-6E8A-4147-A177-3AD203B41FA5}">
                      <a16:colId xmlns:a16="http://schemas.microsoft.com/office/drawing/2014/main" val="299907239"/>
                    </a:ext>
                  </a:extLst>
                </a:gridCol>
                <a:gridCol w="399236">
                  <a:extLst>
                    <a:ext uri="{9D8B030D-6E8A-4147-A177-3AD203B41FA5}">
                      <a16:colId xmlns:a16="http://schemas.microsoft.com/office/drawing/2014/main" val="2578400319"/>
                    </a:ext>
                  </a:extLst>
                </a:gridCol>
              </a:tblGrid>
              <a:tr h="150880">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150880">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150880">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bl>
          </a:graphicData>
        </a:graphic>
      </p:graphicFrame>
      <p:cxnSp>
        <p:nvCxnSpPr>
          <p:cNvPr id="12" name="Connector: Elbow 11">
            <a:extLst>
              <a:ext uri="{FF2B5EF4-FFF2-40B4-BE49-F238E27FC236}">
                <a16:creationId xmlns:a16="http://schemas.microsoft.com/office/drawing/2014/main" id="{7DAEEE8D-58BC-4F04-8C7C-33CFCBDDBF79}"/>
              </a:ext>
              <a:ext uri="{C183D7F6-B498-43B3-948B-1728B52AA6E4}">
                <adec:decorative xmlns:adec="http://schemas.microsoft.com/office/drawing/2017/decorative" val="1"/>
              </a:ext>
            </a:extLst>
          </p:cNvPr>
          <p:cNvCxnSpPr>
            <a:cxnSpLocks/>
            <a:stCxn id="11" idx="1"/>
            <a:endCxn id="13" idx="0"/>
          </p:cNvCxnSpPr>
          <p:nvPr/>
        </p:nvCxnSpPr>
        <p:spPr>
          <a:xfrm rot="10800000" flipH="1" flipV="1">
            <a:off x="741627" y="3830505"/>
            <a:ext cx="604523" cy="666512"/>
          </a:xfrm>
          <a:prstGeom prst="bentConnector4">
            <a:avLst>
              <a:gd name="adj1" fmla="val -37815"/>
              <a:gd name="adj2" fmla="val 68178"/>
            </a:avLst>
          </a:prstGeom>
          <a:ln w="190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5CAD6BB4-378B-4E8C-B884-4867FEC5C0DE}"/>
              </a:ext>
              <a:ext uri="{C183D7F6-B498-43B3-948B-1728B52AA6E4}">
                <adec:decorative xmlns:adec="http://schemas.microsoft.com/office/drawing/2017/decorative" val="0"/>
              </a:ext>
            </a:extLst>
          </p:cNvPr>
          <p:cNvGraphicFramePr>
            <a:graphicFrameLocks noGrp="1"/>
          </p:cNvGraphicFramePr>
          <p:nvPr/>
        </p:nvGraphicFramePr>
        <p:xfrm>
          <a:off x="747297" y="4497017"/>
          <a:ext cx="1197708" cy="807720"/>
        </p:xfrm>
        <a:graphic>
          <a:graphicData uri="http://schemas.openxmlformats.org/drawingml/2006/table">
            <a:tbl>
              <a:tblPr firstRow="1" bandRow="1">
                <a:tableStyleId>{5C22544A-7EE6-4342-B048-85BDC9FD1C3A}</a:tableStyleId>
              </a:tblPr>
              <a:tblGrid>
                <a:gridCol w="399236">
                  <a:extLst>
                    <a:ext uri="{9D8B030D-6E8A-4147-A177-3AD203B41FA5}">
                      <a16:colId xmlns:a16="http://schemas.microsoft.com/office/drawing/2014/main" val="1727388637"/>
                    </a:ext>
                  </a:extLst>
                </a:gridCol>
                <a:gridCol w="399236">
                  <a:extLst>
                    <a:ext uri="{9D8B030D-6E8A-4147-A177-3AD203B41FA5}">
                      <a16:colId xmlns:a16="http://schemas.microsoft.com/office/drawing/2014/main" val="299907239"/>
                    </a:ext>
                  </a:extLst>
                </a:gridCol>
                <a:gridCol w="399236">
                  <a:extLst>
                    <a:ext uri="{9D8B030D-6E8A-4147-A177-3AD203B41FA5}">
                      <a16:colId xmlns:a16="http://schemas.microsoft.com/office/drawing/2014/main" val="2578400319"/>
                    </a:ext>
                  </a:extLst>
                </a:gridCol>
              </a:tblGrid>
              <a:tr h="0">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0">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0">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0">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r h="0">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0195651"/>
                  </a:ext>
                </a:extLst>
              </a:tr>
            </a:tbl>
          </a:graphicData>
        </a:graphic>
      </p:graphicFrame>
      <p:cxnSp>
        <p:nvCxnSpPr>
          <p:cNvPr id="14" name="Connector: Elbow 50">
            <a:extLst>
              <a:ext uri="{FF2B5EF4-FFF2-40B4-BE49-F238E27FC236}">
                <a16:creationId xmlns:a16="http://schemas.microsoft.com/office/drawing/2014/main" id="{6FE4BA33-0E89-434E-AD2B-EC114010EFAF}"/>
              </a:ext>
              <a:ext uri="{C183D7F6-B498-43B3-948B-1728B52AA6E4}">
                <adec:decorative xmlns:adec="http://schemas.microsoft.com/office/drawing/2017/decorative" val="1"/>
              </a:ext>
            </a:extLst>
          </p:cNvPr>
          <p:cNvCxnSpPr/>
          <p:nvPr/>
        </p:nvCxnSpPr>
        <p:spPr>
          <a:xfrm>
            <a:off x="1939336" y="3685837"/>
            <a:ext cx="411190" cy="0"/>
          </a:xfrm>
          <a:prstGeom prst="straightConnector1">
            <a:avLst/>
          </a:prstGeom>
          <a:ln w="190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DFC76EF2-092C-45A9-992B-8130BC6F2056}"/>
              </a:ext>
              <a:ext uri="{C183D7F6-B498-43B3-948B-1728B52AA6E4}">
                <adec:decorative xmlns:adec="http://schemas.microsoft.com/office/drawing/2017/decorative" val="0"/>
              </a:ext>
            </a:extLst>
          </p:cNvPr>
          <p:cNvGraphicFramePr>
            <a:graphicFrameLocks noGrp="1"/>
          </p:cNvGraphicFramePr>
          <p:nvPr/>
        </p:nvGraphicFramePr>
        <p:xfrm>
          <a:off x="2350526" y="3588189"/>
          <a:ext cx="1457960" cy="1011624"/>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727388637"/>
                    </a:ext>
                  </a:extLst>
                </a:gridCol>
                <a:gridCol w="208280">
                  <a:extLst>
                    <a:ext uri="{9D8B030D-6E8A-4147-A177-3AD203B41FA5}">
                      <a16:colId xmlns:a16="http://schemas.microsoft.com/office/drawing/2014/main" val="2933502934"/>
                    </a:ext>
                  </a:extLst>
                </a:gridCol>
                <a:gridCol w="208280">
                  <a:extLst>
                    <a:ext uri="{9D8B030D-6E8A-4147-A177-3AD203B41FA5}">
                      <a16:colId xmlns:a16="http://schemas.microsoft.com/office/drawing/2014/main" val="3275465788"/>
                    </a:ext>
                  </a:extLst>
                </a:gridCol>
                <a:gridCol w="208280">
                  <a:extLst>
                    <a:ext uri="{9D8B030D-6E8A-4147-A177-3AD203B41FA5}">
                      <a16:colId xmlns:a16="http://schemas.microsoft.com/office/drawing/2014/main" val="942075906"/>
                    </a:ext>
                  </a:extLst>
                </a:gridCol>
                <a:gridCol w="208280">
                  <a:extLst>
                    <a:ext uri="{9D8B030D-6E8A-4147-A177-3AD203B41FA5}">
                      <a16:colId xmlns:a16="http://schemas.microsoft.com/office/drawing/2014/main" val="1462656416"/>
                    </a:ext>
                  </a:extLst>
                </a:gridCol>
                <a:gridCol w="208280">
                  <a:extLst>
                    <a:ext uri="{9D8B030D-6E8A-4147-A177-3AD203B41FA5}">
                      <a16:colId xmlns:a16="http://schemas.microsoft.com/office/drawing/2014/main" val="299907239"/>
                    </a:ext>
                  </a:extLst>
                </a:gridCol>
                <a:gridCol w="208280">
                  <a:extLst>
                    <a:ext uri="{9D8B030D-6E8A-4147-A177-3AD203B41FA5}">
                      <a16:colId xmlns:a16="http://schemas.microsoft.com/office/drawing/2014/main" val="2578400319"/>
                    </a:ext>
                  </a:extLst>
                </a:gridCol>
              </a:tblGrid>
              <a:tr h="168604">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168604">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168604">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168604">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r h="168604">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0195651"/>
                  </a:ext>
                </a:extLst>
              </a:tr>
              <a:tr h="168604">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5319192"/>
                  </a:ext>
                </a:extLst>
              </a:tr>
            </a:tbl>
          </a:graphicData>
        </a:graphic>
      </p:graphicFrame>
      <p:cxnSp>
        <p:nvCxnSpPr>
          <p:cNvPr id="16" name="Connector: Elbow 15">
            <a:extLst>
              <a:ext uri="{FF2B5EF4-FFF2-40B4-BE49-F238E27FC236}">
                <a16:creationId xmlns:a16="http://schemas.microsoft.com/office/drawing/2014/main" id="{9DE18EED-EEBC-4B8A-86DE-7CC55D3F2282}"/>
              </a:ext>
              <a:ext uri="{C183D7F6-B498-43B3-948B-1728B52AA6E4}">
                <adec:decorative xmlns:adec="http://schemas.microsoft.com/office/drawing/2017/decorative" val="1"/>
              </a:ext>
            </a:extLst>
          </p:cNvPr>
          <p:cNvCxnSpPr>
            <a:cxnSpLocks/>
          </p:cNvCxnSpPr>
          <p:nvPr/>
        </p:nvCxnSpPr>
        <p:spPr>
          <a:xfrm rot="16200000" flipH="1">
            <a:off x="2453105" y="4214590"/>
            <a:ext cx="1305068" cy="52266"/>
          </a:xfrm>
          <a:prstGeom prst="bentConnector5">
            <a:avLst>
              <a:gd name="adj1" fmla="val -6288"/>
              <a:gd name="adj2" fmla="val 1832128"/>
              <a:gd name="adj3" fmla="val 95542"/>
            </a:avLst>
          </a:prstGeom>
          <a:ln w="190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aphicFrame>
        <p:nvGraphicFramePr>
          <p:cNvPr id="17" name="Table 3">
            <a:extLst>
              <a:ext uri="{FF2B5EF4-FFF2-40B4-BE49-F238E27FC236}">
                <a16:creationId xmlns:a16="http://schemas.microsoft.com/office/drawing/2014/main" id="{8580D204-A25B-49B3-863B-FB7518D97B36}"/>
              </a:ext>
              <a:ext uri="{C183D7F6-B498-43B3-948B-1728B52AA6E4}">
                <adec:decorative xmlns:adec="http://schemas.microsoft.com/office/drawing/2017/decorative" val="0"/>
              </a:ext>
            </a:extLst>
          </p:cNvPr>
          <p:cNvGraphicFramePr>
            <a:graphicFrameLocks noGrp="1"/>
          </p:cNvGraphicFramePr>
          <p:nvPr/>
        </p:nvGraphicFramePr>
        <p:xfrm>
          <a:off x="2610777" y="4893257"/>
          <a:ext cx="1197708" cy="484632"/>
        </p:xfrm>
        <a:graphic>
          <a:graphicData uri="http://schemas.openxmlformats.org/drawingml/2006/table">
            <a:tbl>
              <a:tblPr firstRow="1" bandRow="1">
                <a:tableStyleId>{5C22544A-7EE6-4342-B048-85BDC9FD1C3A}</a:tableStyleId>
              </a:tblPr>
              <a:tblGrid>
                <a:gridCol w="399236">
                  <a:extLst>
                    <a:ext uri="{9D8B030D-6E8A-4147-A177-3AD203B41FA5}">
                      <a16:colId xmlns:a16="http://schemas.microsoft.com/office/drawing/2014/main" val="1727388637"/>
                    </a:ext>
                  </a:extLst>
                </a:gridCol>
                <a:gridCol w="399236">
                  <a:extLst>
                    <a:ext uri="{9D8B030D-6E8A-4147-A177-3AD203B41FA5}">
                      <a16:colId xmlns:a16="http://schemas.microsoft.com/office/drawing/2014/main" val="299907239"/>
                    </a:ext>
                  </a:extLst>
                </a:gridCol>
                <a:gridCol w="399236">
                  <a:extLst>
                    <a:ext uri="{9D8B030D-6E8A-4147-A177-3AD203B41FA5}">
                      <a16:colId xmlns:a16="http://schemas.microsoft.com/office/drawing/2014/main" val="2578400319"/>
                    </a:ext>
                  </a:extLst>
                </a:gridCol>
              </a:tblGrid>
              <a:tr h="150880">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700" dirty="0"/>
                    </a:p>
                  </a:txBody>
                  <a:tcPr marL="45720" marR="45720" marT="27432" marB="27432">
                    <a:lnL w="6350" cap="flat" cmpd="sng" algn="ctr">
                      <a:solidFill>
                        <a:srgbClr val="243A5E"/>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150880">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150880">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700" dirty="0"/>
                    </a:p>
                  </a:txBody>
                  <a:tcPr marL="45720" marR="45720" marT="27432" marB="2743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bl>
          </a:graphicData>
        </a:graphic>
      </p:graphicFrame>
      <p:sp>
        <p:nvSpPr>
          <p:cNvPr id="18" name="Rectangle 17">
            <a:extLst>
              <a:ext uri="{FF2B5EF4-FFF2-40B4-BE49-F238E27FC236}">
                <a16:creationId xmlns:a16="http://schemas.microsoft.com/office/drawing/2014/main" id="{E5F9A874-8C0B-48E5-8D1D-13104C044A89}"/>
              </a:ext>
            </a:extLst>
          </p:cNvPr>
          <p:cNvSpPr/>
          <p:nvPr/>
        </p:nvSpPr>
        <p:spPr bwMode="auto">
          <a:xfrm>
            <a:off x="4245702" y="1900406"/>
            <a:ext cx="3708536" cy="441157"/>
          </a:xfrm>
          <a:prstGeom prst="rect">
            <a:avLst/>
          </a:prstGeom>
          <a:solidFill>
            <a:srgbClr val="243A5E"/>
          </a:solidFill>
          <a:ln w="63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Semibold"/>
                <a:ea typeface="+mn-ea"/>
                <a:cs typeface="Segoe UI" pitchFamily="34" charset="0"/>
              </a:rPr>
              <a:t>Semi-structured</a:t>
            </a:r>
          </a:p>
        </p:txBody>
      </p:sp>
      <p:sp>
        <p:nvSpPr>
          <p:cNvPr id="26" name="Rectangle 25">
            <a:extLst>
              <a:ext uri="{FF2B5EF4-FFF2-40B4-BE49-F238E27FC236}">
                <a16:creationId xmlns:a16="http://schemas.microsoft.com/office/drawing/2014/main" id="{215B9A69-E046-4D1D-A811-9EE79589A808}"/>
              </a:ext>
              <a:ext uri="{C183D7F6-B498-43B3-948B-1728B52AA6E4}">
                <adec:decorative xmlns:adec="http://schemas.microsoft.com/office/drawing/2017/decorative" val="1"/>
              </a:ext>
            </a:extLst>
          </p:cNvPr>
          <p:cNvSpPr/>
          <p:nvPr/>
        </p:nvSpPr>
        <p:spPr bwMode="auto">
          <a:xfrm>
            <a:off x="4245702" y="2347913"/>
            <a:ext cx="3708536" cy="3181376"/>
          </a:xfrm>
          <a:prstGeom prst="rect">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pic>
        <p:nvPicPr>
          <p:cNvPr id="19" name="Picture 18" descr="A semi Structured Data">
            <a:extLst>
              <a:ext uri="{FF2B5EF4-FFF2-40B4-BE49-F238E27FC236}">
                <a16:creationId xmlns:a16="http://schemas.microsoft.com/office/drawing/2014/main" id="{AC3760B2-336E-42D0-A741-502A0BF8C2BB}"/>
              </a:ext>
              <a:ext uri="{C183D7F6-B498-43B3-948B-1728B52AA6E4}">
                <adec:decorative xmlns:adec="http://schemas.microsoft.com/office/drawing/2017/decorative" val="0"/>
              </a:ext>
            </a:extLst>
          </p:cNvPr>
          <p:cNvPicPr>
            <a:picLocks noChangeAspect="1"/>
          </p:cNvPicPr>
          <p:nvPr/>
        </p:nvPicPr>
        <p:blipFill rotWithShape="1">
          <a:blip r:embed="rId3">
            <a:clrChange>
              <a:clrFrom>
                <a:srgbClr val="EBEBEB"/>
              </a:clrFrom>
              <a:clrTo>
                <a:srgbClr val="EBEBEB">
                  <a:alpha val="0"/>
                </a:srgbClr>
              </a:clrTo>
            </a:clrChange>
          </a:blip>
          <a:srcRect l="3326" t="2639" r="2658" b="4691"/>
          <a:stretch/>
        </p:blipFill>
        <p:spPr>
          <a:xfrm>
            <a:off x="4383536" y="2412006"/>
            <a:ext cx="2335187" cy="3065386"/>
          </a:xfrm>
          <a:prstGeom prst="rect">
            <a:avLst/>
          </a:prstGeom>
          <a:noFill/>
          <a:ln w="6350">
            <a:noFill/>
          </a:ln>
        </p:spPr>
      </p:pic>
      <p:sp>
        <p:nvSpPr>
          <p:cNvPr id="20" name="Rectangle 19">
            <a:extLst>
              <a:ext uri="{FF2B5EF4-FFF2-40B4-BE49-F238E27FC236}">
                <a16:creationId xmlns:a16="http://schemas.microsoft.com/office/drawing/2014/main" id="{6B68ABDA-2E7B-4AE4-AF9D-053C13327AFB}"/>
              </a:ext>
            </a:extLst>
          </p:cNvPr>
          <p:cNvSpPr/>
          <p:nvPr/>
        </p:nvSpPr>
        <p:spPr bwMode="auto">
          <a:xfrm>
            <a:off x="8064365" y="1900406"/>
            <a:ext cx="3708536" cy="441157"/>
          </a:xfrm>
          <a:prstGeom prst="rect">
            <a:avLst/>
          </a:prstGeom>
          <a:solidFill>
            <a:srgbClr val="243A5E"/>
          </a:solidFill>
          <a:ln w="63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Unstructured</a:t>
            </a:r>
          </a:p>
        </p:txBody>
      </p:sp>
      <p:sp>
        <p:nvSpPr>
          <p:cNvPr id="21" name="Rectangle 20">
            <a:extLst>
              <a:ext uri="{FF2B5EF4-FFF2-40B4-BE49-F238E27FC236}">
                <a16:creationId xmlns:a16="http://schemas.microsoft.com/office/drawing/2014/main" id="{75AF6B73-F317-4196-9409-CC3E00AE6A01}"/>
              </a:ext>
              <a:ext uri="{C183D7F6-B498-43B3-948B-1728B52AA6E4}">
                <adec:decorative xmlns:adec="http://schemas.microsoft.com/office/drawing/2017/decorative" val="1"/>
              </a:ext>
            </a:extLst>
          </p:cNvPr>
          <p:cNvSpPr/>
          <p:nvPr/>
        </p:nvSpPr>
        <p:spPr bwMode="auto">
          <a:xfrm>
            <a:off x="8064365" y="2347913"/>
            <a:ext cx="3708536" cy="3181376"/>
          </a:xfrm>
          <a:prstGeom prst="rect">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pic>
        <p:nvPicPr>
          <p:cNvPr id="22" name="Picture 21" descr="Icon of a webpage showing a person on the screen">
            <a:extLst>
              <a:ext uri="{FF2B5EF4-FFF2-40B4-BE49-F238E27FC236}">
                <a16:creationId xmlns:a16="http://schemas.microsoft.com/office/drawing/2014/main" id="{5EA4BCDC-F60F-4263-9B16-B581307F43B3}"/>
              </a:ext>
            </a:extLst>
          </p:cNvPr>
          <p:cNvPicPr>
            <a:picLocks noChangeAspect="1"/>
          </p:cNvPicPr>
          <p:nvPr/>
        </p:nvPicPr>
        <p:blipFill>
          <a:blip r:embed="rId4"/>
          <a:stretch>
            <a:fillRect/>
          </a:stretch>
        </p:blipFill>
        <p:spPr>
          <a:xfrm>
            <a:off x="8514533" y="2757602"/>
            <a:ext cx="1066690" cy="802066"/>
          </a:xfrm>
          <a:prstGeom prst="rect">
            <a:avLst/>
          </a:prstGeom>
        </p:spPr>
      </p:pic>
      <p:pic>
        <p:nvPicPr>
          <p:cNvPr id="23" name="Picture 22" descr="Icon of a scenery of mountain and moon&#10;representing photography">
            <a:extLst>
              <a:ext uri="{FF2B5EF4-FFF2-40B4-BE49-F238E27FC236}">
                <a16:creationId xmlns:a16="http://schemas.microsoft.com/office/drawing/2014/main" id="{7E14DCDD-09CC-48F0-86E8-33158858185D}"/>
              </a:ext>
            </a:extLst>
          </p:cNvPr>
          <p:cNvPicPr>
            <a:picLocks noChangeAspect="1"/>
          </p:cNvPicPr>
          <p:nvPr/>
        </p:nvPicPr>
        <p:blipFill>
          <a:blip r:embed="rId5"/>
          <a:stretch>
            <a:fillRect/>
          </a:stretch>
        </p:blipFill>
        <p:spPr>
          <a:xfrm>
            <a:off x="10463786" y="2734742"/>
            <a:ext cx="847786" cy="847786"/>
          </a:xfrm>
          <a:prstGeom prst="rect">
            <a:avLst/>
          </a:prstGeom>
        </p:spPr>
      </p:pic>
      <p:pic>
        <p:nvPicPr>
          <p:cNvPr id="24" name="Picture 23" descr="Icon of a document">
            <a:extLst>
              <a:ext uri="{FF2B5EF4-FFF2-40B4-BE49-F238E27FC236}">
                <a16:creationId xmlns:a16="http://schemas.microsoft.com/office/drawing/2014/main" id="{C4A7B71B-1BB0-4BC8-8D26-37F4DE900A12}"/>
              </a:ext>
            </a:extLst>
          </p:cNvPr>
          <p:cNvPicPr>
            <a:picLocks noChangeAspect="1"/>
          </p:cNvPicPr>
          <p:nvPr/>
        </p:nvPicPr>
        <p:blipFill>
          <a:blip r:embed="rId6"/>
          <a:stretch>
            <a:fillRect/>
          </a:stretch>
        </p:blipFill>
        <p:spPr>
          <a:xfrm>
            <a:off x="8702067" y="4096891"/>
            <a:ext cx="691622" cy="1005844"/>
          </a:xfrm>
          <a:prstGeom prst="rect">
            <a:avLst/>
          </a:prstGeom>
        </p:spPr>
      </p:pic>
      <p:pic>
        <p:nvPicPr>
          <p:cNvPr id="25" name="Picture 24" descr="Icon of a microphone">
            <a:extLst>
              <a:ext uri="{FF2B5EF4-FFF2-40B4-BE49-F238E27FC236}">
                <a16:creationId xmlns:a16="http://schemas.microsoft.com/office/drawing/2014/main" id="{6049FF28-2246-4B1B-B951-3EA2E3543DA5}"/>
              </a:ext>
            </a:extLst>
          </p:cNvPr>
          <p:cNvPicPr>
            <a:picLocks noChangeAspect="1"/>
          </p:cNvPicPr>
          <p:nvPr/>
        </p:nvPicPr>
        <p:blipFill>
          <a:blip r:embed="rId7"/>
          <a:stretch>
            <a:fillRect/>
          </a:stretch>
        </p:blipFill>
        <p:spPr>
          <a:xfrm>
            <a:off x="10537722" y="4040199"/>
            <a:ext cx="699914" cy="1119228"/>
          </a:xfrm>
          <a:prstGeom prst="rect">
            <a:avLst/>
          </a:prstGeom>
        </p:spPr>
      </p:pic>
    </p:spTree>
    <p:extLst>
      <p:ext uri="{BB962C8B-B14F-4D97-AF65-F5344CB8AC3E}">
        <p14:creationId xmlns:p14="http://schemas.microsoft.com/office/powerpoint/2010/main" val="1874566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animBg="1"/>
      <p:bldP spid="18" grpId="0" animBg="1"/>
      <p:bldP spid="26" grpId="0" animBg="1"/>
      <p:bldP spid="20"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06A48-E845-4926-AA48-DFB04426439F}"/>
              </a:ext>
            </a:extLst>
          </p:cNvPr>
          <p:cNvSpPr>
            <a:spLocks noGrp="1"/>
          </p:cNvSpPr>
          <p:nvPr>
            <p:ph type="title"/>
          </p:nvPr>
        </p:nvSpPr>
        <p:spPr/>
        <p:txBody>
          <a:bodyPr/>
          <a:lstStyle/>
          <a:p>
            <a:r>
              <a:rPr lang="en-US" dirty="0"/>
              <a:t>Structured Data</a:t>
            </a:r>
          </a:p>
        </p:txBody>
      </p:sp>
      <p:graphicFrame>
        <p:nvGraphicFramePr>
          <p:cNvPr id="6" name="Table 3">
            <a:extLst>
              <a:ext uri="{FF2B5EF4-FFF2-40B4-BE49-F238E27FC236}">
                <a16:creationId xmlns:a16="http://schemas.microsoft.com/office/drawing/2014/main" id="{DE3EC56D-F44E-481F-9C09-CE86B90DD33B}"/>
              </a:ext>
              <a:ext uri="{C183D7F6-B498-43B3-948B-1728B52AA6E4}">
                <adec:decorative xmlns:adec="http://schemas.microsoft.com/office/drawing/2017/decorative" val="0"/>
              </a:ext>
            </a:extLst>
          </p:cNvPr>
          <p:cNvGraphicFramePr>
            <a:graphicFrameLocks noGrp="1"/>
          </p:cNvGraphicFramePr>
          <p:nvPr/>
        </p:nvGraphicFramePr>
        <p:xfrm>
          <a:off x="543275" y="1126683"/>
          <a:ext cx="4114800" cy="1051561"/>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1727388637"/>
                    </a:ext>
                  </a:extLst>
                </a:gridCol>
                <a:gridCol w="1371600">
                  <a:extLst>
                    <a:ext uri="{9D8B030D-6E8A-4147-A177-3AD203B41FA5}">
                      <a16:colId xmlns:a16="http://schemas.microsoft.com/office/drawing/2014/main" val="299907239"/>
                    </a:ext>
                  </a:extLst>
                </a:gridCol>
                <a:gridCol w="1371600">
                  <a:extLst>
                    <a:ext uri="{9D8B030D-6E8A-4147-A177-3AD203B41FA5}">
                      <a16:colId xmlns:a16="http://schemas.microsoft.com/office/drawing/2014/main" val="2578400319"/>
                    </a:ext>
                  </a:extLst>
                </a:gridCol>
              </a:tblGrid>
              <a:tr h="276231">
                <a:tc>
                  <a:txBody>
                    <a:bodyPr/>
                    <a:lstStyle/>
                    <a:p>
                      <a:r>
                        <a:rPr lang="en-US" sz="1200" b="0" dirty="0">
                          <a:solidFill>
                            <a:schemeClr val="bg1"/>
                          </a:solidFill>
                          <a:latin typeface="+mj-lt"/>
                        </a:rPr>
                        <a:t>Customer</a:t>
                      </a:r>
                    </a:p>
                  </a:txBody>
                  <a:tcPr marL="73152" marR="73152" anchor="ctr">
                    <a:lnL w="6350" cap="flat" cmpd="sng" algn="ctr">
                      <a:solidFill>
                        <a:srgbClr val="243A5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200" b="0" dirty="0">
                        <a:solidFill>
                          <a:schemeClr val="bg1"/>
                        </a:solidFill>
                        <a:latin typeface="+mj-lt"/>
                      </a:endParaRPr>
                    </a:p>
                  </a:txBody>
                  <a:tcPr marL="73152" marR="7315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200" b="0" dirty="0">
                        <a:solidFill>
                          <a:schemeClr val="bg1"/>
                        </a:solidFill>
                        <a:latin typeface="+mj-lt"/>
                      </a:endParaRPr>
                    </a:p>
                  </a:txBody>
                  <a:tcPr marL="73152" marR="73152" anchor="ctr">
                    <a:lnL w="6350" cap="flat" cmpd="sng" algn="ctr">
                      <a:no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387665">
                <a:tc>
                  <a:txBody>
                    <a:bodyPr/>
                    <a:lstStyle/>
                    <a:p>
                      <a:r>
                        <a:rPr lang="en-US" sz="1100" dirty="0">
                          <a:solidFill>
                            <a:schemeClr val="tx1"/>
                          </a:solidFill>
                        </a:rPr>
                        <a:t>CustomerID</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100" dirty="0">
                          <a:solidFill>
                            <a:schemeClr val="tx1"/>
                          </a:solidFill>
                        </a:rPr>
                        <a:t>CustomerName</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100" dirty="0">
                          <a:solidFill>
                            <a:schemeClr val="tx1"/>
                          </a:solidFill>
                        </a:rPr>
                        <a:t>CustomerPhone</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387665">
                <a:tc>
                  <a:txBody>
                    <a:bodyPr/>
                    <a:lstStyle/>
                    <a:p>
                      <a:endParaRPr lang="en-US" sz="1100" dirty="0">
                        <a:solidFill>
                          <a:schemeClr val="tx1"/>
                        </a:solidFill>
                      </a:endParaRP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100" dirty="0">
                        <a:solidFill>
                          <a:schemeClr val="tx1"/>
                        </a:solidFill>
                      </a:endParaRP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100" dirty="0">
                        <a:solidFill>
                          <a:schemeClr val="tx1"/>
                        </a:solidFill>
                      </a:endParaRP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bl>
          </a:graphicData>
        </a:graphic>
      </p:graphicFrame>
      <p:sp>
        <p:nvSpPr>
          <p:cNvPr id="8" name="Rectangle 7" descr="Highlighting Customer ID">
            <a:extLst>
              <a:ext uri="{FF2B5EF4-FFF2-40B4-BE49-F238E27FC236}">
                <a16:creationId xmlns:a16="http://schemas.microsoft.com/office/drawing/2014/main" id="{EE66250F-EE1B-413F-8E5E-4EE983832A81}"/>
              </a:ext>
              <a:ext uri="{C183D7F6-B498-43B3-948B-1728B52AA6E4}">
                <adec:decorative xmlns:adec="http://schemas.microsoft.com/office/drawing/2017/decorative" val="0"/>
              </a:ext>
            </a:extLst>
          </p:cNvPr>
          <p:cNvSpPr/>
          <p:nvPr/>
        </p:nvSpPr>
        <p:spPr bwMode="auto">
          <a:xfrm>
            <a:off x="543275" y="1411287"/>
            <a:ext cx="1375039" cy="383382"/>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9" name="Connector: Elbow 8" descr="Line connector">
            <a:extLst>
              <a:ext uri="{FF2B5EF4-FFF2-40B4-BE49-F238E27FC236}">
                <a16:creationId xmlns:a16="http://schemas.microsoft.com/office/drawing/2014/main" id="{FBF25ADD-D053-4168-B766-EC86EFCDDDA0}"/>
              </a:ext>
              <a:ext uri="{C183D7F6-B498-43B3-948B-1728B52AA6E4}">
                <adec:decorative xmlns:adec="http://schemas.microsoft.com/office/drawing/2017/decorative" val="0"/>
              </a:ext>
            </a:extLst>
          </p:cNvPr>
          <p:cNvCxnSpPr>
            <a:cxnSpLocks/>
            <a:stCxn id="8" idx="2"/>
            <a:endCxn id="10" idx="0"/>
          </p:cNvCxnSpPr>
          <p:nvPr/>
        </p:nvCxnSpPr>
        <p:spPr>
          <a:xfrm rot="16200000" flipH="1">
            <a:off x="1492225" y="1533238"/>
            <a:ext cx="847374" cy="1370235"/>
          </a:xfrm>
          <a:prstGeom prst="bentConnector3">
            <a:avLst>
              <a:gd name="adj1" fmla="val 50000"/>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aphicFrame>
        <p:nvGraphicFramePr>
          <p:cNvPr id="7" name="Table 6">
            <a:extLst>
              <a:ext uri="{FF2B5EF4-FFF2-40B4-BE49-F238E27FC236}">
                <a16:creationId xmlns:a16="http://schemas.microsoft.com/office/drawing/2014/main" id="{FD8A1F0B-9005-4924-9858-FA232A15435B}"/>
              </a:ext>
              <a:ext uri="{C183D7F6-B498-43B3-948B-1728B52AA6E4}">
                <adec:decorative xmlns:adec="http://schemas.microsoft.com/office/drawing/2017/decorative" val="0"/>
              </a:ext>
            </a:extLst>
          </p:cNvPr>
          <p:cNvGraphicFramePr>
            <a:graphicFrameLocks noGrp="1"/>
          </p:cNvGraphicFramePr>
          <p:nvPr/>
        </p:nvGraphicFramePr>
        <p:xfrm>
          <a:off x="543276" y="2361882"/>
          <a:ext cx="4114800" cy="1298082"/>
        </p:xfrm>
        <a:graphic>
          <a:graphicData uri="http://schemas.openxmlformats.org/drawingml/2006/table">
            <a:tbl>
              <a:tblPr firstRow="1" bandRow="1">
                <a:tableStyleId>{5C22544A-7EE6-4342-B048-85BDC9FD1C3A}</a:tableStyleId>
              </a:tblPr>
              <a:tblGrid>
                <a:gridCol w="1365513">
                  <a:extLst>
                    <a:ext uri="{9D8B030D-6E8A-4147-A177-3AD203B41FA5}">
                      <a16:colId xmlns:a16="http://schemas.microsoft.com/office/drawing/2014/main" val="1727388637"/>
                    </a:ext>
                  </a:extLst>
                </a:gridCol>
                <a:gridCol w="1377687">
                  <a:extLst>
                    <a:ext uri="{9D8B030D-6E8A-4147-A177-3AD203B41FA5}">
                      <a16:colId xmlns:a16="http://schemas.microsoft.com/office/drawing/2014/main" val="299907239"/>
                    </a:ext>
                  </a:extLst>
                </a:gridCol>
                <a:gridCol w="1371600">
                  <a:extLst>
                    <a:ext uri="{9D8B030D-6E8A-4147-A177-3AD203B41FA5}">
                      <a16:colId xmlns:a16="http://schemas.microsoft.com/office/drawing/2014/main" val="2578400319"/>
                    </a:ext>
                  </a:extLst>
                </a:gridCol>
              </a:tblGrid>
              <a:tr h="0">
                <a:tc>
                  <a:txBody>
                    <a:bodyPr/>
                    <a:lstStyle/>
                    <a:p>
                      <a:r>
                        <a:rPr lang="en-US" sz="1200" b="0" dirty="0">
                          <a:solidFill>
                            <a:schemeClr val="bg1"/>
                          </a:solidFill>
                          <a:latin typeface="+mj-lt"/>
                        </a:rPr>
                        <a:t>Orders</a:t>
                      </a:r>
                    </a:p>
                  </a:txBody>
                  <a:tcPr marL="73152" marR="73152" anchor="ctr">
                    <a:lnL w="6350" cap="flat" cmpd="sng" algn="ctr">
                      <a:solidFill>
                        <a:srgbClr val="243A5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200" b="0" dirty="0">
                        <a:solidFill>
                          <a:schemeClr val="bg1"/>
                        </a:solidFill>
                        <a:latin typeface="+mj-lt"/>
                      </a:endParaRPr>
                    </a:p>
                  </a:txBody>
                  <a:tcPr marL="73152" marR="7315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200" b="0" dirty="0">
                        <a:solidFill>
                          <a:schemeClr val="bg1"/>
                        </a:solidFill>
                        <a:latin typeface="+mj-lt"/>
                      </a:endParaRPr>
                    </a:p>
                  </a:txBody>
                  <a:tcPr marL="73152" marR="73152" anchor="ctr">
                    <a:lnL w="6350" cap="flat" cmpd="sng" algn="ctr">
                      <a:no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341254">
                <a:tc>
                  <a:txBody>
                    <a:bodyPr/>
                    <a:lstStyle/>
                    <a:p>
                      <a:r>
                        <a:rPr lang="en-US" sz="1100" dirty="0">
                          <a:solidFill>
                            <a:schemeClr val="tx1"/>
                          </a:solidFill>
                        </a:rPr>
                        <a:t>OrderID</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100" dirty="0">
                          <a:solidFill>
                            <a:schemeClr val="tx1"/>
                          </a:solidFill>
                        </a:rPr>
                        <a:t>CustomerID</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100" dirty="0">
                          <a:solidFill>
                            <a:schemeClr val="tx1"/>
                          </a:solidFill>
                        </a:rPr>
                        <a:t>OrderDate</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341254">
                <a:tc>
                  <a:txBody>
                    <a:bodyPr/>
                    <a:lstStyle/>
                    <a:p>
                      <a:endParaRPr lang="en-US" sz="1100" dirty="0">
                        <a:solidFill>
                          <a:schemeClr val="tx1"/>
                        </a:solidFill>
                      </a:endParaRP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100" dirty="0">
                        <a:solidFill>
                          <a:schemeClr val="tx1"/>
                        </a:solidFill>
                      </a:endParaRP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100" dirty="0">
                        <a:solidFill>
                          <a:schemeClr val="tx1"/>
                        </a:solidFill>
                      </a:endParaRP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341254">
                <a:tc>
                  <a:txBody>
                    <a:bodyPr/>
                    <a:lstStyle/>
                    <a:p>
                      <a:endParaRPr lang="en-US" sz="1100" dirty="0">
                        <a:solidFill>
                          <a:schemeClr val="tx1"/>
                        </a:solidFill>
                      </a:endParaRP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100" dirty="0">
                        <a:solidFill>
                          <a:schemeClr val="tx1"/>
                        </a:solidFill>
                      </a:endParaRP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100" dirty="0">
                        <a:solidFill>
                          <a:schemeClr val="tx1"/>
                        </a:solidFill>
                      </a:endParaRP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bl>
          </a:graphicData>
        </a:graphic>
      </p:graphicFrame>
      <p:sp>
        <p:nvSpPr>
          <p:cNvPr id="10" name="Rectangle 9" descr="Highlighting Customer ID">
            <a:extLst>
              <a:ext uri="{FF2B5EF4-FFF2-40B4-BE49-F238E27FC236}">
                <a16:creationId xmlns:a16="http://schemas.microsoft.com/office/drawing/2014/main" id="{028D55B7-BDAC-4485-AA42-F7FB33669A30}"/>
              </a:ext>
              <a:ext uri="{C183D7F6-B498-43B3-948B-1728B52AA6E4}">
                <adec:decorative xmlns:adec="http://schemas.microsoft.com/office/drawing/2017/decorative" val="0"/>
              </a:ext>
            </a:extLst>
          </p:cNvPr>
          <p:cNvSpPr/>
          <p:nvPr/>
        </p:nvSpPr>
        <p:spPr bwMode="auto">
          <a:xfrm>
            <a:off x="1912144" y="2642043"/>
            <a:ext cx="1377771" cy="328039"/>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aphicFrame>
        <p:nvGraphicFramePr>
          <p:cNvPr id="21" name="Table 3">
            <a:extLst>
              <a:ext uri="{FF2B5EF4-FFF2-40B4-BE49-F238E27FC236}">
                <a16:creationId xmlns:a16="http://schemas.microsoft.com/office/drawing/2014/main" id="{11933B9E-4132-4CDF-BC7A-53AC9384A011}"/>
              </a:ext>
              <a:ext uri="{C183D7F6-B498-43B3-948B-1728B52AA6E4}">
                <adec:decorative xmlns:adec="http://schemas.microsoft.com/office/drawing/2017/decorative" val="0"/>
              </a:ext>
            </a:extLst>
          </p:cNvPr>
          <p:cNvGraphicFramePr>
            <a:graphicFrameLocks noGrp="1"/>
          </p:cNvGraphicFramePr>
          <p:nvPr/>
        </p:nvGraphicFramePr>
        <p:xfrm>
          <a:off x="4842936" y="1126683"/>
          <a:ext cx="2012502" cy="1051560"/>
        </p:xfrm>
        <a:graphic>
          <a:graphicData uri="http://schemas.openxmlformats.org/drawingml/2006/table">
            <a:tbl>
              <a:tblPr firstRow="1" bandRow="1">
                <a:tableStyleId>{5C22544A-7EE6-4342-B048-85BDC9FD1C3A}</a:tableStyleId>
              </a:tblPr>
              <a:tblGrid>
                <a:gridCol w="1006251">
                  <a:extLst>
                    <a:ext uri="{9D8B030D-6E8A-4147-A177-3AD203B41FA5}">
                      <a16:colId xmlns:a16="http://schemas.microsoft.com/office/drawing/2014/main" val="1727388637"/>
                    </a:ext>
                  </a:extLst>
                </a:gridCol>
                <a:gridCol w="1006251">
                  <a:extLst>
                    <a:ext uri="{9D8B030D-6E8A-4147-A177-3AD203B41FA5}">
                      <a16:colId xmlns:a16="http://schemas.microsoft.com/office/drawing/2014/main" val="299907239"/>
                    </a:ext>
                  </a:extLst>
                </a:gridCol>
              </a:tblGrid>
              <a:tr h="0">
                <a:tc>
                  <a:txBody>
                    <a:bodyPr/>
                    <a:lstStyle/>
                    <a:p>
                      <a:r>
                        <a:rPr lang="en-US" sz="1200" b="0" kern="1200" dirty="0">
                          <a:solidFill>
                            <a:schemeClr val="bg1"/>
                          </a:solidFill>
                          <a:latin typeface="+mj-lt"/>
                          <a:ea typeface="+mn-ea"/>
                          <a:cs typeface="+mn-cs"/>
                        </a:rPr>
                        <a:t>Account</a:t>
                      </a:r>
                    </a:p>
                  </a:txBody>
                  <a:tcPr marL="73152" marR="73152" anchor="ctr">
                    <a:lnL w="6350" cap="flat" cmpd="sng" algn="ctr">
                      <a:solidFill>
                        <a:srgbClr val="243A5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200" b="0" kern="1200" dirty="0">
                        <a:solidFill>
                          <a:schemeClr val="bg1"/>
                        </a:solidFill>
                        <a:latin typeface="+mj-lt"/>
                        <a:ea typeface="+mn-ea"/>
                        <a:cs typeface="+mn-cs"/>
                      </a:endParaRPr>
                    </a:p>
                  </a:txBody>
                  <a:tcPr marL="73152" marR="73152" anchor="ctr">
                    <a:lnL w="6350" cap="flat" cmpd="sng" algn="ctr">
                      <a:no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0">
                <a:tc>
                  <a:txBody>
                    <a:bodyPr/>
                    <a:lstStyle/>
                    <a:p>
                      <a:r>
                        <a:rPr lang="en-US" sz="1100" kern="1200" dirty="0">
                          <a:solidFill>
                            <a:schemeClr val="tx1"/>
                          </a:solidFill>
                          <a:latin typeface="+mn-lt"/>
                          <a:ea typeface="+mn-ea"/>
                          <a:cs typeface="+mn-cs"/>
                        </a:rPr>
                        <a:t>CustomerID</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Balance</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0">
                <a:tc>
                  <a:txBody>
                    <a:bodyPr/>
                    <a:lstStyle/>
                    <a:p>
                      <a:r>
                        <a:rPr lang="en-US" sz="1100" kern="1200" dirty="0">
                          <a:solidFill>
                            <a:schemeClr val="tx1"/>
                          </a:solidFill>
                          <a:latin typeface="+mn-lt"/>
                          <a:ea typeface="+mn-ea"/>
                          <a:cs typeface="+mn-cs"/>
                        </a:rPr>
                        <a:t>5558</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100" kern="1200" dirty="0">
                          <a:solidFill>
                            <a:schemeClr val="tx1"/>
                          </a:solidFill>
                          <a:latin typeface="+mn-lt"/>
                          <a:ea typeface="+mn-ea"/>
                          <a:cs typeface="+mn-cs"/>
                        </a:rPr>
                        <a:t>500</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0">
                <a:tc>
                  <a:txBody>
                    <a:bodyPr/>
                    <a:lstStyle/>
                    <a:p>
                      <a:r>
                        <a:rPr lang="en-US" sz="1100" kern="1200" dirty="0">
                          <a:solidFill>
                            <a:schemeClr val="tx1"/>
                          </a:solidFill>
                          <a:latin typeface="+mn-lt"/>
                          <a:ea typeface="+mn-ea"/>
                          <a:cs typeface="+mn-cs"/>
                        </a:rPr>
                        <a:t>6023</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100" kern="1200" dirty="0">
                          <a:solidFill>
                            <a:schemeClr val="tx1"/>
                          </a:solidFill>
                          <a:latin typeface="+mn-lt"/>
                          <a:ea typeface="+mn-ea"/>
                          <a:cs typeface="+mn-cs"/>
                        </a:rPr>
                        <a:t>2000</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80308642"/>
                  </a:ext>
                </a:extLst>
              </a:tr>
            </a:tbl>
          </a:graphicData>
        </a:graphic>
      </p:graphicFrame>
      <p:sp>
        <p:nvSpPr>
          <p:cNvPr id="28" name="Rectangle 27" descr="Highlighting Customer ID">
            <a:extLst>
              <a:ext uri="{FF2B5EF4-FFF2-40B4-BE49-F238E27FC236}">
                <a16:creationId xmlns:a16="http://schemas.microsoft.com/office/drawing/2014/main" id="{211605AC-55A1-4C43-BF1B-B9B9B7AC598B}"/>
              </a:ext>
              <a:ext uri="{C183D7F6-B498-43B3-948B-1728B52AA6E4}">
                <adec:decorative xmlns:adec="http://schemas.microsoft.com/office/drawing/2017/decorative" val="0"/>
              </a:ext>
            </a:extLst>
          </p:cNvPr>
          <p:cNvSpPr/>
          <p:nvPr/>
        </p:nvSpPr>
        <p:spPr bwMode="auto">
          <a:xfrm>
            <a:off x="4842933" y="1410652"/>
            <a:ext cx="1005417" cy="245269"/>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27" name="Table 3">
            <a:extLst>
              <a:ext uri="{FF2B5EF4-FFF2-40B4-BE49-F238E27FC236}">
                <a16:creationId xmlns:a16="http://schemas.microsoft.com/office/drawing/2014/main" id="{1E26E29F-64A4-4AEB-807D-D864D9A40388}"/>
              </a:ext>
              <a:ext uri="{C183D7F6-B498-43B3-948B-1728B52AA6E4}">
                <adec:decorative xmlns:adec="http://schemas.microsoft.com/office/drawing/2017/decorative" val="0"/>
              </a:ext>
            </a:extLst>
          </p:cNvPr>
          <p:cNvGraphicFramePr>
            <a:graphicFrameLocks noGrp="1"/>
          </p:cNvGraphicFramePr>
          <p:nvPr/>
        </p:nvGraphicFramePr>
        <p:xfrm>
          <a:off x="4842936" y="1126683"/>
          <a:ext cx="2012502" cy="1051560"/>
        </p:xfrm>
        <a:graphic>
          <a:graphicData uri="http://schemas.openxmlformats.org/drawingml/2006/table">
            <a:tbl>
              <a:tblPr firstRow="1" bandRow="1">
                <a:tableStyleId>{5C22544A-7EE6-4342-B048-85BDC9FD1C3A}</a:tableStyleId>
              </a:tblPr>
              <a:tblGrid>
                <a:gridCol w="1006251">
                  <a:extLst>
                    <a:ext uri="{9D8B030D-6E8A-4147-A177-3AD203B41FA5}">
                      <a16:colId xmlns:a16="http://schemas.microsoft.com/office/drawing/2014/main" val="1727388637"/>
                    </a:ext>
                  </a:extLst>
                </a:gridCol>
                <a:gridCol w="1006251">
                  <a:extLst>
                    <a:ext uri="{9D8B030D-6E8A-4147-A177-3AD203B41FA5}">
                      <a16:colId xmlns:a16="http://schemas.microsoft.com/office/drawing/2014/main" val="299907239"/>
                    </a:ext>
                  </a:extLst>
                </a:gridCol>
              </a:tblGrid>
              <a:tr h="0">
                <a:tc>
                  <a:txBody>
                    <a:bodyPr/>
                    <a:lstStyle/>
                    <a:p>
                      <a:r>
                        <a:rPr lang="en-US" sz="1200" b="0" kern="1200" dirty="0">
                          <a:solidFill>
                            <a:schemeClr val="bg1"/>
                          </a:solidFill>
                          <a:latin typeface="+mj-lt"/>
                          <a:ea typeface="+mn-ea"/>
                          <a:cs typeface="+mn-cs"/>
                        </a:rPr>
                        <a:t>Account</a:t>
                      </a:r>
                    </a:p>
                  </a:txBody>
                  <a:tcPr marL="73152" marR="73152" anchor="ctr">
                    <a:lnL w="6350" cap="flat" cmpd="sng" algn="ctr">
                      <a:solidFill>
                        <a:srgbClr val="243A5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200" b="0" kern="1200" dirty="0">
                        <a:solidFill>
                          <a:schemeClr val="bg1"/>
                        </a:solidFill>
                        <a:latin typeface="+mj-lt"/>
                        <a:ea typeface="+mn-ea"/>
                        <a:cs typeface="+mn-cs"/>
                      </a:endParaRPr>
                    </a:p>
                  </a:txBody>
                  <a:tcPr marL="73152" marR="73152" anchor="ctr">
                    <a:lnL w="6350" cap="flat" cmpd="sng" algn="ctr">
                      <a:no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0">
                <a:tc>
                  <a:txBody>
                    <a:bodyPr/>
                    <a:lstStyle/>
                    <a:p>
                      <a:r>
                        <a:rPr lang="en-US" sz="1100" kern="1200" dirty="0">
                          <a:solidFill>
                            <a:schemeClr val="tx1"/>
                          </a:solidFill>
                          <a:latin typeface="+mn-lt"/>
                          <a:ea typeface="+mn-ea"/>
                          <a:cs typeface="+mn-cs"/>
                        </a:rPr>
                        <a:t>CustomerID</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kern="1200" noProof="0" dirty="0">
                          <a:solidFill>
                            <a:schemeClr val="tx1"/>
                          </a:solidFill>
                          <a:latin typeface="+mn-lt"/>
                          <a:ea typeface="+mn-ea"/>
                          <a:cs typeface="+mn-cs"/>
                        </a:rPr>
                        <a:t>Balance</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4659512"/>
                  </a:ext>
                </a:extLst>
              </a:tr>
              <a:tr h="0">
                <a:tc>
                  <a:txBody>
                    <a:bodyPr/>
                    <a:lstStyle/>
                    <a:p>
                      <a:r>
                        <a:rPr lang="en-US" sz="1100" kern="1200" dirty="0">
                          <a:solidFill>
                            <a:schemeClr val="tx1"/>
                          </a:solidFill>
                          <a:latin typeface="+mn-lt"/>
                          <a:ea typeface="+mn-ea"/>
                          <a:cs typeface="+mn-cs"/>
                        </a:rPr>
                        <a:t>5558</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1000</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12981460"/>
                  </a:ext>
                </a:extLst>
              </a:tr>
              <a:tr h="0">
                <a:tc>
                  <a:txBody>
                    <a:bodyPr/>
                    <a:lstStyle/>
                    <a:p>
                      <a:r>
                        <a:rPr lang="en-US" sz="1100" kern="1200" dirty="0">
                          <a:solidFill>
                            <a:schemeClr val="tx1"/>
                          </a:solidFill>
                          <a:latin typeface="+mn-lt"/>
                          <a:ea typeface="+mn-ea"/>
                          <a:cs typeface="+mn-cs"/>
                        </a:rPr>
                        <a:t>6023</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1500</a:t>
                      </a:r>
                    </a:p>
                  </a:txBody>
                  <a:tcPr marL="73152" marR="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80308642"/>
                  </a:ext>
                </a:extLst>
              </a:tr>
            </a:tbl>
          </a:graphicData>
        </a:graphic>
      </p:graphicFrame>
      <p:cxnSp>
        <p:nvCxnSpPr>
          <p:cNvPr id="29" name="Straight Connector 37" descr="Line connector">
            <a:extLst>
              <a:ext uri="{FF2B5EF4-FFF2-40B4-BE49-F238E27FC236}">
                <a16:creationId xmlns:a16="http://schemas.microsoft.com/office/drawing/2014/main" id="{CFAF70EB-4A44-4BE2-AD8C-90214289CB77}"/>
              </a:ext>
              <a:ext uri="{C183D7F6-B498-43B3-948B-1728B52AA6E4}">
                <adec:decorative xmlns:adec="http://schemas.microsoft.com/office/drawing/2017/decorative" val="0"/>
              </a:ext>
            </a:extLst>
          </p:cNvPr>
          <p:cNvCxnSpPr>
            <a:cxnSpLocks/>
            <a:stCxn id="28" idx="2"/>
            <a:endCxn id="26" idx="0"/>
          </p:cNvCxnSpPr>
          <p:nvPr/>
        </p:nvCxnSpPr>
        <p:spPr>
          <a:xfrm rot="16200000" flipH="1">
            <a:off x="5851052" y="1150510"/>
            <a:ext cx="986123" cy="1996943"/>
          </a:xfrm>
          <a:prstGeom prst="bentConnector3">
            <a:avLst>
              <a:gd name="adj1" fmla="val 60625"/>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aphicFrame>
        <p:nvGraphicFramePr>
          <p:cNvPr id="22" name="Table 21">
            <a:extLst>
              <a:ext uri="{FF2B5EF4-FFF2-40B4-BE49-F238E27FC236}">
                <a16:creationId xmlns:a16="http://schemas.microsoft.com/office/drawing/2014/main" id="{EC94A131-8D65-4A0D-9721-5E462828C787}"/>
              </a:ext>
              <a:ext uri="{C183D7F6-B498-43B3-948B-1728B52AA6E4}">
                <adec:decorative xmlns:adec="http://schemas.microsoft.com/office/drawing/2017/decorative" val="0"/>
              </a:ext>
            </a:extLst>
          </p:cNvPr>
          <p:cNvGraphicFramePr>
            <a:graphicFrameLocks noGrp="1"/>
          </p:cNvGraphicFramePr>
          <p:nvPr/>
        </p:nvGraphicFramePr>
        <p:xfrm>
          <a:off x="4842936" y="2361882"/>
          <a:ext cx="6787966" cy="1127760"/>
        </p:xfrm>
        <a:graphic>
          <a:graphicData uri="http://schemas.openxmlformats.org/drawingml/2006/table">
            <a:tbl>
              <a:tblPr firstRow="1" bandRow="1">
                <a:tableStyleId>{5C22544A-7EE6-4342-B048-85BDC9FD1C3A}</a:tableStyleId>
              </a:tblPr>
              <a:tblGrid>
                <a:gridCol w="1044608">
                  <a:extLst>
                    <a:ext uri="{9D8B030D-6E8A-4147-A177-3AD203B41FA5}">
                      <a16:colId xmlns:a16="http://schemas.microsoft.com/office/drawing/2014/main" val="1727388637"/>
                    </a:ext>
                  </a:extLst>
                </a:gridCol>
                <a:gridCol w="1034308">
                  <a:extLst>
                    <a:ext uri="{9D8B030D-6E8A-4147-A177-3AD203B41FA5}">
                      <a16:colId xmlns:a16="http://schemas.microsoft.com/office/drawing/2014/main" val="4290130869"/>
                    </a:ext>
                  </a:extLst>
                </a:gridCol>
                <a:gridCol w="806302">
                  <a:extLst>
                    <a:ext uri="{9D8B030D-6E8A-4147-A177-3AD203B41FA5}">
                      <a16:colId xmlns:a16="http://schemas.microsoft.com/office/drawing/2014/main" val="2495751045"/>
                    </a:ext>
                  </a:extLst>
                </a:gridCol>
                <a:gridCol w="1435423">
                  <a:extLst>
                    <a:ext uri="{9D8B030D-6E8A-4147-A177-3AD203B41FA5}">
                      <a16:colId xmlns:a16="http://schemas.microsoft.com/office/drawing/2014/main" val="299907239"/>
                    </a:ext>
                  </a:extLst>
                </a:gridCol>
                <a:gridCol w="846931">
                  <a:extLst>
                    <a:ext uri="{9D8B030D-6E8A-4147-A177-3AD203B41FA5}">
                      <a16:colId xmlns:a16="http://schemas.microsoft.com/office/drawing/2014/main" val="2578400319"/>
                    </a:ext>
                  </a:extLst>
                </a:gridCol>
                <a:gridCol w="1620394">
                  <a:extLst>
                    <a:ext uri="{9D8B030D-6E8A-4147-A177-3AD203B41FA5}">
                      <a16:colId xmlns:a16="http://schemas.microsoft.com/office/drawing/2014/main" val="4098454550"/>
                    </a:ext>
                  </a:extLst>
                </a:gridCol>
              </a:tblGrid>
              <a:tr h="237815">
                <a:tc>
                  <a:txBody>
                    <a:bodyPr/>
                    <a:lstStyle/>
                    <a:p>
                      <a:pPr marL="0" algn="l" defTabSz="932742" rtl="0" eaLnBrk="1" latinLnBrk="0" hangingPunct="1"/>
                      <a:r>
                        <a:rPr lang="en-US" sz="1200" b="0" kern="1200" dirty="0">
                          <a:solidFill>
                            <a:schemeClr val="bg1"/>
                          </a:solidFill>
                          <a:latin typeface="+mj-lt"/>
                          <a:ea typeface="+mn-ea"/>
                          <a:cs typeface="+mn-cs"/>
                        </a:rPr>
                        <a:t>Transfers</a:t>
                      </a:r>
                    </a:p>
                  </a:txBody>
                  <a:tcPr marL="73152" marR="73152" anchor="ctr">
                    <a:lnL w="6350" cap="flat" cmpd="sng" algn="ctr">
                      <a:solidFill>
                        <a:schemeClr val="accent3"/>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endParaRPr lang="en-US" sz="1200" dirty="0"/>
                    </a:p>
                  </a:txBody>
                  <a:tcPr marL="73152" marR="7315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endParaRPr lang="en-US" sz="1200" dirty="0"/>
                    </a:p>
                  </a:txBody>
                  <a:tcPr marL="73152" marR="7315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endParaRPr lang="en-US" sz="1200" dirty="0"/>
                    </a:p>
                  </a:txBody>
                  <a:tcPr marL="73152" marR="7315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endParaRPr lang="en-US" sz="1200" dirty="0"/>
                    </a:p>
                  </a:txBody>
                  <a:tcPr marL="73152" marR="7315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endParaRPr lang="en-US" sz="1200" dirty="0">
                        <a:solidFill>
                          <a:schemeClr val="bg1"/>
                        </a:solidFill>
                      </a:endParaRPr>
                    </a:p>
                  </a:txBody>
                  <a:tcPr marL="73152" marR="73152" anchor="ctr">
                    <a:lnL w="6350" cap="flat" cmpd="sng" algn="ctr">
                      <a:no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0">
                <a:tc>
                  <a:txBody>
                    <a:bodyPr/>
                    <a:lstStyle/>
                    <a:p>
                      <a:r>
                        <a:rPr lang="en-US" sz="1100" kern="1200" dirty="0">
                          <a:solidFill>
                            <a:schemeClr val="tx1"/>
                          </a:solidFill>
                          <a:latin typeface="+mn-lt"/>
                          <a:ea typeface="+mn-ea"/>
                          <a:cs typeface="+mn-cs"/>
                        </a:rPr>
                        <a:t>TransactionID</a:t>
                      </a: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err="1">
                          <a:solidFill>
                            <a:schemeClr val="tx1"/>
                          </a:solidFill>
                          <a:latin typeface="+mn-lt"/>
                          <a:ea typeface="+mn-ea"/>
                          <a:cs typeface="+mn-cs"/>
                        </a:rPr>
                        <a:t>FromAccount</a:t>
                      </a:r>
                      <a:endParaRPr lang="en-US" sz="1100" kern="1200" dirty="0">
                        <a:solidFill>
                          <a:schemeClr val="tx1"/>
                        </a:solidFill>
                        <a:latin typeface="+mn-lt"/>
                        <a:ea typeface="+mn-ea"/>
                        <a:cs typeface="+mn-cs"/>
                      </a:endParaRP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ToAccount</a:t>
                      </a: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Transaction Amount</a:t>
                      </a: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OrderDate</a:t>
                      </a: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38100" cmpd="sng">
                      <a:no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TransactionDescription</a:t>
                      </a: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4659512"/>
                  </a:ext>
                </a:extLst>
              </a:tr>
              <a:tr h="594360">
                <a:tc>
                  <a:txBody>
                    <a:bodyPr/>
                    <a:lstStyle/>
                    <a:p>
                      <a:endParaRPr lang="en-US" sz="1100" kern="1200" dirty="0">
                        <a:solidFill>
                          <a:schemeClr val="tx1"/>
                        </a:solidFill>
                        <a:latin typeface="+mn-lt"/>
                        <a:ea typeface="+mn-ea"/>
                        <a:cs typeface="+mn-cs"/>
                      </a:endParaRP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100" kern="1200" dirty="0">
                        <a:solidFill>
                          <a:schemeClr val="tx1"/>
                        </a:solidFill>
                        <a:latin typeface="+mn-lt"/>
                        <a:ea typeface="+mn-ea"/>
                        <a:cs typeface="+mn-cs"/>
                      </a:endParaRP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100" kern="1200" dirty="0">
                        <a:solidFill>
                          <a:schemeClr val="tx1"/>
                        </a:solidFill>
                        <a:latin typeface="+mn-lt"/>
                        <a:ea typeface="+mn-ea"/>
                        <a:cs typeface="+mn-cs"/>
                      </a:endParaRP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100" kern="1200" dirty="0">
                        <a:solidFill>
                          <a:schemeClr val="tx1"/>
                        </a:solidFill>
                        <a:latin typeface="+mn-lt"/>
                        <a:ea typeface="+mn-ea"/>
                        <a:cs typeface="+mn-cs"/>
                      </a:endParaRP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100" kern="1200" dirty="0">
                        <a:solidFill>
                          <a:schemeClr val="tx1"/>
                        </a:solidFill>
                        <a:latin typeface="+mn-lt"/>
                        <a:ea typeface="+mn-ea"/>
                        <a:cs typeface="+mn-cs"/>
                      </a:endParaRP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US" sz="1100" kern="1200" dirty="0">
                        <a:solidFill>
                          <a:schemeClr val="tx1"/>
                        </a:solidFill>
                        <a:latin typeface="+mn-lt"/>
                        <a:ea typeface="+mn-ea"/>
                        <a:cs typeface="+mn-cs"/>
                      </a:endParaRP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12981460"/>
                  </a:ext>
                </a:extLst>
              </a:tr>
            </a:tbl>
          </a:graphicData>
        </a:graphic>
      </p:graphicFrame>
      <p:graphicFrame>
        <p:nvGraphicFramePr>
          <p:cNvPr id="23" name="Table 22">
            <a:extLst>
              <a:ext uri="{FF2B5EF4-FFF2-40B4-BE49-F238E27FC236}">
                <a16:creationId xmlns:a16="http://schemas.microsoft.com/office/drawing/2014/main" id="{3F62445C-BB25-44EA-A9BD-FB1475CF5F1E}"/>
              </a:ext>
              <a:ext uri="{C183D7F6-B498-43B3-948B-1728B52AA6E4}">
                <adec:decorative xmlns:adec="http://schemas.microsoft.com/office/drawing/2017/decorative" val="0"/>
              </a:ext>
            </a:extLst>
          </p:cNvPr>
          <p:cNvGraphicFramePr>
            <a:graphicFrameLocks noGrp="1"/>
          </p:cNvGraphicFramePr>
          <p:nvPr/>
        </p:nvGraphicFramePr>
        <p:xfrm>
          <a:off x="4842936" y="2361882"/>
          <a:ext cx="6787966" cy="1127760"/>
        </p:xfrm>
        <a:graphic>
          <a:graphicData uri="http://schemas.openxmlformats.org/drawingml/2006/table">
            <a:tbl>
              <a:tblPr firstRow="1" bandRow="1">
                <a:tableStyleId>{5C22544A-7EE6-4342-B048-85BDC9FD1C3A}</a:tableStyleId>
              </a:tblPr>
              <a:tblGrid>
                <a:gridCol w="1044608">
                  <a:extLst>
                    <a:ext uri="{9D8B030D-6E8A-4147-A177-3AD203B41FA5}">
                      <a16:colId xmlns:a16="http://schemas.microsoft.com/office/drawing/2014/main" val="1727388637"/>
                    </a:ext>
                  </a:extLst>
                </a:gridCol>
                <a:gridCol w="1034308">
                  <a:extLst>
                    <a:ext uri="{9D8B030D-6E8A-4147-A177-3AD203B41FA5}">
                      <a16:colId xmlns:a16="http://schemas.microsoft.com/office/drawing/2014/main" val="4290130869"/>
                    </a:ext>
                  </a:extLst>
                </a:gridCol>
                <a:gridCol w="806302">
                  <a:extLst>
                    <a:ext uri="{9D8B030D-6E8A-4147-A177-3AD203B41FA5}">
                      <a16:colId xmlns:a16="http://schemas.microsoft.com/office/drawing/2014/main" val="2495751045"/>
                    </a:ext>
                  </a:extLst>
                </a:gridCol>
                <a:gridCol w="1435423">
                  <a:extLst>
                    <a:ext uri="{9D8B030D-6E8A-4147-A177-3AD203B41FA5}">
                      <a16:colId xmlns:a16="http://schemas.microsoft.com/office/drawing/2014/main" val="299907239"/>
                    </a:ext>
                  </a:extLst>
                </a:gridCol>
                <a:gridCol w="846931">
                  <a:extLst>
                    <a:ext uri="{9D8B030D-6E8A-4147-A177-3AD203B41FA5}">
                      <a16:colId xmlns:a16="http://schemas.microsoft.com/office/drawing/2014/main" val="2578400319"/>
                    </a:ext>
                  </a:extLst>
                </a:gridCol>
                <a:gridCol w="1620394">
                  <a:extLst>
                    <a:ext uri="{9D8B030D-6E8A-4147-A177-3AD203B41FA5}">
                      <a16:colId xmlns:a16="http://schemas.microsoft.com/office/drawing/2014/main" val="4098454550"/>
                    </a:ext>
                  </a:extLst>
                </a:gridCol>
              </a:tblGrid>
              <a:tr h="237815">
                <a:tc>
                  <a:txBody>
                    <a:bodyPr/>
                    <a:lstStyle/>
                    <a:p>
                      <a:pPr marL="0" algn="l" defTabSz="932742" rtl="0" eaLnBrk="1" latinLnBrk="0" hangingPunct="1"/>
                      <a:r>
                        <a:rPr lang="en-US" sz="1200" b="0" kern="1200" dirty="0">
                          <a:solidFill>
                            <a:schemeClr val="bg1"/>
                          </a:solidFill>
                          <a:latin typeface="+mj-lt"/>
                          <a:ea typeface="+mn-ea"/>
                          <a:cs typeface="+mn-cs"/>
                        </a:rPr>
                        <a:t>Transfers</a:t>
                      </a:r>
                    </a:p>
                  </a:txBody>
                  <a:tcPr marL="73152" marR="73152" anchor="ctr">
                    <a:lnL w="6350" cap="flat" cmpd="sng" algn="ctr">
                      <a:solidFill>
                        <a:schemeClr val="accent3"/>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endParaRPr lang="en-US" sz="1200" dirty="0"/>
                    </a:p>
                  </a:txBody>
                  <a:tcPr marL="73152" marR="7315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endParaRPr lang="en-US" sz="1200" dirty="0"/>
                    </a:p>
                  </a:txBody>
                  <a:tcPr marL="73152" marR="7315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endParaRPr lang="en-US" sz="1200" dirty="0"/>
                    </a:p>
                  </a:txBody>
                  <a:tcPr marL="73152" marR="7315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endParaRPr lang="en-US" sz="1200" dirty="0"/>
                    </a:p>
                  </a:txBody>
                  <a:tcPr marL="73152" marR="73152"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endParaRPr lang="en-US" sz="1200" dirty="0">
                        <a:solidFill>
                          <a:schemeClr val="bg1"/>
                        </a:solidFill>
                      </a:endParaRPr>
                    </a:p>
                  </a:txBody>
                  <a:tcPr marL="73152" marR="73152" anchor="ctr">
                    <a:lnL w="6350" cap="flat" cmpd="sng" algn="ctr">
                      <a:no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0">
                <a:tc>
                  <a:txBody>
                    <a:bodyPr/>
                    <a:lstStyle/>
                    <a:p>
                      <a:r>
                        <a:rPr lang="en-US" sz="1100" kern="1200" dirty="0">
                          <a:solidFill>
                            <a:schemeClr val="tx1"/>
                          </a:solidFill>
                          <a:latin typeface="+mn-lt"/>
                          <a:ea typeface="+mn-ea"/>
                          <a:cs typeface="+mn-cs"/>
                        </a:rPr>
                        <a:t>TransactionID</a:t>
                      </a: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err="1">
                          <a:solidFill>
                            <a:schemeClr val="tx1"/>
                          </a:solidFill>
                          <a:latin typeface="+mn-lt"/>
                          <a:ea typeface="+mn-ea"/>
                          <a:cs typeface="+mn-cs"/>
                        </a:rPr>
                        <a:t>FromAccount</a:t>
                      </a:r>
                      <a:endParaRPr lang="en-US" sz="1100" kern="1200" dirty="0">
                        <a:solidFill>
                          <a:schemeClr val="tx1"/>
                        </a:solidFill>
                        <a:latin typeface="+mn-lt"/>
                        <a:ea typeface="+mn-ea"/>
                        <a:cs typeface="+mn-cs"/>
                      </a:endParaRP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ToAccount</a:t>
                      </a: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Transaction Amount</a:t>
                      </a: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OrderDate</a:t>
                      </a: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38100" cmpd="sng">
                      <a:no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TransactionDescription</a:t>
                      </a:r>
                    </a:p>
                  </a:txBody>
                  <a:tcPr marL="73152" marR="4572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4659512"/>
                  </a:ext>
                </a:extLst>
              </a:tr>
              <a:tr h="519972">
                <a:tc>
                  <a:txBody>
                    <a:bodyPr/>
                    <a:lstStyle/>
                    <a:p>
                      <a:r>
                        <a:rPr lang="en-US" sz="1100" kern="1200" dirty="0">
                          <a:solidFill>
                            <a:schemeClr val="tx1"/>
                          </a:solidFill>
                          <a:latin typeface="+mn-lt"/>
                          <a:ea typeface="+mn-ea"/>
                          <a:cs typeface="+mn-cs"/>
                        </a:rPr>
                        <a:t>982801</a:t>
                      </a: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6023</a:t>
                      </a: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5558</a:t>
                      </a: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500</a:t>
                      </a: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DD/MM/YY</a:t>
                      </a:r>
                    </a:p>
                  </a:txBody>
                  <a:tcPr marL="73152" marR="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100" kern="1200" dirty="0">
                          <a:solidFill>
                            <a:schemeClr val="tx1"/>
                          </a:solidFill>
                          <a:latin typeface="+mn-lt"/>
                          <a:ea typeface="+mn-ea"/>
                          <a:cs typeface="+mn-cs"/>
                        </a:rPr>
                        <a:t>Transfer 500 from account 6023 to account </a:t>
                      </a:r>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12981460"/>
                  </a:ext>
                </a:extLst>
              </a:tr>
            </a:tbl>
          </a:graphicData>
        </a:graphic>
      </p:graphicFrame>
      <p:sp>
        <p:nvSpPr>
          <p:cNvPr id="25" name="Rectangle 24" descr="Highlighting FromAccount">
            <a:extLst>
              <a:ext uri="{FF2B5EF4-FFF2-40B4-BE49-F238E27FC236}">
                <a16:creationId xmlns:a16="http://schemas.microsoft.com/office/drawing/2014/main" id="{FFC39B82-D7A6-4525-8455-240AD112F288}"/>
              </a:ext>
              <a:ext uri="{C183D7F6-B498-43B3-948B-1728B52AA6E4}">
                <adec:decorative xmlns:adec="http://schemas.microsoft.com/office/drawing/2017/decorative" val="0"/>
              </a:ext>
            </a:extLst>
          </p:cNvPr>
          <p:cNvSpPr/>
          <p:nvPr/>
        </p:nvSpPr>
        <p:spPr bwMode="auto">
          <a:xfrm>
            <a:off x="5883793" y="2642044"/>
            <a:ext cx="1028976" cy="245269"/>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6" name="Rectangle 25" descr="Highlighting ToAccount">
            <a:extLst>
              <a:ext uri="{FF2B5EF4-FFF2-40B4-BE49-F238E27FC236}">
                <a16:creationId xmlns:a16="http://schemas.microsoft.com/office/drawing/2014/main" id="{F30127C4-CB04-43A0-A8EC-71988D902377}"/>
              </a:ext>
              <a:ext uri="{C183D7F6-B498-43B3-948B-1728B52AA6E4}">
                <adec:decorative xmlns:adec="http://schemas.microsoft.com/office/drawing/2017/decorative" val="0"/>
              </a:ext>
            </a:extLst>
          </p:cNvPr>
          <p:cNvSpPr/>
          <p:nvPr/>
        </p:nvSpPr>
        <p:spPr bwMode="auto">
          <a:xfrm>
            <a:off x="6955632" y="2642044"/>
            <a:ext cx="773906" cy="245269"/>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24" name="Straight Connector 37" descr="Line connector">
            <a:extLst>
              <a:ext uri="{FF2B5EF4-FFF2-40B4-BE49-F238E27FC236}">
                <a16:creationId xmlns:a16="http://schemas.microsoft.com/office/drawing/2014/main" id="{F6BDB784-E617-449D-9985-E625DAC86FF9}"/>
              </a:ext>
              <a:ext uri="{C183D7F6-B498-43B3-948B-1728B52AA6E4}">
                <adec:decorative xmlns:adec="http://schemas.microsoft.com/office/drawing/2017/decorative" val="0"/>
              </a:ext>
            </a:extLst>
          </p:cNvPr>
          <p:cNvCxnSpPr>
            <a:cxnSpLocks/>
            <a:stCxn id="28" idx="2"/>
            <a:endCxn id="25" idx="0"/>
          </p:cNvCxnSpPr>
          <p:nvPr/>
        </p:nvCxnSpPr>
        <p:spPr>
          <a:xfrm rot="16200000" flipH="1">
            <a:off x="5378900" y="1622662"/>
            <a:ext cx="986123" cy="1052639"/>
          </a:xfrm>
          <a:prstGeom prst="bentConnector3">
            <a:avLst>
              <a:gd name="adj1" fmla="val 61108"/>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0" name="Rectangle 19">
            <a:extLst>
              <a:ext uri="{FF2B5EF4-FFF2-40B4-BE49-F238E27FC236}">
                <a16:creationId xmlns:a16="http://schemas.microsoft.com/office/drawing/2014/main" id="{57AC0A7D-4CD6-4A1A-9310-8611C94C419B}"/>
              </a:ext>
            </a:extLst>
          </p:cNvPr>
          <p:cNvSpPr/>
          <p:nvPr/>
        </p:nvSpPr>
        <p:spPr bwMode="auto">
          <a:xfrm>
            <a:off x="4834025" y="3571708"/>
            <a:ext cx="6796878" cy="188294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BEGIN TRANSACTION</a:t>
            </a:r>
          </a:p>
          <a:p>
            <a:pPr marL="0" marR="0" lvl="0" indent="0" algn="l" defTabSz="932742"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UPDATE Account</a:t>
            </a:r>
          </a:p>
          <a:p>
            <a:pPr marL="0" marR="0" lvl="0" indent="0" algn="l" defTabSz="932742"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SET Balance = Balance -500</a:t>
            </a:r>
          </a:p>
          <a:p>
            <a:pPr marL="0" marR="0" lvl="0" indent="0" algn="l" defTabSz="932742"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WHERE CustomerID=6023;</a:t>
            </a:r>
          </a:p>
          <a:p>
            <a:pPr marL="0" marR="0" lvl="0" indent="0" algn="l" defTabSz="932742"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UPDATE Account</a:t>
            </a:r>
          </a:p>
          <a:p>
            <a:pPr marL="0" marR="0" lvl="0" indent="0" algn="l" defTabSz="932742"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SET Balance = Balance +500</a:t>
            </a:r>
          </a:p>
          <a:p>
            <a:pPr marL="0" marR="0" lvl="0" indent="0" algn="l" defTabSz="932742"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WHERE CustomerID=5558;</a:t>
            </a:r>
          </a:p>
          <a:p>
            <a:pPr marL="0" marR="0" lvl="0" indent="0" algn="l" defTabSz="932742"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INSERT INTO Transfers (Fromaccount, ToAccount, TransactionAmount,TransactionDescription)</a:t>
            </a:r>
            <a:br>
              <a:rPr kumimoji="0" lang="en-US" sz="900" b="0" i="0" u="none" strike="noStrike" kern="1200" cap="none" spc="0" normalizeH="0" baseline="0" noProof="0" dirty="0">
                <a:ln>
                  <a:noFill/>
                </a:ln>
                <a:solidFill>
                  <a:srgbClr val="000000"/>
                </a:solidFill>
                <a:effectLst/>
                <a:uLnTx/>
                <a:uFillTx/>
                <a:latin typeface="Segoe UI"/>
                <a:ea typeface="+mn-ea"/>
                <a:cs typeface="+mn-cs"/>
              </a:rPr>
            </a:br>
            <a:r>
              <a:rPr kumimoji="0" lang="en-US" sz="900" b="0" i="0" u="none" strike="noStrike" kern="1200" cap="none" spc="0" normalizeH="0" baseline="0" noProof="0" dirty="0">
                <a:ln>
                  <a:noFill/>
                </a:ln>
                <a:solidFill>
                  <a:srgbClr val="000000"/>
                </a:solidFill>
                <a:effectLst/>
                <a:uLnTx/>
                <a:uFillTx/>
                <a:latin typeface="Segoe UI"/>
                <a:ea typeface="+mn-ea"/>
                <a:cs typeface="+mn-cs"/>
              </a:rPr>
              <a:t>VALUES (6023,5558,500,’Transfer 500 from account 6023 to account 5558)</a:t>
            </a:r>
          </a:p>
          <a:p>
            <a:pPr marL="0" marR="0" lvl="0" indent="0" algn="l" defTabSz="932742" rtl="0" eaLnBrk="1" fontAlgn="auto" latinLnBrk="0" hangingPunct="1">
              <a:lnSpc>
                <a:spcPct val="100000"/>
              </a:lnSpc>
              <a:spcBef>
                <a:spcPts val="0"/>
              </a:spcBef>
              <a:spcAft>
                <a:spcPts val="40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Segoe UI"/>
                <a:ea typeface="+mn-ea"/>
                <a:cs typeface="+mn-cs"/>
              </a:rPr>
              <a:t>COMMIT TRANSACTION</a:t>
            </a:r>
            <a:r>
              <a:rPr kumimoji="0" lang="en-US" sz="900" b="0" i="0" u="none" strike="noStrike" kern="1200" cap="none" spc="0" normalizeH="0" baseline="0" noProof="0" dirty="0">
                <a:ln>
                  <a:noFill/>
                </a:ln>
                <a:solidFill>
                  <a:srgbClr val="000000"/>
                </a:solidFill>
                <a:effectLst/>
                <a:uLnTx/>
                <a:uFillTx/>
                <a:latin typeface="Segoe UI"/>
                <a:ea typeface="Segoe UI" pitchFamily="34" charset="0"/>
                <a:cs typeface="Segoe UI" pitchFamily="34" charset="0"/>
              </a:rPr>
              <a:t>Transaction</a:t>
            </a:r>
          </a:p>
        </p:txBody>
      </p:sp>
      <p:sp>
        <p:nvSpPr>
          <p:cNvPr id="5" name="Rectangle 4">
            <a:extLst>
              <a:ext uri="{FF2B5EF4-FFF2-40B4-BE49-F238E27FC236}">
                <a16:creationId xmlns:a16="http://schemas.microsoft.com/office/drawing/2014/main" id="{119975C2-131E-486D-BDFB-56123DD12936}"/>
              </a:ext>
              <a:ext uri="{C183D7F6-B498-43B3-948B-1728B52AA6E4}">
                <adec:decorative xmlns:adec="http://schemas.microsoft.com/office/drawing/2017/decorative" val="1"/>
              </a:ext>
            </a:extLst>
          </p:cNvPr>
          <p:cNvSpPr/>
          <p:nvPr/>
        </p:nvSpPr>
        <p:spPr bwMode="auto">
          <a:xfrm>
            <a:off x="427039" y="1047751"/>
            <a:ext cx="11345862" cy="447675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Segoe UI"/>
              <a:ea typeface="+mn-ea"/>
              <a:cs typeface="+mn-cs"/>
            </a:endParaRPr>
          </a:p>
        </p:txBody>
      </p:sp>
      <p:pic>
        <p:nvPicPr>
          <p:cNvPr id="4" name="Picture 3">
            <a:extLst>
              <a:ext uri="{FF2B5EF4-FFF2-40B4-BE49-F238E27FC236}">
                <a16:creationId xmlns:a16="http://schemas.microsoft.com/office/drawing/2014/main" id="{67B57F02-9C88-405B-B7BB-4920E551068A}"/>
              </a:ext>
            </a:extLst>
          </p:cNvPr>
          <p:cNvPicPr>
            <a:picLocks noChangeAspect="1"/>
          </p:cNvPicPr>
          <p:nvPr/>
        </p:nvPicPr>
        <p:blipFill>
          <a:blip r:embed="rId3"/>
          <a:stretch>
            <a:fillRect/>
          </a:stretch>
        </p:blipFill>
        <p:spPr>
          <a:xfrm>
            <a:off x="427039" y="4180696"/>
            <a:ext cx="4070264" cy="2532033"/>
          </a:xfrm>
          <a:prstGeom prst="rect">
            <a:avLst/>
          </a:prstGeom>
        </p:spPr>
      </p:pic>
      <p:sp>
        <p:nvSpPr>
          <p:cNvPr id="3" name="TextBox 2">
            <a:extLst>
              <a:ext uri="{FF2B5EF4-FFF2-40B4-BE49-F238E27FC236}">
                <a16:creationId xmlns:a16="http://schemas.microsoft.com/office/drawing/2014/main" id="{2A04A139-3C05-8C31-9B37-9AA427148E61}"/>
              </a:ext>
            </a:extLst>
          </p:cNvPr>
          <p:cNvSpPr txBox="1"/>
          <p:nvPr/>
        </p:nvSpPr>
        <p:spPr>
          <a:xfrm>
            <a:off x="5104015" y="5744095"/>
            <a:ext cx="2818014" cy="627864"/>
          </a:xfrm>
          <a:prstGeom prst="rect">
            <a:avLst/>
          </a:prstGeom>
          <a:noFill/>
        </p:spPr>
        <p:txBody>
          <a:bodyPr wrap="square" lIns="182880" tIns="146304" rIns="182880" bIns="146304" rtlCol="0">
            <a:spAutoFit/>
          </a:bodyPr>
          <a:lstStyle/>
          <a:p>
            <a:pPr>
              <a:lnSpc>
                <a:spcPct val="90000"/>
              </a:lnSpc>
              <a:spcAft>
                <a:spcPts val="600"/>
              </a:spcAft>
            </a:pPr>
            <a:r>
              <a:rPr lang="en-GB" sz="2400" dirty="0">
                <a:gradFill>
                  <a:gsLst>
                    <a:gs pos="2917">
                      <a:schemeClr val="tx1"/>
                    </a:gs>
                    <a:gs pos="30000">
                      <a:schemeClr val="tx1"/>
                    </a:gs>
                  </a:gsLst>
                  <a:lin ang="5400000" scaled="0"/>
                </a:gradFill>
              </a:rPr>
              <a:t>Relational Tables</a:t>
            </a:r>
          </a:p>
        </p:txBody>
      </p:sp>
    </p:spTree>
    <p:extLst>
      <p:ext uri="{BB962C8B-B14F-4D97-AF65-F5344CB8AC3E}">
        <p14:creationId xmlns:p14="http://schemas.microsoft.com/office/powerpoint/2010/main" val="19523603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par>
                                <p:cTn id="12" presetID="10" presetClass="entr" presetSubtype="0" fill="hold"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C21F7-15DD-4735-BCCB-C60D5EC4E102}"/>
              </a:ext>
            </a:extLst>
          </p:cNvPr>
          <p:cNvSpPr>
            <a:spLocks noGrp="1"/>
          </p:cNvSpPr>
          <p:nvPr>
            <p:ph type="title"/>
          </p:nvPr>
        </p:nvSpPr>
        <p:spPr/>
        <p:txBody>
          <a:bodyPr/>
          <a:lstStyle/>
          <a:p>
            <a:r>
              <a:rPr lang="en-US" dirty="0"/>
              <a:t>Semi-Structured</a:t>
            </a:r>
          </a:p>
        </p:txBody>
      </p:sp>
      <p:sp>
        <p:nvSpPr>
          <p:cNvPr id="3" name="Text Placeholder 2">
            <a:extLst>
              <a:ext uri="{FF2B5EF4-FFF2-40B4-BE49-F238E27FC236}">
                <a16:creationId xmlns:a16="http://schemas.microsoft.com/office/drawing/2014/main" id="{B632559F-179C-4436-9DE2-7D598A54FF21}"/>
              </a:ext>
            </a:extLst>
          </p:cNvPr>
          <p:cNvSpPr>
            <a:spLocks noGrp="1"/>
          </p:cNvSpPr>
          <p:nvPr>
            <p:ph type="body" sz="quarter" idx="10"/>
          </p:nvPr>
        </p:nvSpPr>
        <p:spPr>
          <a:xfrm>
            <a:off x="418643" y="1083334"/>
            <a:ext cx="11341268" cy="400110"/>
          </a:xfrm>
        </p:spPr>
        <p:txBody>
          <a:bodyPr/>
          <a:lstStyle/>
          <a:p>
            <a:r>
              <a:rPr lang="en-US" dirty="0"/>
              <a:t>Entities</a:t>
            </a:r>
          </a:p>
        </p:txBody>
      </p:sp>
      <p:sp>
        <p:nvSpPr>
          <p:cNvPr id="5" name="TextBox 4">
            <a:extLst>
              <a:ext uri="{FF2B5EF4-FFF2-40B4-BE49-F238E27FC236}">
                <a16:creationId xmlns:a16="http://schemas.microsoft.com/office/drawing/2014/main" id="{6F1DEA98-F16A-420E-AE9E-FEEA9B723274}"/>
              </a:ext>
              <a:ext uri="{C183D7F6-B498-43B3-948B-1728B52AA6E4}">
                <adec:decorative xmlns:adec="http://schemas.microsoft.com/office/drawing/2017/decorative" val="0"/>
              </a:ext>
            </a:extLst>
          </p:cNvPr>
          <p:cNvSpPr txBox="1"/>
          <p:nvPr/>
        </p:nvSpPr>
        <p:spPr>
          <a:xfrm>
            <a:off x="438150" y="1533371"/>
            <a:ext cx="11337459" cy="2566682"/>
          </a:xfrm>
          <a:prstGeom prst="rect">
            <a:avLst/>
          </a:prstGeom>
          <a:solidFill>
            <a:schemeClr val="bg1">
              <a:lumMod val="95000"/>
            </a:schemeClr>
          </a:solidFill>
          <a:ln w="19050">
            <a:noFill/>
          </a:ln>
        </p:spPr>
        <p:txBody>
          <a:bodyPr wrap="square" lIns="137160" tIns="91440" rIns="137160" bIns="91440">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Customer 1 ID: 1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Name: Mark Hanson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Telephone: [ Home: 1-999-9999999, Business: 1-888-8888888, Cell: 1-777- 7777777 ]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Address: [ Home: 121 Main Street, Some City, NY, 10110,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Business: 87 Big Building, Some City, NY, 10111 ]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Customer 2 ID: 2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Title: Mr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Name: Jeff Hay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Telephone: [ Home: 0044-1999-333333, Mobile: 0044-17545-444444 ]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Address: [ UK: 86 High Street, Some Town, A County, GL8888, UK, </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US: 777 7th Street, Another City, CA, 90111 ] </a:t>
            </a:r>
            <a:endPar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10" name="TextBox 9">
            <a:extLst>
              <a:ext uri="{FF2B5EF4-FFF2-40B4-BE49-F238E27FC236}">
                <a16:creationId xmlns:a16="http://schemas.microsoft.com/office/drawing/2014/main" id="{471B1B11-F02E-4629-AE19-F783AEF5E7A3}"/>
              </a:ext>
            </a:extLst>
          </p:cNvPr>
          <p:cNvSpPr txBox="1"/>
          <p:nvPr/>
        </p:nvSpPr>
        <p:spPr>
          <a:xfrm>
            <a:off x="326511" y="4550090"/>
            <a:ext cx="11341269" cy="1265341"/>
          </a:xfrm>
          <a:prstGeom prst="rect">
            <a:avLst/>
          </a:prstGeom>
          <a:noFill/>
          <a:ln w="19050">
            <a:solidFill>
              <a:schemeClr val="tx2"/>
            </a:solidFill>
          </a:ln>
        </p:spPr>
        <p:txBody>
          <a:bodyPr wrap="square" lIns="137160" tIns="91440" rIns="137160" bIns="91440" rtlCol="0">
            <a:no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Semi-structured collections can have: </a:t>
            </a:r>
          </a:p>
        </p:txBody>
      </p:sp>
      <p:sp>
        <p:nvSpPr>
          <p:cNvPr id="12" name="Freeform: Shape 11">
            <a:extLst>
              <a:ext uri="{FF2B5EF4-FFF2-40B4-BE49-F238E27FC236}">
                <a16:creationId xmlns:a16="http://schemas.microsoft.com/office/drawing/2014/main" id="{87B50F40-5D1F-41BB-BB3E-54819F7AA759}"/>
              </a:ext>
            </a:extLst>
          </p:cNvPr>
          <p:cNvSpPr/>
          <p:nvPr/>
        </p:nvSpPr>
        <p:spPr>
          <a:xfrm>
            <a:off x="454490" y="5041702"/>
            <a:ext cx="4141734" cy="663237"/>
          </a:xfrm>
          <a:custGeom>
            <a:avLst/>
            <a:gdLst>
              <a:gd name="connsiteX0" fmla="*/ 0 w 2551501"/>
              <a:gd name="connsiteY0" fmla="*/ 0 h 1275750"/>
              <a:gd name="connsiteX1" fmla="*/ 2551501 w 2551501"/>
              <a:gd name="connsiteY1" fmla="*/ 0 h 1275750"/>
              <a:gd name="connsiteX2" fmla="*/ 2551501 w 2551501"/>
              <a:gd name="connsiteY2" fmla="*/ 1275750 h 1275750"/>
              <a:gd name="connsiteX3" fmla="*/ 0 w 2551501"/>
              <a:gd name="connsiteY3" fmla="*/ 1275750 h 1275750"/>
              <a:gd name="connsiteX4" fmla="*/ 0 w 2551501"/>
              <a:gd name="connsiteY4" fmla="*/ 0 h 127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501" h="1275750">
                <a:moveTo>
                  <a:pt x="0" y="0"/>
                </a:moveTo>
                <a:lnTo>
                  <a:pt x="2551501" y="0"/>
                </a:lnTo>
                <a:lnTo>
                  <a:pt x="2551501" y="1275750"/>
                </a:lnTo>
                <a:lnTo>
                  <a:pt x="0" y="1275750"/>
                </a:lnTo>
                <a:lnTo>
                  <a:pt x="0" y="0"/>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91440" rIns="137160" bIns="91440" numCol="1" spcCol="1270" anchor="ctr" anchorCtr="0">
            <a:noAutofit/>
          </a:bodyPr>
          <a:lstStyle/>
          <a:p>
            <a:pPr marL="0" marR="0" lvl="0" indent="0" algn="ctr" defTabSz="1111250" rtl="0" eaLnBrk="1" fontAlgn="auto" latinLnBrk="0" hangingPunct="1">
              <a:lnSpc>
                <a:spcPct val="100000"/>
              </a:lnSpc>
              <a:spcBef>
                <a:spcPct val="0"/>
              </a:spcBef>
              <a:spcAft>
                <a:spcPct val="350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a:ea typeface="+mn-ea"/>
                <a:cs typeface="+mn-cs"/>
              </a:rPr>
              <a:t>Multiple entities in the same collection or container with different fields</a:t>
            </a:r>
          </a:p>
        </p:txBody>
      </p:sp>
      <p:sp>
        <p:nvSpPr>
          <p:cNvPr id="14" name="Freeform: Shape 13">
            <a:extLst>
              <a:ext uri="{FF2B5EF4-FFF2-40B4-BE49-F238E27FC236}">
                <a16:creationId xmlns:a16="http://schemas.microsoft.com/office/drawing/2014/main" id="{44BCD750-BABC-423E-A4BB-02760CA85132}"/>
              </a:ext>
            </a:extLst>
          </p:cNvPr>
          <p:cNvSpPr/>
          <p:nvPr/>
        </p:nvSpPr>
        <p:spPr>
          <a:xfrm>
            <a:off x="4732612" y="5041702"/>
            <a:ext cx="2529071" cy="663237"/>
          </a:xfrm>
          <a:custGeom>
            <a:avLst/>
            <a:gdLst>
              <a:gd name="connsiteX0" fmla="*/ 0 w 2551501"/>
              <a:gd name="connsiteY0" fmla="*/ 0 h 1275750"/>
              <a:gd name="connsiteX1" fmla="*/ 2551501 w 2551501"/>
              <a:gd name="connsiteY1" fmla="*/ 0 h 1275750"/>
              <a:gd name="connsiteX2" fmla="*/ 2551501 w 2551501"/>
              <a:gd name="connsiteY2" fmla="*/ 1275750 h 1275750"/>
              <a:gd name="connsiteX3" fmla="*/ 0 w 2551501"/>
              <a:gd name="connsiteY3" fmla="*/ 1275750 h 1275750"/>
              <a:gd name="connsiteX4" fmla="*/ 0 w 2551501"/>
              <a:gd name="connsiteY4" fmla="*/ 0 h 127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501" h="1275750">
                <a:moveTo>
                  <a:pt x="0" y="0"/>
                </a:moveTo>
                <a:lnTo>
                  <a:pt x="2551501" y="0"/>
                </a:lnTo>
                <a:lnTo>
                  <a:pt x="2551501" y="1275750"/>
                </a:lnTo>
                <a:lnTo>
                  <a:pt x="0" y="1275750"/>
                </a:lnTo>
                <a:lnTo>
                  <a:pt x="0" y="0"/>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91440" rIns="137160" bIns="91440" numCol="1" spcCol="1270" anchor="ctr" anchorCtr="0">
            <a:noAutofit/>
          </a:bodyPr>
          <a:lstStyle/>
          <a:p>
            <a:pPr marL="0" marR="0" lvl="0" indent="0" algn="ctr" defTabSz="1111250" rtl="0" eaLnBrk="1" fontAlgn="auto" latinLnBrk="0" hangingPunct="1">
              <a:lnSpc>
                <a:spcPct val="100000"/>
              </a:lnSpc>
              <a:spcBef>
                <a:spcPct val="0"/>
              </a:spcBef>
              <a:spcAft>
                <a:spcPct val="350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a:ea typeface="+mn-ea"/>
                <a:cs typeface="+mn-cs"/>
              </a:rPr>
              <a:t>Have a different, </a:t>
            </a:r>
            <a:br>
              <a:rPr kumimoji="0" lang="en-US" sz="1400" b="0" i="0" u="none" strike="noStrike" kern="1200" cap="none" spc="0" normalizeH="0" baseline="0" noProof="0" dirty="0">
                <a:ln>
                  <a:noFill/>
                </a:ln>
                <a:solidFill>
                  <a:srgbClr val="000000"/>
                </a:solidFill>
                <a:effectLst/>
                <a:uLnTx/>
                <a:uFillTx/>
                <a:latin typeface="Segoe UI"/>
                <a:ea typeface="+mn-ea"/>
                <a:cs typeface="+mn-cs"/>
              </a:rPr>
            </a:br>
            <a:r>
              <a:rPr kumimoji="0" lang="en-US" sz="1400" b="0" i="0" u="none" strike="noStrike" kern="1200" cap="none" spc="0" normalizeH="0" baseline="0" noProof="0" dirty="0">
                <a:ln>
                  <a:noFill/>
                </a:ln>
                <a:solidFill>
                  <a:srgbClr val="000000"/>
                </a:solidFill>
                <a:effectLst/>
                <a:uLnTx/>
                <a:uFillTx/>
                <a:latin typeface="Segoe UI"/>
                <a:ea typeface="+mn-ea"/>
                <a:cs typeface="+mn-cs"/>
              </a:rPr>
              <a:t>non-tabular schema</a:t>
            </a:r>
          </a:p>
        </p:txBody>
      </p:sp>
      <p:sp>
        <p:nvSpPr>
          <p:cNvPr id="15" name="Freeform: Shape 14">
            <a:extLst>
              <a:ext uri="{FF2B5EF4-FFF2-40B4-BE49-F238E27FC236}">
                <a16:creationId xmlns:a16="http://schemas.microsoft.com/office/drawing/2014/main" id="{7F320BAE-BAC8-4285-9A78-99B8B2496BA9}"/>
              </a:ext>
            </a:extLst>
          </p:cNvPr>
          <p:cNvSpPr/>
          <p:nvPr/>
        </p:nvSpPr>
        <p:spPr>
          <a:xfrm>
            <a:off x="7398069" y="5041702"/>
            <a:ext cx="4141732" cy="663237"/>
          </a:xfrm>
          <a:custGeom>
            <a:avLst/>
            <a:gdLst>
              <a:gd name="connsiteX0" fmla="*/ 0 w 2551501"/>
              <a:gd name="connsiteY0" fmla="*/ 0 h 1275750"/>
              <a:gd name="connsiteX1" fmla="*/ 2551501 w 2551501"/>
              <a:gd name="connsiteY1" fmla="*/ 0 h 1275750"/>
              <a:gd name="connsiteX2" fmla="*/ 2551501 w 2551501"/>
              <a:gd name="connsiteY2" fmla="*/ 1275750 h 1275750"/>
              <a:gd name="connsiteX3" fmla="*/ 0 w 2551501"/>
              <a:gd name="connsiteY3" fmla="*/ 1275750 h 1275750"/>
              <a:gd name="connsiteX4" fmla="*/ 0 w 2551501"/>
              <a:gd name="connsiteY4" fmla="*/ 0 h 127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501" h="1275750">
                <a:moveTo>
                  <a:pt x="0" y="0"/>
                </a:moveTo>
                <a:lnTo>
                  <a:pt x="2551501" y="0"/>
                </a:lnTo>
                <a:lnTo>
                  <a:pt x="2551501" y="1275750"/>
                </a:lnTo>
                <a:lnTo>
                  <a:pt x="0" y="1275750"/>
                </a:lnTo>
                <a:lnTo>
                  <a:pt x="0" y="0"/>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7160" tIns="91440" rIns="137160" bIns="91440" numCol="1" spcCol="1270" anchor="ctr" anchorCtr="0">
            <a:noAutofit/>
          </a:bodyPr>
          <a:lstStyle/>
          <a:p>
            <a:pPr marL="0" marR="0" lvl="0" indent="0" algn="ctr" defTabSz="1111250" rtl="0" eaLnBrk="1" fontAlgn="auto" latinLnBrk="0" hangingPunct="1">
              <a:lnSpc>
                <a:spcPct val="100000"/>
              </a:lnSpc>
              <a:spcBef>
                <a:spcPct val="0"/>
              </a:spcBef>
              <a:spcAft>
                <a:spcPct val="350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a:ea typeface="+mn-ea"/>
                <a:cs typeface="+mn-cs"/>
              </a:rPr>
              <a:t>Are often defined by labeling each field with the name it represents</a:t>
            </a:r>
          </a:p>
        </p:txBody>
      </p:sp>
    </p:spTree>
    <p:extLst>
      <p:ext uri="{BB962C8B-B14F-4D97-AF65-F5344CB8AC3E}">
        <p14:creationId xmlns:p14="http://schemas.microsoft.com/office/powerpoint/2010/main" val="3481541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C21F7-15DD-4735-BCCB-C60D5EC4E102}"/>
              </a:ext>
            </a:extLst>
          </p:cNvPr>
          <p:cNvSpPr>
            <a:spLocks noGrp="1"/>
          </p:cNvSpPr>
          <p:nvPr>
            <p:ph type="title"/>
          </p:nvPr>
        </p:nvSpPr>
        <p:spPr/>
        <p:txBody>
          <a:bodyPr/>
          <a:lstStyle/>
          <a:p>
            <a:r>
              <a:rPr lang="en-US" dirty="0"/>
              <a:t>Unstructured Data</a:t>
            </a:r>
          </a:p>
        </p:txBody>
      </p:sp>
      <p:sp>
        <p:nvSpPr>
          <p:cNvPr id="6" name="Text Placeholder 5">
            <a:extLst>
              <a:ext uri="{FF2B5EF4-FFF2-40B4-BE49-F238E27FC236}">
                <a16:creationId xmlns:a16="http://schemas.microsoft.com/office/drawing/2014/main" id="{170CDC69-1196-48EF-8D89-036A0D24CF28}"/>
              </a:ext>
            </a:extLst>
          </p:cNvPr>
          <p:cNvSpPr>
            <a:spLocks noGrp="1"/>
          </p:cNvSpPr>
          <p:nvPr>
            <p:ph type="body" sz="quarter" idx="10"/>
          </p:nvPr>
        </p:nvSpPr>
        <p:spPr/>
        <p:txBody>
          <a:bodyPr/>
          <a:lstStyle/>
          <a:p>
            <a:endParaRPr lang="en-GB"/>
          </a:p>
        </p:txBody>
      </p:sp>
      <p:pic>
        <p:nvPicPr>
          <p:cNvPr id="1026" name="Picture 2" descr="What is unstructured data?">
            <a:extLst>
              <a:ext uri="{FF2B5EF4-FFF2-40B4-BE49-F238E27FC236}">
                <a16:creationId xmlns:a16="http://schemas.microsoft.com/office/drawing/2014/main" id="{9696DEDF-CD66-48D9-96A9-2CB0FFEA8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146" y="1210962"/>
            <a:ext cx="8023114" cy="5647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6845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0D28D-0AD7-4159-BBB9-5B9E18FDD0E1}"/>
              </a:ext>
            </a:extLst>
          </p:cNvPr>
          <p:cNvSpPr>
            <a:spLocks noGrp="1"/>
          </p:cNvSpPr>
          <p:nvPr>
            <p:ph type="title"/>
          </p:nvPr>
        </p:nvSpPr>
        <p:spPr/>
        <p:txBody>
          <a:bodyPr/>
          <a:lstStyle/>
          <a:p>
            <a:r>
              <a:rPr lang="en-US" dirty="0"/>
              <a:t>Example: graph database</a:t>
            </a:r>
          </a:p>
        </p:txBody>
      </p:sp>
      <p:pic>
        <p:nvPicPr>
          <p:cNvPr id="3" name="Picture 2" descr="Icon of a square with two smaller squares inside it">
            <a:extLst>
              <a:ext uri="{FF2B5EF4-FFF2-40B4-BE49-F238E27FC236}">
                <a16:creationId xmlns:a16="http://schemas.microsoft.com/office/drawing/2014/main" id="{857E486C-60F4-47B1-9814-7C2A7356CE5F}"/>
              </a:ext>
            </a:extLst>
          </p:cNvPr>
          <p:cNvPicPr>
            <a:picLocks noChangeAspect="1"/>
          </p:cNvPicPr>
          <p:nvPr/>
        </p:nvPicPr>
        <p:blipFill>
          <a:blip r:embed="rId3"/>
          <a:stretch>
            <a:fillRect/>
          </a:stretch>
        </p:blipFill>
        <p:spPr>
          <a:xfrm>
            <a:off x="427038" y="1178065"/>
            <a:ext cx="730315" cy="726570"/>
          </a:xfrm>
          <a:prstGeom prst="rect">
            <a:avLst/>
          </a:prstGeom>
        </p:spPr>
      </p:pic>
      <p:sp>
        <p:nvSpPr>
          <p:cNvPr id="13" name="Text Placeholder 3">
            <a:extLst>
              <a:ext uri="{FF2B5EF4-FFF2-40B4-BE49-F238E27FC236}">
                <a16:creationId xmlns:a16="http://schemas.microsoft.com/office/drawing/2014/main" id="{2531A3F8-3291-4FF1-BCBC-8736D11C8FA4}"/>
              </a:ext>
            </a:extLst>
          </p:cNvPr>
          <p:cNvSpPr txBox="1">
            <a:spLocks/>
          </p:cNvSpPr>
          <p:nvPr/>
        </p:nvSpPr>
        <p:spPr>
          <a:xfrm>
            <a:off x="1461678" y="1094946"/>
            <a:ext cx="10314916" cy="896552"/>
          </a:xfrm>
          <a:prstGeom prst="rect">
            <a:avLst/>
          </a:prstGeom>
        </p:spPr>
        <p:txBody>
          <a:bodyPr lIns="0" tIns="0" rIns="0" bIns="0" anchor="ct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2000" b="0" i="0" u="none" strike="noStrike" kern="1200" cap="none" spc="-50" normalizeH="0" baseline="0" noProof="0" dirty="0">
                <a:ln>
                  <a:noFill/>
                </a:ln>
                <a:solidFill>
                  <a:srgbClr val="000000"/>
                </a:solidFill>
                <a:effectLst/>
                <a:uLnTx/>
                <a:uFillTx/>
                <a:latin typeface="Segoe UI"/>
                <a:ea typeface="+mn-ea"/>
                <a:cs typeface="+mn-cs"/>
              </a:rPr>
              <a:t>Stores entities centric around relationships</a:t>
            </a:r>
          </a:p>
        </p:txBody>
      </p:sp>
      <p:cxnSp>
        <p:nvCxnSpPr>
          <p:cNvPr id="4" name="Straight Connector 3">
            <a:extLst>
              <a:ext uri="{FF2B5EF4-FFF2-40B4-BE49-F238E27FC236}">
                <a16:creationId xmlns:a16="http://schemas.microsoft.com/office/drawing/2014/main" id="{FBD2D749-E6DC-4C43-8521-2D45496BD5FB}"/>
              </a:ext>
              <a:ext uri="{C183D7F6-B498-43B3-948B-1728B52AA6E4}">
                <adec:decorative xmlns:adec="http://schemas.microsoft.com/office/drawing/2017/decorative" val="1"/>
              </a:ext>
            </a:extLst>
          </p:cNvPr>
          <p:cNvCxnSpPr>
            <a:cxnSpLocks/>
          </p:cNvCxnSpPr>
          <p:nvPr/>
        </p:nvCxnSpPr>
        <p:spPr>
          <a:xfrm>
            <a:off x="1461678" y="2180109"/>
            <a:ext cx="479397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8" name="Picture 7" descr="Icon of small circles connected by lines forming a big circle">
            <a:extLst>
              <a:ext uri="{FF2B5EF4-FFF2-40B4-BE49-F238E27FC236}">
                <a16:creationId xmlns:a16="http://schemas.microsoft.com/office/drawing/2014/main" id="{29F32039-3BB4-4FCF-9CDC-D21FBF48EEA9}"/>
              </a:ext>
            </a:extLst>
          </p:cNvPr>
          <p:cNvPicPr>
            <a:picLocks noChangeAspect="1"/>
          </p:cNvPicPr>
          <p:nvPr/>
        </p:nvPicPr>
        <p:blipFill>
          <a:blip r:embed="rId4"/>
          <a:stretch>
            <a:fillRect/>
          </a:stretch>
        </p:blipFill>
        <p:spPr>
          <a:xfrm>
            <a:off x="427038" y="2451839"/>
            <a:ext cx="730315" cy="730315"/>
          </a:xfrm>
          <a:prstGeom prst="rect">
            <a:avLst/>
          </a:prstGeom>
        </p:spPr>
      </p:pic>
      <p:sp>
        <p:nvSpPr>
          <p:cNvPr id="6" name="Text Placeholder 4">
            <a:extLst>
              <a:ext uri="{FF2B5EF4-FFF2-40B4-BE49-F238E27FC236}">
                <a16:creationId xmlns:a16="http://schemas.microsoft.com/office/drawing/2014/main" id="{4C4B6CC6-CA8E-4597-AE0C-D1861798122A}"/>
              </a:ext>
            </a:extLst>
          </p:cNvPr>
          <p:cNvSpPr txBox="1">
            <a:spLocks/>
          </p:cNvSpPr>
          <p:nvPr/>
        </p:nvSpPr>
        <p:spPr>
          <a:xfrm>
            <a:off x="1461679" y="2368719"/>
            <a:ext cx="5026208" cy="1492073"/>
          </a:xfrm>
          <a:prstGeom prst="rect">
            <a:avLst/>
          </a:prstGeom>
        </p:spPr>
        <p:txBody>
          <a:bodyPr lIns="0" tIns="0" rIns="0" bIns="0" anchor="ct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2000" b="0" i="0" u="none" strike="noStrike" kern="1200" cap="none" spc="-50" normalizeH="0" baseline="0" noProof="0" dirty="0">
                <a:ln>
                  <a:noFill/>
                </a:ln>
                <a:solidFill>
                  <a:srgbClr val="000000"/>
                </a:solidFill>
                <a:effectLst/>
                <a:uLnTx/>
                <a:uFillTx/>
                <a:latin typeface="Segoe UI"/>
                <a:ea typeface="+mn-ea"/>
                <a:cs typeface="+mn-cs"/>
              </a:rPr>
              <a:t>Enables applications to perform queries traversing a network of nodes and edges</a:t>
            </a:r>
          </a:p>
        </p:txBody>
      </p:sp>
      <p:pic>
        <p:nvPicPr>
          <p:cNvPr id="7" name="Picture 6" descr="graph database schema">
            <a:extLst>
              <a:ext uri="{FF2B5EF4-FFF2-40B4-BE49-F238E27FC236}">
                <a16:creationId xmlns:a16="http://schemas.microsoft.com/office/drawing/2014/main" id="{97A65633-BCEB-4C58-8BCA-BA44D0CC70CD}"/>
              </a:ext>
            </a:extLst>
          </p:cNvPr>
          <p:cNvPicPr>
            <a:picLocks noChangeAspect="1"/>
          </p:cNvPicPr>
          <p:nvPr/>
        </p:nvPicPr>
        <p:blipFill>
          <a:blip r:embed="rId5"/>
          <a:stretch>
            <a:fillRect/>
          </a:stretch>
        </p:blipFill>
        <p:spPr>
          <a:xfrm>
            <a:off x="7035102" y="1607778"/>
            <a:ext cx="4724809" cy="3314987"/>
          </a:xfrm>
          <a:prstGeom prst="rect">
            <a:avLst/>
          </a:prstGeom>
        </p:spPr>
      </p:pic>
    </p:spTree>
    <p:extLst>
      <p:ext uri="{BB962C8B-B14F-4D97-AF65-F5344CB8AC3E}">
        <p14:creationId xmlns:p14="http://schemas.microsoft.com/office/powerpoint/2010/main" val="406972421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B2B7C7-6AC1-452C-AF70-2F6F5D576BF4}"/>
              </a:ext>
            </a:extLst>
          </p:cNvPr>
          <p:cNvSpPr>
            <a:spLocks noGrp="1"/>
          </p:cNvSpPr>
          <p:nvPr>
            <p:ph type="title"/>
          </p:nvPr>
        </p:nvSpPr>
        <p:spPr/>
        <p:txBody>
          <a:bodyPr/>
          <a:lstStyle/>
          <a:p>
            <a:endParaRPr lang="en-GB"/>
          </a:p>
        </p:txBody>
      </p:sp>
      <p:sp>
        <p:nvSpPr>
          <p:cNvPr id="5" name="Text Placeholder 4">
            <a:extLst>
              <a:ext uri="{FF2B5EF4-FFF2-40B4-BE49-F238E27FC236}">
                <a16:creationId xmlns:a16="http://schemas.microsoft.com/office/drawing/2014/main" id="{B513C394-2C82-4FF2-8550-B6F6E9E9BBF0}"/>
              </a:ext>
            </a:extLst>
          </p:cNvPr>
          <p:cNvSpPr>
            <a:spLocks noGrp="1"/>
          </p:cNvSpPr>
          <p:nvPr>
            <p:ph type="body" sz="quarter" idx="10"/>
          </p:nvPr>
        </p:nvSpPr>
        <p:spPr/>
        <p:txBody>
          <a:bodyPr/>
          <a:lstStyle/>
          <a:p>
            <a:endParaRPr lang="en-GB"/>
          </a:p>
        </p:txBody>
      </p:sp>
      <p:pic>
        <p:nvPicPr>
          <p:cNvPr id="1026" name="Picture 2" descr="Structured vs Unstructured Data - AI Wiki">
            <a:extLst>
              <a:ext uri="{FF2B5EF4-FFF2-40B4-BE49-F238E27FC236}">
                <a16:creationId xmlns:a16="http://schemas.microsoft.com/office/drawing/2014/main" id="{15DBF455-98F7-4D63-865C-A844359E27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0"/>
            <a:ext cx="88074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359756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12C3F9-6ABD-47DF-85F0-41F3B8F7AB17}"/>
              </a:ext>
            </a:extLst>
          </p:cNvPr>
          <p:cNvPicPr>
            <a:picLocks noChangeAspect="1"/>
          </p:cNvPicPr>
          <p:nvPr/>
        </p:nvPicPr>
        <p:blipFill>
          <a:blip r:embed="rId2"/>
          <a:stretch>
            <a:fillRect/>
          </a:stretch>
        </p:blipFill>
        <p:spPr>
          <a:xfrm>
            <a:off x="390904" y="0"/>
            <a:ext cx="7633213" cy="4587879"/>
          </a:xfrm>
          <a:prstGeom prst="rect">
            <a:avLst/>
          </a:prstGeom>
        </p:spPr>
      </p:pic>
      <p:pic>
        <p:nvPicPr>
          <p:cNvPr id="5" name="Picture 4" descr="Text&#10;&#10;Description automatically generated">
            <a:extLst>
              <a:ext uri="{FF2B5EF4-FFF2-40B4-BE49-F238E27FC236}">
                <a16:creationId xmlns:a16="http://schemas.microsoft.com/office/drawing/2014/main" id="{97BB2147-5C3D-42EC-9922-98FDAAD45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1572" y="1859623"/>
            <a:ext cx="7303363" cy="4448709"/>
          </a:xfrm>
          <a:prstGeom prst="rect">
            <a:avLst/>
          </a:prstGeom>
        </p:spPr>
      </p:pic>
    </p:spTree>
    <p:extLst>
      <p:ext uri="{BB962C8B-B14F-4D97-AF65-F5344CB8AC3E}">
        <p14:creationId xmlns:p14="http://schemas.microsoft.com/office/powerpoint/2010/main" val="110332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FBC5FD-9635-49A0-95D0-53CC684F529D}"/>
              </a:ext>
            </a:extLst>
          </p:cNvPr>
          <p:cNvSpPr>
            <a:spLocks noGrp="1"/>
          </p:cNvSpPr>
          <p:nvPr>
            <p:ph type="title"/>
          </p:nvPr>
        </p:nvSpPr>
        <p:spPr/>
        <p:txBody>
          <a:bodyPr/>
          <a:lstStyle/>
          <a:p>
            <a:r>
              <a:rPr lang="en-US" dirty="0"/>
              <a:t>Knowledge check</a:t>
            </a:r>
          </a:p>
        </p:txBody>
      </p:sp>
      <p:pic>
        <p:nvPicPr>
          <p:cNvPr id="14" name="Picture 13" descr="Icon of a document">
            <a:extLst>
              <a:ext uri="{FF2B5EF4-FFF2-40B4-BE49-F238E27FC236}">
                <a16:creationId xmlns:a16="http://schemas.microsoft.com/office/drawing/2014/main" id="{5FF34736-E5DA-42F0-BCA1-FD7CC3AD6840}"/>
              </a:ext>
            </a:extLst>
          </p:cNvPr>
          <p:cNvPicPr>
            <a:picLocks noChangeAspect="1"/>
          </p:cNvPicPr>
          <p:nvPr/>
        </p:nvPicPr>
        <p:blipFill>
          <a:blip r:embed="rId2"/>
          <a:stretch>
            <a:fillRect/>
          </a:stretch>
        </p:blipFill>
        <p:spPr>
          <a:xfrm>
            <a:off x="427038" y="1174580"/>
            <a:ext cx="730315" cy="730315"/>
          </a:xfrm>
          <a:prstGeom prst="rect">
            <a:avLst/>
          </a:prstGeom>
        </p:spPr>
      </p:pic>
      <p:sp>
        <p:nvSpPr>
          <p:cNvPr id="8" name="Text Placeholder 7">
            <a:extLst>
              <a:ext uri="{FF2B5EF4-FFF2-40B4-BE49-F238E27FC236}">
                <a16:creationId xmlns:a16="http://schemas.microsoft.com/office/drawing/2014/main" id="{C7CCD6F3-D73B-4B7B-8C19-868BAB4DFE04}"/>
              </a:ext>
            </a:extLst>
          </p:cNvPr>
          <p:cNvSpPr>
            <a:spLocks noGrp="1"/>
          </p:cNvSpPr>
          <p:nvPr>
            <p:ph type="body" sz="quarter" idx="11"/>
          </p:nvPr>
        </p:nvSpPr>
        <p:spPr>
          <a:xfrm>
            <a:off x="1389459" y="958215"/>
            <a:ext cx="10383899" cy="1443714"/>
          </a:xfrm>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mj-lt"/>
                <a:ea typeface="+mn-ea"/>
                <a:cs typeface="+mn-cs"/>
              </a:rPr>
              <a:t>How is data in a relational table organized?</a:t>
            </a:r>
          </a:p>
          <a:p>
            <a:pPr marL="288925" marR="0" lvl="0" indent="-288925" algn="l" defTabSz="932742" rtl="0" eaLnBrk="1" fontAlgn="auto" latinLnBrk="0" hangingPunct="1">
              <a:lnSpc>
                <a:spcPct val="100000"/>
              </a:lnSpc>
              <a:spcBef>
                <a:spcPts val="30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effectLst/>
                <a:uLnTx/>
                <a:uFillTx/>
                <a:ea typeface="+mn-ea"/>
                <a:cs typeface="+mn-cs"/>
              </a:rPr>
              <a:t>Rows and Columns</a:t>
            </a:r>
          </a:p>
          <a:p>
            <a:pPr marL="288925" marR="0" lvl="0" indent="-288925" algn="l" defTabSz="932742" rtl="0" eaLnBrk="1" fontAlgn="auto" latinLnBrk="0" hangingPunct="1">
              <a:lnSpc>
                <a:spcPct val="100000"/>
              </a:lnSpc>
              <a:spcBef>
                <a:spcPts val="30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effectLst/>
                <a:uLnTx/>
                <a:uFillTx/>
                <a:ea typeface="+mn-ea"/>
                <a:cs typeface="+mn-cs"/>
              </a:rPr>
              <a:t>Header and Footer</a:t>
            </a:r>
          </a:p>
          <a:p>
            <a:pPr marL="288925" marR="0" lvl="0" indent="-288925" algn="l" defTabSz="932742" rtl="0" eaLnBrk="1" fontAlgn="auto" latinLnBrk="0" hangingPunct="1">
              <a:lnSpc>
                <a:spcPct val="100000"/>
              </a:lnSpc>
              <a:spcBef>
                <a:spcPts val="30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effectLst/>
                <a:uLnTx/>
                <a:uFillTx/>
                <a:ea typeface="+mn-ea"/>
                <a:cs typeface="+mn-cs"/>
              </a:rPr>
              <a:t>Pages and Paragraphs</a:t>
            </a:r>
            <a:endParaRPr lang="en-US" sz="1400" dirty="0"/>
          </a:p>
        </p:txBody>
      </p:sp>
      <p:sp>
        <p:nvSpPr>
          <p:cNvPr id="19" name="Graphic 26" descr="Checkmark on Rows and Columns">
            <a:extLst>
              <a:ext uri="{FF2B5EF4-FFF2-40B4-BE49-F238E27FC236}">
                <a16:creationId xmlns:a16="http://schemas.microsoft.com/office/drawing/2014/main" id="{2A802B18-90EE-4B3D-97B9-9C05EE0CED14}"/>
              </a:ext>
            </a:extLst>
          </p:cNvPr>
          <p:cNvSpPr/>
          <p:nvPr/>
        </p:nvSpPr>
        <p:spPr>
          <a:xfrm>
            <a:off x="1389459" y="142298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dirty="0"/>
          </a:p>
        </p:txBody>
      </p:sp>
      <p:cxnSp>
        <p:nvCxnSpPr>
          <p:cNvPr id="11" name="Straight Connector 10">
            <a:extLst>
              <a:ext uri="{FF2B5EF4-FFF2-40B4-BE49-F238E27FC236}">
                <a16:creationId xmlns:a16="http://schemas.microsoft.com/office/drawing/2014/main" id="{3EFE1262-1194-4E26-B906-5CF2497F3C96}"/>
              </a:ext>
              <a:ext uri="{C183D7F6-B498-43B3-948B-1728B52AA6E4}">
                <adec:decorative xmlns:adec="http://schemas.microsoft.com/office/drawing/2017/decorative" val="1"/>
              </a:ext>
            </a:extLst>
          </p:cNvPr>
          <p:cNvCxnSpPr>
            <a:cxnSpLocks/>
          </p:cNvCxnSpPr>
          <p:nvPr/>
        </p:nvCxnSpPr>
        <p:spPr>
          <a:xfrm>
            <a:off x="1389459" y="2678616"/>
            <a:ext cx="103041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6" name="Picture 15" descr="Icon of a matrix of nine circles connected to each other by lines">
            <a:extLst>
              <a:ext uri="{FF2B5EF4-FFF2-40B4-BE49-F238E27FC236}">
                <a16:creationId xmlns:a16="http://schemas.microsoft.com/office/drawing/2014/main" id="{8A4956F3-E94E-42BB-A10B-4246D8297AA7}"/>
              </a:ext>
            </a:extLst>
          </p:cNvPr>
          <p:cNvPicPr>
            <a:picLocks noChangeAspect="1"/>
          </p:cNvPicPr>
          <p:nvPr/>
        </p:nvPicPr>
        <p:blipFill>
          <a:blip r:embed="rId3"/>
          <a:stretch>
            <a:fillRect/>
          </a:stretch>
        </p:blipFill>
        <p:spPr>
          <a:xfrm>
            <a:off x="427038" y="2738938"/>
            <a:ext cx="729210" cy="729210"/>
          </a:xfrm>
          <a:prstGeom prst="rect">
            <a:avLst/>
          </a:prstGeom>
        </p:spPr>
      </p:pic>
      <p:sp>
        <p:nvSpPr>
          <p:cNvPr id="9" name="Text Placeholder 8">
            <a:extLst>
              <a:ext uri="{FF2B5EF4-FFF2-40B4-BE49-F238E27FC236}">
                <a16:creationId xmlns:a16="http://schemas.microsoft.com/office/drawing/2014/main" id="{E172BC7E-FDC4-43EE-8346-8950642DCBF4}"/>
              </a:ext>
            </a:extLst>
          </p:cNvPr>
          <p:cNvSpPr>
            <a:spLocks noGrp="1"/>
          </p:cNvSpPr>
          <p:nvPr>
            <p:ph type="body" sz="quarter" idx="15"/>
          </p:nvPr>
        </p:nvSpPr>
        <p:spPr>
          <a:xfrm>
            <a:off x="1389459" y="2738938"/>
            <a:ext cx="10383899" cy="1443714"/>
          </a:xfrm>
        </p:spPr>
        <p:txBody>
          <a:bodyPr/>
          <a:lstStyle/>
          <a:p>
            <a:pPr>
              <a:spcAft>
                <a:spcPts val="0"/>
              </a:spcAft>
              <a:defRPr/>
            </a:pPr>
            <a:r>
              <a:rPr lang="en-US" sz="1800" dirty="0">
                <a:latin typeface="+mj-lt"/>
              </a:rPr>
              <a:t>Which of the following is an example of unstructured data?</a:t>
            </a:r>
          </a:p>
          <a:p>
            <a:pPr marL="288925" indent="-288925">
              <a:spcBef>
                <a:spcPts val="300"/>
              </a:spcBef>
              <a:spcAft>
                <a:spcPts val="600"/>
              </a:spcAft>
              <a:buFont typeface="Wingdings" panose="05000000000000000000" pitchFamily="2" charset="2"/>
              <a:buChar char="q"/>
              <a:defRPr/>
            </a:pPr>
            <a:r>
              <a:rPr lang="en-US" sz="1400" dirty="0"/>
              <a:t>An Employee table with columns Employee ID, Employee Name, and Employee Designation</a:t>
            </a:r>
          </a:p>
          <a:p>
            <a:pPr marL="288925" indent="-288925">
              <a:spcBef>
                <a:spcPts val="300"/>
              </a:spcBef>
              <a:spcAft>
                <a:spcPts val="600"/>
              </a:spcAft>
              <a:buFont typeface="Wingdings" panose="05000000000000000000" pitchFamily="2" charset="2"/>
              <a:buChar char="q"/>
              <a:defRPr/>
            </a:pPr>
            <a:r>
              <a:rPr lang="en-US" sz="1400" dirty="0"/>
              <a:t>Audio and Video files</a:t>
            </a:r>
          </a:p>
          <a:p>
            <a:pPr marL="288925" indent="-288925">
              <a:spcBef>
                <a:spcPts val="300"/>
              </a:spcBef>
              <a:spcAft>
                <a:spcPts val="600"/>
              </a:spcAft>
              <a:buFont typeface="Wingdings" panose="05000000000000000000" pitchFamily="2" charset="2"/>
              <a:buChar char="q"/>
              <a:defRPr/>
            </a:pPr>
            <a:r>
              <a:rPr lang="en-US" sz="1400" dirty="0"/>
              <a:t>A table within SQL Server database </a:t>
            </a:r>
          </a:p>
        </p:txBody>
      </p:sp>
      <p:sp>
        <p:nvSpPr>
          <p:cNvPr id="20" name="Graphic 26" descr="Checkmark on Rows and Columns">
            <a:extLst>
              <a:ext uri="{FF2B5EF4-FFF2-40B4-BE49-F238E27FC236}">
                <a16:creationId xmlns:a16="http://schemas.microsoft.com/office/drawing/2014/main" id="{A6D58C0B-F1D4-4714-863A-BC2F0F1C195B}"/>
              </a:ext>
            </a:extLst>
          </p:cNvPr>
          <p:cNvSpPr/>
          <p:nvPr/>
        </p:nvSpPr>
        <p:spPr>
          <a:xfrm>
            <a:off x="1389459" y="3508634"/>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chemeClr val="tx2"/>
          </a:solidFill>
          <a:ln w="31750" cap="flat">
            <a:solidFill>
              <a:schemeClr val="tx2"/>
            </a:solidFill>
            <a:prstDash val="solid"/>
            <a:miter/>
          </a:ln>
        </p:spPr>
        <p:txBody>
          <a:bodyPr rtlCol="0" anchor="ctr"/>
          <a:lstStyle/>
          <a:p>
            <a:endParaRPr lang="en-US" dirty="0"/>
          </a:p>
        </p:txBody>
      </p:sp>
      <p:cxnSp>
        <p:nvCxnSpPr>
          <p:cNvPr id="12" name="Straight Connector 11">
            <a:extLst>
              <a:ext uri="{FF2B5EF4-FFF2-40B4-BE49-F238E27FC236}">
                <a16:creationId xmlns:a16="http://schemas.microsoft.com/office/drawing/2014/main" id="{12B62408-88E8-4661-BCD3-EDF001718874}"/>
              </a:ext>
              <a:ext uri="{C183D7F6-B498-43B3-948B-1728B52AA6E4}">
                <adec:decorative xmlns:adec="http://schemas.microsoft.com/office/drawing/2017/decorative" val="1"/>
              </a:ext>
            </a:extLst>
          </p:cNvPr>
          <p:cNvCxnSpPr>
            <a:cxnSpLocks/>
          </p:cNvCxnSpPr>
          <p:nvPr/>
        </p:nvCxnSpPr>
        <p:spPr>
          <a:xfrm>
            <a:off x="1389459" y="4242974"/>
            <a:ext cx="103041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478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42B8-CBE8-5648-8325-4FED9959D89B}"/>
              </a:ext>
            </a:extLst>
          </p:cNvPr>
          <p:cNvSpPr>
            <a:spLocks noGrp="1"/>
          </p:cNvSpPr>
          <p:nvPr>
            <p:ph type="title" idx="4294967295"/>
          </p:nvPr>
        </p:nvSpPr>
        <p:spPr>
          <a:xfrm>
            <a:off x="0" y="439738"/>
            <a:ext cx="11341100" cy="728662"/>
          </a:xfrm>
        </p:spPr>
        <p:txBody>
          <a:bodyPr/>
          <a:lstStyle/>
          <a:p>
            <a:r>
              <a:rPr lang="en-US" dirty="0"/>
              <a:t>To store Big Data you need</a:t>
            </a:r>
            <a:br>
              <a:rPr lang="en-US" dirty="0"/>
            </a:br>
            <a:r>
              <a:rPr lang="en-US" dirty="0"/>
              <a:t>Modern data warehouse components</a:t>
            </a:r>
          </a:p>
        </p:txBody>
      </p:sp>
      <p:sp>
        <p:nvSpPr>
          <p:cNvPr id="3" name="Text Placeholder 2">
            <a:extLst>
              <a:ext uri="{FF2B5EF4-FFF2-40B4-BE49-F238E27FC236}">
                <a16:creationId xmlns:a16="http://schemas.microsoft.com/office/drawing/2014/main" id="{A015749C-08AC-40BF-880C-71FE7FD5D8F9}"/>
              </a:ext>
            </a:extLst>
          </p:cNvPr>
          <p:cNvSpPr>
            <a:spLocks noGrp="1"/>
          </p:cNvSpPr>
          <p:nvPr>
            <p:ph type="body" sz="quarter" idx="4294967295"/>
          </p:nvPr>
        </p:nvSpPr>
        <p:spPr>
          <a:xfrm>
            <a:off x="225366" y="1590675"/>
            <a:ext cx="6410325" cy="4515157"/>
          </a:xfrm>
        </p:spPr>
        <p:txBody>
          <a:bodyPr/>
          <a:lstStyle/>
          <a:p>
            <a:pPr marL="0" indent="0">
              <a:lnSpc>
                <a:spcPct val="100000"/>
              </a:lnSpc>
              <a:buNone/>
            </a:pPr>
            <a:r>
              <a:rPr lang="en-US" dirty="0"/>
              <a:t>Things you need to Know about DW:</a:t>
            </a:r>
          </a:p>
          <a:p>
            <a:pPr>
              <a:lnSpc>
                <a:spcPct val="100000"/>
              </a:lnSpc>
            </a:pPr>
            <a:r>
              <a:rPr lang="en-US" dirty="0"/>
              <a:t>Single Source of Truth </a:t>
            </a:r>
          </a:p>
          <a:p>
            <a:pPr>
              <a:lnSpc>
                <a:spcPct val="100000"/>
              </a:lnSpc>
            </a:pPr>
            <a:r>
              <a:rPr lang="en-US" dirty="0"/>
              <a:t>5 Defining Features of DW</a:t>
            </a:r>
          </a:p>
        </p:txBody>
      </p:sp>
      <p:pic>
        <p:nvPicPr>
          <p:cNvPr id="7" name="Picture 6">
            <a:extLst>
              <a:ext uri="{FF2B5EF4-FFF2-40B4-BE49-F238E27FC236}">
                <a16:creationId xmlns:a16="http://schemas.microsoft.com/office/drawing/2014/main" id="{42B56025-5BB1-4D6C-9EE6-BEA3D11AC111}"/>
              </a:ext>
            </a:extLst>
          </p:cNvPr>
          <p:cNvPicPr>
            <a:picLocks noChangeAspect="1"/>
          </p:cNvPicPr>
          <p:nvPr/>
        </p:nvPicPr>
        <p:blipFill>
          <a:blip r:embed="rId3"/>
          <a:stretch>
            <a:fillRect/>
          </a:stretch>
        </p:blipFill>
        <p:spPr>
          <a:xfrm>
            <a:off x="7277100" y="1590675"/>
            <a:ext cx="4789201" cy="2396444"/>
          </a:xfrm>
          <a:prstGeom prst="rect">
            <a:avLst/>
          </a:prstGeom>
        </p:spPr>
      </p:pic>
      <p:sp>
        <p:nvSpPr>
          <p:cNvPr id="4" name="TextBox 3">
            <a:extLst>
              <a:ext uri="{FF2B5EF4-FFF2-40B4-BE49-F238E27FC236}">
                <a16:creationId xmlns:a16="http://schemas.microsoft.com/office/drawing/2014/main" id="{BE97B367-1CE3-406C-88F5-EBC8A29F6774}"/>
              </a:ext>
            </a:extLst>
          </p:cNvPr>
          <p:cNvSpPr txBox="1"/>
          <p:nvPr/>
        </p:nvSpPr>
        <p:spPr>
          <a:xfrm>
            <a:off x="7277100" y="4139381"/>
            <a:ext cx="4789201" cy="2031325"/>
          </a:xfrm>
          <a:prstGeom prst="rect">
            <a:avLst/>
          </a:prstGeom>
          <a:noFill/>
        </p:spPr>
        <p:txBody>
          <a:bodyPr wrap="square" rtlCol="0">
            <a:spAutoFit/>
          </a:bodyPr>
          <a:lstStyle/>
          <a:p>
            <a:r>
              <a:rPr lang="en-US" dirty="0"/>
              <a:t>This video describes the components commonly used to create a data warehouse, and how data might flow through them.</a:t>
            </a:r>
          </a:p>
          <a:p>
            <a:r>
              <a:rPr lang="en-US" dirty="0">
                <a:hlinkClick r:id="rId4"/>
              </a:rPr>
              <a:t>https://www.youtube.com/watch?v=AHR_7jFCMeY</a:t>
            </a:r>
            <a:r>
              <a:rPr lang="en-US" dirty="0"/>
              <a:t> </a:t>
            </a:r>
          </a:p>
          <a:p>
            <a:endParaRPr lang="en-US" dirty="0"/>
          </a:p>
          <a:p>
            <a:endParaRPr lang="en-GB" dirty="0"/>
          </a:p>
        </p:txBody>
      </p:sp>
    </p:spTree>
    <p:extLst>
      <p:ext uri="{BB962C8B-B14F-4D97-AF65-F5344CB8AC3E}">
        <p14:creationId xmlns:p14="http://schemas.microsoft.com/office/powerpoint/2010/main" val="2960364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60AC49-73F5-456C-AF9F-EBB3E0D4885E}"/>
              </a:ext>
            </a:extLst>
          </p:cNvPr>
          <p:cNvSpPr>
            <a:spLocks noGrp="1"/>
          </p:cNvSpPr>
          <p:nvPr>
            <p:ph type="title"/>
          </p:nvPr>
        </p:nvSpPr>
        <p:spPr/>
        <p:txBody>
          <a:bodyPr/>
          <a:lstStyle/>
          <a:p>
            <a:r>
              <a:rPr lang="en-GB" dirty="0"/>
              <a:t>Defining Features of a Data Warehouse</a:t>
            </a:r>
          </a:p>
        </p:txBody>
      </p:sp>
      <p:sp>
        <p:nvSpPr>
          <p:cNvPr id="4" name="Content Placeholder 3">
            <a:extLst>
              <a:ext uri="{FF2B5EF4-FFF2-40B4-BE49-F238E27FC236}">
                <a16:creationId xmlns:a16="http://schemas.microsoft.com/office/drawing/2014/main" id="{BB0BFBA8-F6C9-45CF-BA47-3C32378A9F5C}"/>
              </a:ext>
            </a:extLst>
          </p:cNvPr>
          <p:cNvSpPr>
            <a:spLocks noGrp="1"/>
          </p:cNvSpPr>
          <p:nvPr>
            <p:ph idx="1"/>
          </p:nvPr>
        </p:nvSpPr>
        <p:spPr/>
        <p:txBody>
          <a:bodyPr/>
          <a:lstStyle/>
          <a:p>
            <a:pPr marL="514350" indent="-514350">
              <a:buFont typeface="+mj-lt"/>
              <a:buAutoNum type="arabicPeriod"/>
            </a:pPr>
            <a:r>
              <a:rPr lang="en-GB" dirty="0"/>
              <a:t>Subject Oriented</a:t>
            </a:r>
          </a:p>
          <a:p>
            <a:pPr marL="514350" indent="-514350">
              <a:buFont typeface="+mj-lt"/>
              <a:buAutoNum type="arabicPeriod"/>
            </a:pPr>
            <a:r>
              <a:rPr lang="en-GB" dirty="0"/>
              <a:t>Integrated</a:t>
            </a:r>
          </a:p>
          <a:p>
            <a:pPr marL="514350" indent="-514350">
              <a:buFont typeface="+mj-lt"/>
              <a:buAutoNum type="arabicPeriod"/>
            </a:pPr>
            <a:r>
              <a:rPr lang="en-GB" dirty="0"/>
              <a:t>Time-Variant</a:t>
            </a:r>
          </a:p>
          <a:p>
            <a:pPr marL="514350" indent="-514350">
              <a:buFont typeface="+mj-lt"/>
              <a:buAutoNum type="arabicPeriod"/>
            </a:pPr>
            <a:r>
              <a:rPr lang="en-GB" dirty="0" err="1"/>
              <a:t>NonVolatile</a:t>
            </a:r>
            <a:endParaRPr lang="en-GB" dirty="0"/>
          </a:p>
          <a:p>
            <a:pPr marL="514350" indent="-514350">
              <a:buFont typeface="+mj-lt"/>
              <a:buAutoNum type="arabicPeriod"/>
            </a:pPr>
            <a:r>
              <a:rPr lang="en-GB" dirty="0"/>
              <a:t>Summarised</a:t>
            </a:r>
          </a:p>
        </p:txBody>
      </p:sp>
      <p:sp>
        <p:nvSpPr>
          <p:cNvPr id="2" name="Slide Number Placeholder 1">
            <a:extLst>
              <a:ext uri="{FF2B5EF4-FFF2-40B4-BE49-F238E27FC236}">
                <a16:creationId xmlns:a16="http://schemas.microsoft.com/office/drawing/2014/main" id="{3DB14B64-9F71-4CF6-A15E-5E02E2A78035}"/>
              </a:ext>
            </a:extLst>
          </p:cNvPr>
          <p:cNvSpPr>
            <a:spLocks noGrp="1"/>
          </p:cNvSpPr>
          <p:nvPr>
            <p:ph type="sldNum" sz="quarter" idx="12"/>
          </p:nvPr>
        </p:nvSpPr>
        <p:spPr/>
        <p:txBody>
          <a:bodyPr/>
          <a:lstStyle/>
          <a:p>
            <a:fld id="{7CC91C18-2D9D-461C-87BF-48086B644113}" type="slidenum">
              <a:rPr lang="en-GB" smtClean="0"/>
              <a:t>14</a:t>
            </a:fld>
            <a:endParaRPr lang="en-GB"/>
          </a:p>
        </p:txBody>
      </p:sp>
      <p:sp>
        <p:nvSpPr>
          <p:cNvPr id="5" name="Rectangle 4">
            <a:extLst>
              <a:ext uri="{FF2B5EF4-FFF2-40B4-BE49-F238E27FC236}">
                <a16:creationId xmlns:a16="http://schemas.microsoft.com/office/drawing/2014/main" id="{B0E72961-7F1D-4A20-BF46-F4D952BE62BB}"/>
              </a:ext>
            </a:extLst>
          </p:cNvPr>
          <p:cNvSpPr/>
          <p:nvPr/>
        </p:nvSpPr>
        <p:spPr>
          <a:xfrm>
            <a:off x="1203158" y="1387263"/>
            <a:ext cx="2727158" cy="4896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6" name="Rectangle 5">
            <a:extLst>
              <a:ext uri="{FF2B5EF4-FFF2-40B4-BE49-F238E27FC236}">
                <a16:creationId xmlns:a16="http://schemas.microsoft.com/office/drawing/2014/main" id="{24965254-BF28-4054-85B4-9A6C3FBBC164}"/>
              </a:ext>
            </a:extLst>
          </p:cNvPr>
          <p:cNvSpPr/>
          <p:nvPr/>
        </p:nvSpPr>
        <p:spPr>
          <a:xfrm>
            <a:off x="1082842" y="1932189"/>
            <a:ext cx="2727158" cy="4896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a:t>
            </a:r>
            <a:endParaRPr lang="en-GB" dirty="0"/>
          </a:p>
        </p:txBody>
      </p:sp>
      <p:sp>
        <p:nvSpPr>
          <p:cNvPr id="7" name="Rectangle 6">
            <a:extLst>
              <a:ext uri="{FF2B5EF4-FFF2-40B4-BE49-F238E27FC236}">
                <a16:creationId xmlns:a16="http://schemas.microsoft.com/office/drawing/2014/main" id="{4C36DDC8-37B5-49A0-AE4D-D0CBDD882276}"/>
              </a:ext>
            </a:extLst>
          </p:cNvPr>
          <p:cNvSpPr/>
          <p:nvPr/>
        </p:nvSpPr>
        <p:spPr>
          <a:xfrm>
            <a:off x="1203158" y="2448852"/>
            <a:ext cx="2727158" cy="4896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a:t>
            </a:r>
            <a:endParaRPr lang="en-GB" dirty="0"/>
          </a:p>
        </p:txBody>
      </p:sp>
      <p:sp>
        <p:nvSpPr>
          <p:cNvPr id="8" name="Rectangle 7">
            <a:extLst>
              <a:ext uri="{FF2B5EF4-FFF2-40B4-BE49-F238E27FC236}">
                <a16:creationId xmlns:a16="http://schemas.microsoft.com/office/drawing/2014/main" id="{13A306AE-C4F5-4B5A-AEF7-4F11F9E3515A}"/>
              </a:ext>
            </a:extLst>
          </p:cNvPr>
          <p:cNvSpPr/>
          <p:nvPr/>
        </p:nvSpPr>
        <p:spPr>
          <a:xfrm>
            <a:off x="1267326" y="3003345"/>
            <a:ext cx="2727158" cy="4896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a:t>
            </a:r>
            <a:endParaRPr lang="en-GB" dirty="0"/>
          </a:p>
        </p:txBody>
      </p:sp>
      <p:sp>
        <p:nvSpPr>
          <p:cNvPr id="9" name="Rectangle 8">
            <a:extLst>
              <a:ext uri="{FF2B5EF4-FFF2-40B4-BE49-F238E27FC236}">
                <a16:creationId xmlns:a16="http://schemas.microsoft.com/office/drawing/2014/main" id="{AA8AB7A8-E598-42AB-A5BD-F0C02B48BE42}"/>
              </a:ext>
            </a:extLst>
          </p:cNvPr>
          <p:cNvSpPr/>
          <p:nvPr/>
        </p:nvSpPr>
        <p:spPr>
          <a:xfrm>
            <a:off x="1203158" y="3591550"/>
            <a:ext cx="2727158" cy="4896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a:t>
            </a:r>
            <a:endParaRPr lang="en-GB" dirty="0"/>
          </a:p>
        </p:txBody>
      </p:sp>
      <p:pic>
        <p:nvPicPr>
          <p:cNvPr id="12" name="Picture 11">
            <a:extLst>
              <a:ext uri="{FF2B5EF4-FFF2-40B4-BE49-F238E27FC236}">
                <a16:creationId xmlns:a16="http://schemas.microsoft.com/office/drawing/2014/main" id="{66CFDBE1-9806-406F-A8DC-F0A217945DAC}"/>
              </a:ext>
            </a:extLst>
          </p:cNvPr>
          <p:cNvPicPr>
            <a:picLocks noChangeAspect="1"/>
          </p:cNvPicPr>
          <p:nvPr/>
        </p:nvPicPr>
        <p:blipFill>
          <a:blip r:embed="rId2"/>
          <a:stretch>
            <a:fillRect/>
          </a:stretch>
        </p:blipFill>
        <p:spPr>
          <a:xfrm>
            <a:off x="4994902" y="1820257"/>
            <a:ext cx="6913235" cy="3919485"/>
          </a:xfrm>
          <a:prstGeom prst="rect">
            <a:avLst/>
          </a:prstGeom>
        </p:spPr>
      </p:pic>
    </p:spTree>
    <p:extLst>
      <p:ext uri="{BB962C8B-B14F-4D97-AF65-F5344CB8AC3E}">
        <p14:creationId xmlns:p14="http://schemas.microsoft.com/office/powerpoint/2010/main" val="1146832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5"/>
                  </p:tgtEl>
                </p:cond>
              </p:nextCondLst>
            </p:seq>
            <p:seq concurrent="1" nextAc="seek">
              <p:cTn id="12" restart="whenNotActive" fill="hold" evtFilter="cancelBubble" nodeType="interactiveSeq">
                <p:stCondLst>
                  <p:cond evt="onClick" delay="0">
                    <p:tgtEl>
                      <p:spTgt spid="6"/>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seq concurrent="1" nextAc="seek">
              <p:cTn id="17" restart="whenNotActive" fill="hold" evtFilter="cancelBubble" nodeType="interactiveSeq">
                <p:stCondLst>
                  <p:cond evt="onClick" delay="0">
                    <p:tgtEl>
                      <p:spTgt spid="7"/>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22" restart="whenNotActive" fill="hold" evtFilter="cancelBubble" nodeType="interactiveSeq">
                <p:stCondLst>
                  <p:cond evt="onClick" delay="0">
                    <p:tgtEl>
                      <p:spTgt spid="8"/>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27" restart="whenNotActive" fill="hold" evtFilter="cancelBubble" nodeType="interactiveSeq">
                <p:stCondLst>
                  <p:cond evt="onClick" delay="0">
                    <p:tgtEl>
                      <p:spTgt spid="9"/>
                    </p:tgtEl>
                  </p:cond>
                </p:stCondLst>
                <p:endSync evt="end" delay="0">
                  <p:rtn val="all"/>
                </p:endSync>
                <p:childTnLst>
                  <p:par>
                    <p:cTn id="28" fill="hold">
                      <p:stCondLst>
                        <p:cond delay="0"/>
                      </p:stCondLst>
                      <p:childTnLst>
                        <p:par>
                          <p:cTn id="29" fill="hold">
                            <p:stCondLst>
                              <p:cond delay="0"/>
                            </p:stCondLst>
                            <p:childTnLst>
                              <p:par>
                                <p:cTn id="30" presetID="1" presetClass="exit"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childTnLst>
        </p:cTn>
      </p:par>
    </p:tnLst>
    <p:bldLst>
      <p:bldP spid="5" grpId="0" animBg="1"/>
      <p:bldP spid="6" grpId="0" animBg="1"/>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9423A4-0A68-4EF2-A4A3-AEDF725250FE}"/>
              </a:ext>
            </a:extLst>
          </p:cNvPr>
          <p:cNvSpPr>
            <a:spLocks noGrp="1"/>
          </p:cNvSpPr>
          <p:nvPr>
            <p:ph type="title"/>
          </p:nvPr>
        </p:nvSpPr>
        <p:spPr/>
        <p:txBody>
          <a:bodyPr/>
          <a:lstStyle/>
          <a:p>
            <a:r>
              <a:rPr lang="en-US" dirty="0"/>
              <a:t>What is </a:t>
            </a:r>
            <a:r>
              <a:rPr lang="en-US" b="1" u="sng" dirty="0"/>
              <a:t>modern</a:t>
            </a:r>
            <a:r>
              <a:rPr lang="en-US" dirty="0"/>
              <a:t> data warehousing?</a:t>
            </a:r>
          </a:p>
        </p:txBody>
      </p:sp>
      <p:sp>
        <p:nvSpPr>
          <p:cNvPr id="9" name="Rectangle 8">
            <a:extLst>
              <a:ext uri="{FF2B5EF4-FFF2-40B4-BE49-F238E27FC236}">
                <a16:creationId xmlns:a16="http://schemas.microsoft.com/office/drawing/2014/main" id="{91C9DF62-3686-4B78-9F5B-7976397370D9}"/>
              </a:ext>
            </a:extLst>
          </p:cNvPr>
          <p:cNvSpPr/>
          <p:nvPr/>
        </p:nvSpPr>
        <p:spPr bwMode="auto">
          <a:xfrm>
            <a:off x="427850" y="1457326"/>
            <a:ext cx="3700816" cy="2637268"/>
          </a:xfrm>
          <a:prstGeom prst="rect">
            <a:avLst/>
          </a:pr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UI Semibold"/>
                <a:ea typeface="+mn-ea"/>
                <a:cs typeface="+mn-cs"/>
              </a:rPr>
              <a:t>Ingest &amp; Prep</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78D4"/>
              </a:solidFill>
              <a:effectLst/>
              <a:uLnTx/>
              <a:uFillTx/>
              <a:latin typeface="Segoe UI Semibold"/>
              <a:ea typeface="+mn-ea"/>
              <a:cs typeface="+mn-cs"/>
            </a:endParaRPr>
          </a:p>
        </p:txBody>
      </p:sp>
      <p:pic>
        <p:nvPicPr>
          <p:cNvPr id="18" name="Picture 12" descr="Azure Data Factory icon">
            <a:extLst>
              <a:ext uri="{FF2B5EF4-FFF2-40B4-BE49-F238E27FC236}">
                <a16:creationId xmlns:a16="http://schemas.microsoft.com/office/drawing/2014/main" id="{AE1D99A6-789D-4C2C-B989-EE9F792196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568529" y="2070087"/>
            <a:ext cx="591512" cy="509206"/>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82BDCB7-E4F9-471D-A6F7-20525ADEBA61}"/>
              </a:ext>
            </a:extLst>
          </p:cNvPr>
          <p:cNvSpPr txBox="1"/>
          <p:nvPr/>
        </p:nvSpPr>
        <p:spPr>
          <a:xfrm>
            <a:off x="1294678" y="2070087"/>
            <a:ext cx="1989006" cy="249299"/>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Azure Data Factory</a:t>
            </a:r>
          </a:p>
        </p:txBody>
      </p:sp>
      <p:sp>
        <p:nvSpPr>
          <p:cNvPr id="16" name="TextBox 15">
            <a:extLst>
              <a:ext uri="{FF2B5EF4-FFF2-40B4-BE49-F238E27FC236}">
                <a16:creationId xmlns:a16="http://schemas.microsoft.com/office/drawing/2014/main" id="{364627DE-9424-4E96-8FAA-F850F3757202}"/>
              </a:ext>
            </a:extLst>
          </p:cNvPr>
          <p:cNvSpPr txBox="1"/>
          <p:nvPr/>
        </p:nvSpPr>
        <p:spPr>
          <a:xfrm>
            <a:off x="1294678" y="2398120"/>
            <a:ext cx="2536655" cy="553998"/>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Code-free data transformation and  ingestion from 90+ data integration connectors</a:t>
            </a:r>
          </a:p>
        </p:txBody>
      </p:sp>
      <p:pic>
        <p:nvPicPr>
          <p:cNvPr id="118" name="Picture 117" descr="Azure Databricks icon">
            <a:extLst>
              <a:ext uri="{FF2B5EF4-FFF2-40B4-BE49-F238E27FC236}">
                <a16:creationId xmlns:a16="http://schemas.microsoft.com/office/drawing/2014/main" id="{72BDBFDE-CD28-4299-9B1F-3883AAED237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568529" y="3165715"/>
            <a:ext cx="641146" cy="636186"/>
          </a:xfrm>
          <a:prstGeom prst="rect">
            <a:avLst/>
          </a:prstGeom>
        </p:spPr>
      </p:pic>
      <p:sp>
        <p:nvSpPr>
          <p:cNvPr id="96" name="TextBox 95">
            <a:extLst>
              <a:ext uri="{FF2B5EF4-FFF2-40B4-BE49-F238E27FC236}">
                <a16:creationId xmlns:a16="http://schemas.microsoft.com/office/drawing/2014/main" id="{FAE34495-6D29-44C8-BC47-D55256989F4A}"/>
              </a:ext>
            </a:extLst>
          </p:cNvPr>
          <p:cNvSpPr txBox="1"/>
          <p:nvPr/>
        </p:nvSpPr>
        <p:spPr>
          <a:xfrm>
            <a:off x="1294678" y="3165715"/>
            <a:ext cx="2536655" cy="443198"/>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Azure Databricks</a:t>
            </a:r>
            <a:br>
              <a:rPr kumimoji="0" lang="en-US" sz="1800" b="0" i="0" u="none" strike="noStrike" kern="1200" cap="none" spc="0" normalizeH="0" baseline="0" noProof="0" dirty="0">
                <a:ln>
                  <a:noFill/>
                </a:ln>
                <a:solidFill>
                  <a:srgbClr val="000000"/>
                </a:solidFill>
                <a:effectLst/>
                <a:uLnTx/>
                <a:uFillTx/>
                <a:latin typeface="Segoe UI Semibold"/>
                <a:ea typeface="+mn-ea"/>
                <a:cs typeface="+mn-cs"/>
              </a:rPr>
            </a:br>
            <a:r>
              <a:rPr kumimoji="0" lang="en-US" sz="1400" b="0" i="0" u="none" strike="noStrike" kern="1200" cap="none" spc="0" normalizeH="0" baseline="0" noProof="0" dirty="0">
                <a:ln>
                  <a:noFill/>
                </a:ln>
                <a:solidFill>
                  <a:srgbClr val="000000"/>
                </a:solidFill>
                <a:effectLst/>
                <a:uLnTx/>
                <a:uFillTx/>
                <a:latin typeface="Segoe UI"/>
                <a:ea typeface="+mn-ea"/>
                <a:cs typeface="+mn-cs"/>
              </a:rPr>
              <a:t>(Data prep)</a:t>
            </a:r>
            <a:endParaRPr kumimoji="0" lang="en-US" sz="1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95" name="TextBox 94">
            <a:extLst>
              <a:ext uri="{FF2B5EF4-FFF2-40B4-BE49-F238E27FC236}">
                <a16:creationId xmlns:a16="http://schemas.microsoft.com/office/drawing/2014/main" id="{AAABE285-4F33-4F74-AE16-0BE0FDF78E3C}"/>
              </a:ext>
            </a:extLst>
          </p:cNvPr>
          <p:cNvSpPr txBox="1"/>
          <p:nvPr/>
        </p:nvSpPr>
        <p:spPr>
          <a:xfrm>
            <a:off x="1294678" y="3669361"/>
            <a:ext cx="2536655" cy="184666"/>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Up to 10x faster than vanilla Spark</a:t>
            </a:r>
          </a:p>
        </p:txBody>
      </p:sp>
      <p:sp>
        <p:nvSpPr>
          <p:cNvPr id="10" name="Rectangle 9">
            <a:extLst>
              <a:ext uri="{FF2B5EF4-FFF2-40B4-BE49-F238E27FC236}">
                <a16:creationId xmlns:a16="http://schemas.microsoft.com/office/drawing/2014/main" id="{BF20C215-CD5A-40A6-B797-7CA5E4A8FA1A}"/>
              </a:ext>
            </a:extLst>
          </p:cNvPr>
          <p:cNvSpPr/>
          <p:nvPr/>
        </p:nvSpPr>
        <p:spPr bwMode="auto">
          <a:xfrm>
            <a:off x="4249967" y="1457326"/>
            <a:ext cx="3700816" cy="2637268"/>
          </a:xfrm>
          <a:prstGeom prst="rect">
            <a:avLst/>
          </a:pr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UI Semibold"/>
                <a:ea typeface="+mn-ea"/>
                <a:cs typeface="+mn-cs"/>
              </a:rPr>
              <a:t>Model &amp; Serve</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78D4"/>
              </a:solidFill>
              <a:effectLst/>
              <a:uLnTx/>
              <a:uFillTx/>
              <a:latin typeface="Segoe UI Semibold"/>
              <a:ea typeface="+mn-ea"/>
              <a:cs typeface="+mn-cs"/>
            </a:endParaRPr>
          </a:p>
        </p:txBody>
      </p:sp>
      <p:pic>
        <p:nvPicPr>
          <p:cNvPr id="80" name="Picture 79" descr="Azure Synapse Analytics logo">
            <a:extLst>
              <a:ext uri="{FF2B5EF4-FFF2-40B4-BE49-F238E27FC236}">
                <a16:creationId xmlns:a16="http://schemas.microsoft.com/office/drawing/2014/main" id="{73748919-49CB-46FE-A7AE-096316A28629}"/>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4394748" y="2070087"/>
            <a:ext cx="615402" cy="615402"/>
          </a:xfrm>
          <a:prstGeom prst="rect">
            <a:avLst/>
          </a:prstGeom>
        </p:spPr>
      </p:pic>
      <p:sp>
        <p:nvSpPr>
          <p:cNvPr id="101" name="TextBox 100">
            <a:extLst>
              <a:ext uri="{FF2B5EF4-FFF2-40B4-BE49-F238E27FC236}">
                <a16:creationId xmlns:a16="http://schemas.microsoft.com/office/drawing/2014/main" id="{ED1819DC-8B66-42D8-AB33-13032836E958}"/>
              </a:ext>
            </a:extLst>
          </p:cNvPr>
          <p:cNvSpPr txBox="1"/>
          <p:nvPr/>
        </p:nvSpPr>
        <p:spPr>
          <a:xfrm>
            <a:off x="5120897" y="2070087"/>
            <a:ext cx="2527359" cy="443198"/>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Azure Synapse Analytics</a:t>
            </a:r>
          </a:p>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Segoe UI"/>
                <a:ea typeface="+mn-ea"/>
                <a:cs typeface="+mn-cs"/>
              </a:rPr>
              <a:t>(Data Warehouse)</a:t>
            </a:r>
          </a:p>
        </p:txBody>
      </p:sp>
      <p:sp>
        <p:nvSpPr>
          <p:cNvPr id="100" name="TextBox 99">
            <a:extLst>
              <a:ext uri="{FF2B5EF4-FFF2-40B4-BE49-F238E27FC236}">
                <a16:creationId xmlns:a16="http://schemas.microsoft.com/office/drawing/2014/main" id="{5B361566-E995-4410-AF18-8FC63E6008DA}"/>
              </a:ext>
            </a:extLst>
          </p:cNvPr>
          <p:cNvSpPr txBox="1"/>
          <p:nvPr/>
        </p:nvSpPr>
        <p:spPr>
          <a:xfrm>
            <a:off x="5120897" y="2606336"/>
            <a:ext cx="2536655" cy="369332"/>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Up to 14x faster and costs 94% less than other cloud providers</a:t>
            </a:r>
          </a:p>
        </p:txBody>
      </p:sp>
      <p:sp>
        <p:nvSpPr>
          <p:cNvPr id="11" name="Rectangle 10">
            <a:extLst>
              <a:ext uri="{FF2B5EF4-FFF2-40B4-BE49-F238E27FC236}">
                <a16:creationId xmlns:a16="http://schemas.microsoft.com/office/drawing/2014/main" id="{1B9DE060-054C-4D3F-91B9-84176E7315E5}"/>
              </a:ext>
            </a:extLst>
          </p:cNvPr>
          <p:cNvSpPr/>
          <p:nvPr/>
        </p:nvSpPr>
        <p:spPr bwMode="auto">
          <a:xfrm>
            <a:off x="8072084" y="1457326"/>
            <a:ext cx="3700816" cy="2637268"/>
          </a:xfrm>
          <a:prstGeom prst="rect">
            <a:avLst/>
          </a:pr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UI Semibold"/>
                <a:ea typeface="+mn-ea"/>
                <a:cs typeface="+mn-cs"/>
              </a:rPr>
              <a:t>Visualize</a:t>
            </a:r>
          </a:p>
        </p:txBody>
      </p:sp>
      <p:sp>
        <p:nvSpPr>
          <p:cNvPr id="49" name="Freeform: Shape 48" descr="Power BI logo">
            <a:extLst>
              <a:ext uri="{FF2B5EF4-FFF2-40B4-BE49-F238E27FC236}">
                <a16:creationId xmlns:a16="http://schemas.microsoft.com/office/drawing/2014/main" id="{3B01E70E-5E1D-4855-85DB-8C70395F32F8}"/>
              </a:ext>
              <a:ext uri="{C183D7F6-B498-43B3-948B-1728B52AA6E4}">
                <adec:decorative xmlns:adec="http://schemas.microsoft.com/office/drawing/2017/decorative" val="0"/>
              </a:ext>
            </a:extLst>
          </p:cNvPr>
          <p:cNvSpPr>
            <a:spLocks noChangeAspect="1"/>
          </p:cNvSpPr>
          <p:nvPr/>
        </p:nvSpPr>
        <p:spPr bwMode="auto">
          <a:xfrm flipV="1">
            <a:off x="8229289" y="2070086"/>
            <a:ext cx="604986" cy="450634"/>
          </a:xfrm>
          <a:custGeom>
            <a:avLst/>
            <a:gdLst>
              <a:gd name="connsiteX0" fmla="*/ 724747 w 3011132"/>
              <a:gd name="connsiteY0" fmla="*/ 690457 h 2242888"/>
              <a:gd name="connsiteX1" fmla="*/ 889639 w 3011132"/>
              <a:gd name="connsiteY1" fmla="*/ 525565 h 2242888"/>
              <a:gd name="connsiteX2" fmla="*/ 889638 w 3011132"/>
              <a:gd name="connsiteY2" fmla="*/ 164892 h 2242888"/>
              <a:gd name="connsiteX3" fmla="*/ 724746 w 3011132"/>
              <a:gd name="connsiteY3" fmla="*/ 0 h 2242888"/>
              <a:gd name="connsiteX4" fmla="*/ 724747 w 3011132"/>
              <a:gd name="connsiteY4" fmla="*/ 1 h 2242888"/>
              <a:gd name="connsiteX5" fmla="*/ 559855 w 3011132"/>
              <a:gd name="connsiteY5" fmla="*/ 164893 h 2242888"/>
              <a:gd name="connsiteX6" fmla="*/ 559855 w 3011132"/>
              <a:gd name="connsiteY6" fmla="*/ 525565 h 2242888"/>
              <a:gd name="connsiteX7" fmla="*/ 724747 w 3011132"/>
              <a:gd name="connsiteY7" fmla="*/ 690457 h 2242888"/>
              <a:gd name="connsiteX8" fmla="*/ 1772676 w 3011132"/>
              <a:gd name="connsiteY8" fmla="*/ 1028296 h 2242888"/>
              <a:gd name="connsiteX9" fmla="*/ 1937568 w 3011132"/>
              <a:gd name="connsiteY9" fmla="*/ 863404 h 2242888"/>
              <a:gd name="connsiteX10" fmla="*/ 1937569 w 3011132"/>
              <a:gd name="connsiteY10" fmla="*/ 164893 h 2242888"/>
              <a:gd name="connsiteX11" fmla="*/ 1772677 w 3011132"/>
              <a:gd name="connsiteY11" fmla="*/ 1 h 2242888"/>
              <a:gd name="connsiteX12" fmla="*/ 1607785 w 3011132"/>
              <a:gd name="connsiteY12" fmla="*/ 164893 h 2242888"/>
              <a:gd name="connsiteX13" fmla="*/ 1607785 w 3011132"/>
              <a:gd name="connsiteY13" fmla="*/ 863403 h 2242888"/>
              <a:gd name="connsiteX14" fmla="*/ 1772677 w 3011132"/>
              <a:gd name="connsiteY14" fmla="*/ 1028295 h 2242888"/>
              <a:gd name="connsiteX15" fmla="*/ 1248711 w 3011132"/>
              <a:gd name="connsiteY15" fmla="*/ 1291654 h 2242888"/>
              <a:gd name="connsiteX16" fmla="*/ 1413603 w 3011132"/>
              <a:gd name="connsiteY16" fmla="*/ 1126762 h 2242888"/>
              <a:gd name="connsiteX17" fmla="*/ 1413604 w 3011132"/>
              <a:gd name="connsiteY17" fmla="*/ 164893 h 2242888"/>
              <a:gd name="connsiteX18" fmla="*/ 1248712 w 3011132"/>
              <a:gd name="connsiteY18" fmla="*/ 1 h 2242888"/>
              <a:gd name="connsiteX19" fmla="*/ 1083820 w 3011132"/>
              <a:gd name="connsiteY19" fmla="*/ 164893 h 2242888"/>
              <a:gd name="connsiteX20" fmla="*/ 1083820 w 3011132"/>
              <a:gd name="connsiteY20" fmla="*/ 1126761 h 2242888"/>
              <a:gd name="connsiteX21" fmla="*/ 1248712 w 3011132"/>
              <a:gd name="connsiteY21" fmla="*/ 1291653 h 2242888"/>
              <a:gd name="connsiteX22" fmla="*/ 2296641 w 3011132"/>
              <a:gd name="connsiteY22" fmla="*/ 1696388 h 2242888"/>
              <a:gd name="connsiteX23" fmla="*/ 2461533 w 3011132"/>
              <a:gd name="connsiteY23" fmla="*/ 1531496 h 2242888"/>
              <a:gd name="connsiteX24" fmla="*/ 2461534 w 3011132"/>
              <a:gd name="connsiteY24" fmla="*/ 164893 h 2242888"/>
              <a:gd name="connsiteX25" fmla="*/ 2296642 w 3011132"/>
              <a:gd name="connsiteY25" fmla="*/ 1 h 2242888"/>
              <a:gd name="connsiteX26" fmla="*/ 2131750 w 3011132"/>
              <a:gd name="connsiteY26" fmla="*/ 164893 h 2242888"/>
              <a:gd name="connsiteX27" fmla="*/ 2131750 w 3011132"/>
              <a:gd name="connsiteY27" fmla="*/ 1531495 h 2242888"/>
              <a:gd name="connsiteX28" fmla="*/ 2296642 w 3011132"/>
              <a:gd name="connsiteY28" fmla="*/ 1696387 h 2242888"/>
              <a:gd name="connsiteX29" fmla="*/ 370635 w 3011132"/>
              <a:gd name="connsiteY29" fmla="*/ 2242888 h 2242888"/>
              <a:gd name="connsiteX30" fmla="*/ 2640497 w 3011132"/>
              <a:gd name="connsiteY30" fmla="*/ 2242888 h 2242888"/>
              <a:gd name="connsiteX31" fmla="*/ 3011132 w 3011132"/>
              <a:gd name="connsiteY31" fmla="*/ 1872253 h 2242888"/>
              <a:gd name="connsiteX32" fmla="*/ 3011132 w 3011132"/>
              <a:gd name="connsiteY32" fmla="*/ 653116 h 2242888"/>
              <a:gd name="connsiteX33" fmla="*/ 2640497 w 3011132"/>
              <a:gd name="connsiteY33" fmla="*/ 282481 h 2242888"/>
              <a:gd name="connsiteX34" fmla="*/ 2630997 w 3011132"/>
              <a:gd name="connsiteY34" fmla="*/ 282481 h 2242888"/>
              <a:gd name="connsiteX35" fmla="*/ 2630997 w 3011132"/>
              <a:gd name="connsiteY35" fmla="*/ 397932 h 2242888"/>
              <a:gd name="connsiteX36" fmla="*/ 2635026 w 3011132"/>
              <a:gd name="connsiteY36" fmla="*/ 397932 h 2242888"/>
              <a:gd name="connsiteX37" fmla="*/ 2892528 w 3011132"/>
              <a:gd name="connsiteY37" fmla="*/ 655434 h 2242888"/>
              <a:gd name="connsiteX38" fmla="*/ 2892528 w 3011132"/>
              <a:gd name="connsiteY38" fmla="*/ 1869563 h 2242888"/>
              <a:gd name="connsiteX39" fmla="*/ 2635026 w 3011132"/>
              <a:gd name="connsiteY39" fmla="*/ 2127065 h 2242888"/>
              <a:gd name="connsiteX40" fmla="*/ 385364 w 3011132"/>
              <a:gd name="connsiteY40" fmla="*/ 2127065 h 2242888"/>
              <a:gd name="connsiteX41" fmla="*/ 127862 w 3011132"/>
              <a:gd name="connsiteY41" fmla="*/ 1869563 h 2242888"/>
              <a:gd name="connsiteX42" fmla="*/ 127862 w 3011132"/>
              <a:gd name="connsiteY42" fmla="*/ 655434 h 2242888"/>
              <a:gd name="connsiteX43" fmla="*/ 385364 w 3011132"/>
              <a:gd name="connsiteY43" fmla="*/ 397932 h 2242888"/>
              <a:gd name="connsiteX44" fmla="*/ 412220 w 3011132"/>
              <a:gd name="connsiteY44" fmla="*/ 397932 h 2242888"/>
              <a:gd name="connsiteX45" fmla="*/ 412220 w 3011132"/>
              <a:gd name="connsiteY45" fmla="*/ 282481 h 2242888"/>
              <a:gd name="connsiteX46" fmla="*/ 370635 w 3011132"/>
              <a:gd name="connsiteY46" fmla="*/ 282481 h 2242888"/>
              <a:gd name="connsiteX47" fmla="*/ 0 w 3011132"/>
              <a:gd name="connsiteY47" fmla="*/ 653116 h 2242888"/>
              <a:gd name="connsiteX48" fmla="*/ 0 w 3011132"/>
              <a:gd name="connsiteY48" fmla="*/ 1872253 h 2242888"/>
              <a:gd name="connsiteX49" fmla="*/ 370635 w 3011132"/>
              <a:gd name="connsiteY49" fmla="*/ 2242888 h 2242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011132" h="2242888">
                <a:moveTo>
                  <a:pt x="724747" y="690457"/>
                </a:moveTo>
                <a:cubicBezTo>
                  <a:pt x="815814" y="690457"/>
                  <a:pt x="889639" y="616632"/>
                  <a:pt x="889639" y="525565"/>
                </a:cubicBezTo>
                <a:cubicBezTo>
                  <a:pt x="889639" y="405341"/>
                  <a:pt x="889638" y="285116"/>
                  <a:pt x="889638" y="164892"/>
                </a:cubicBezTo>
                <a:cubicBezTo>
                  <a:pt x="889638" y="73825"/>
                  <a:pt x="815813" y="0"/>
                  <a:pt x="724746" y="0"/>
                </a:cubicBezTo>
                <a:lnTo>
                  <a:pt x="724747" y="1"/>
                </a:lnTo>
                <a:cubicBezTo>
                  <a:pt x="633680" y="1"/>
                  <a:pt x="559855" y="73826"/>
                  <a:pt x="559855" y="164893"/>
                </a:cubicBezTo>
                <a:lnTo>
                  <a:pt x="559855" y="525565"/>
                </a:lnTo>
                <a:cubicBezTo>
                  <a:pt x="559855" y="616632"/>
                  <a:pt x="633680" y="690457"/>
                  <a:pt x="724747" y="690457"/>
                </a:cubicBezTo>
                <a:close/>
                <a:moveTo>
                  <a:pt x="1772676" y="1028296"/>
                </a:moveTo>
                <a:cubicBezTo>
                  <a:pt x="1863743" y="1028296"/>
                  <a:pt x="1937568" y="954471"/>
                  <a:pt x="1937568" y="863404"/>
                </a:cubicBezTo>
                <a:cubicBezTo>
                  <a:pt x="1937568" y="630567"/>
                  <a:pt x="1937569" y="397730"/>
                  <a:pt x="1937569" y="164893"/>
                </a:cubicBezTo>
                <a:cubicBezTo>
                  <a:pt x="1937569" y="73826"/>
                  <a:pt x="1863744" y="1"/>
                  <a:pt x="1772677" y="1"/>
                </a:cubicBezTo>
                <a:cubicBezTo>
                  <a:pt x="1681610" y="1"/>
                  <a:pt x="1607785" y="73826"/>
                  <a:pt x="1607785" y="164893"/>
                </a:cubicBezTo>
                <a:lnTo>
                  <a:pt x="1607785" y="863403"/>
                </a:lnTo>
                <a:cubicBezTo>
                  <a:pt x="1607785" y="954470"/>
                  <a:pt x="1681610" y="1028295"/>
                  <a:pt x="1772677" y="1028295"/>
                </a:cubicBezTo>
                <a:close/>
                <a:moveTo>
                  <a:pt x="1248711" y="1291654"/>
                </a:moveTo>
                <a:cubicBezTo>
                  <a:pt x="1339778" y="1291654"/>
                  <a:pt x="1413603" y="1217829"/>
                  <a:pt x="1413603" y="1126762"/>
                </a:cubicBezTo>
                <a:cubicBezTo>
                  <a:pt x="1413603" y="806139"/>
                  <a:pt x="1413604" y="485516"/>
                  <a:pt x="1413604" y="164893"/>
                </a:cubicBezTo>
                <a:cubicBezTo>
                  <a:pt x="1413604" y="73826"/>
                  <a:pt x="1339779" y="1"/>
                  <a:pt x="1248712" y="1"/>
                </a:cubicBezTo>
                <a:cubicBezTo>
                  <a:pt x="1157645" y="1"/>
                  <a:pt x="1083820" y="73826"/>
                  <a:pt x="1083820" y="164893"/>
                </a:cubicBezTo>
                <a:lnTo>
                  <a:pt x="1083820" y="1126761"/>
                </a:lnTo>
                <a:cubicBezTo>
                  <a:pt x="1083820" y="1217828"/>
                  <a:pt x="1157645" y="1291653"/>
                  <a:pt x="1248712" y="1291653"/>
                </a:cubicBezTo>
                <a:close/>
                <a:moveTo>
                  <a:pt x="2296641" y="1696388"/>
                </a:moveTo>
                <a:cubicBezTo>
                  <a:pt x="2387708" y="1696388"/>
                  <a:pt x="2461533" y="1622563"/>
                  <a:pt x="2461533" y="1531496"/>
                </a:cubicBezTo>
                <a:cubicBezTo>
                  <a:pt x="2461533" y="1075962"/>
                  <a:pt x="2461534" y="620427"/>
                  <a:pt x="2461534" y="164893"/>
                </a:cubicBezTo>
                <a:cubicBezTo>
                  <a:pt x="2461534" y="73826"/>
                  <a:pt x="2387709" y="1"/>
                  <a:pt x="2296642" y="1"/>
                </a:cubicBezTo>
                <a:cubicBezTo>
                  <a:pt x="2205575" y="1"/>
                  <a:pt x="2131750" y="73826"/>
                  <a:pt x="2131750" y="164893"/>
                </a:cubicBezTo>
                <a:lnTo>
                  <a:pt x="2131750" y="1531495"/>
                </a:lnTo>
                <a:cubicBezTo>
                  <a:pt x="2131750" y="1622562"/>
                  <a:pt x="2205575" y="1696387"/>
                  <a:pt x="2296642" y="1696387"/>
                </a:cubicBezTo>
                <a:close/>
                <a:moveTo>
                  <a:pt x="370635" y="2242888"/>
                </a:moveTo>
                <a:lnTo>
                  <a:pt x="2640497" y="2242888"/>
                </a:lnTo>
                <a:cubicBezTo>
                  <a:pt x="2845193" y="2242888"/>
                  <a:pt x="3011132" y="2076949"/>
                  <a:pt x="3011132" y="1872253"/>
                </a:cubicBezTo>
                <a:lnTo>
                  <a:pt x="3011132" y="653116"/>
                </a:lnTo>
                <a:cubicBezTo>
                  <a:pt x="3011132" y="448420"/>
                  <a:pt x="2845193" y="282481"/>
                  <a:pt x="2640497" y="282481"/>
                </a:cubicBezTo>
                <a:lnTo>
                  <a:pt x="2630997" y="282481"/>
                </a:lnTo>
                <a:lnTo>
                  <a:pt x="2630997" y="397932"/>
                </a:lnTo>
                <a:lnTo>
                  <a:pt x="2635026" y="397932"/>
                </a:lnTo>
                <a:cubicBezTo>
                  <a:pt x="2777240" y="397932"/>
                  <a:pt x="2892528" y="513220"/>
                  <a:pt x="2892528" y="655434"/>
                </a:cubicBezTo>
                <a:lnTo>
                  <a:pt x="2892528" y="1869563"/>
                </a:lnTo>
                <a:cubicBezTo>
                  <a:pt x="2892528" y="2011777"/>
                  <a:pt x="2777240" y="2127065"/>
                  <a:pt x="2635026" y="2127065"/>
                </a:cubicBezTo>
                <a:lnTo>
                  <a:pt x="385364" y="2127065"/>
                </a:lnTo>
                <a:cubicBezTo>
                  <a:pt x="243150" y="2127065"/>
                  <a:pt x="127862" y="2011777"/>
                  <a:pt x="127862" y="1869563"/>
                </a:cubicBezTo>
                <a:lnTo>
                  <a:pt x="127862" y="655434"/>
                </a:lnTo>
                <a:cubicBezTo>
                  <a:pt x="127862" y="513220"/>
                  <a:pt x="243150" y="397932"/>
                  <a:pt x="385364" y="397932"/>
                </a:cubicBezTo>
                <a:lnTo>
                  <a:pt x="412220" y="397932"/>
                </a:lnTo>
                <a:lnTo>
                  <a:pt x="412220" y="282481"/>
                </a:lnTo>
                <a:lnTo>
                  <a:pt x="370635" y="282481"/>
                </a:lnTo>
                <a:cubicBezTo>
                  <a:pt x="165939" y="282481"/>
                  <a:pt x="0" y="448420"/>
                  <a:pt x="0" y="653116"/>
                </a:cubicBezTo>
                <a:lnTo>
                  <a:pt x="0" y="1872253"/>
                </a:lnTo>
                <a:cubicBezTo>
                  <a:pt x="0" y="2076949"/>
                  <a:pt x="165939" y="2242888"/>
                  <a:pt x="370635" y="2242888"/>
                </a:cubicBezTo>
                <a:close/>
              </a:path>
            </a:pathLst>
          </a:custGeom>
          <a:solidFill>
            <a:srgbClr val="FFB900"/>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endParaRPr>
          </a:p>
        </p:txBody>
      </p:sp>
      <p:sp>
        <p:nvSpPr>
          <p:cNvPr id="107" name="TextBox 106">
            <a:extLst>
              <a:ext uri="{FF2B5EF4-FFF2-40B4-BE49-F238E27FC236}">
                <a16:creationId xmlns:a16="http://schemas.microsoft.com/office/drawing/2014/main" id="{D8699A43-DE62-44A3-B7F4-06B39B44A5D9}"/>
              </a:ext>
            </a:extLst>
          </p:cNvPr>
          <p:cNvSpPr txBox="1"/>
          <p:nvPr/>
        </p:nvSpPr>
        <p:spPr>
          <a:xfrm>
            <a:off x="8955438" y="2070087"/>
            <a:ext cx="917624" cy="249299"/>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Power BI</a:t>
            </a:r>
          </a:p>
        </p:txBody>
      </p:sp>
      <p:sp>
        <p:nvSpPr>
          <p:cNvPr id="106" name="TextBox 105">
            <a:extLst>
              <a:ext uri="{FF2B5EF4-FFF2-40B4-BE49-F238E27FC236}">
                <a16:creationId xmlns:a16="http://schemas.microsoft.com/office/drawing/2014/main" id="{709FBB6D-C06B-4859-901F-946A9CDEBC06}"/>
              </a:ext>
            </a:extLst>
          </p:cNvPr>
          <p:cNvSpPr txBox="1"/>
          <p:nvPr/>
        </p:nvSpPr>
        <p:spPr>
          <a:xfrm>
            <a:off x="8955438" y="2398120"/>
            <a:ext cx="2536655" cy="553998"/>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Leader in the Magic Quadrant for Business Intelligence and Analytics Platforms*</a:t>
            </a:r>
          </a:p>
        </p:txBody>
      </p:sp>
      <p:sp>
        <p:nvSpPr>
          <p:cNvPr id="12" name="Rectangle 11">
            <a:extLst>
              <a:ext uri="{FF2B5EF4-FFF2-40B4-BE49-F238E27FC236}">
                <a16:creationId xmlns:a16="http://schemas.microsoft.com/office/drawing/2014/main" id="{81A75B52-B8C7-4233-AEA8-5FAD4C519DB5}"/>
              </a:ext>
            </a:extLst>
          </p:cNvPr>
          <p:cNvSpPr/>
          <p:nvPr/>
        </p:nvSpPr>
        <p:spPr bwMode="auto">
          <a:xfrm>
            <a:off x="419100" y="4221674"/>
            <a:ext cx="11353800" cy="1302827"/>
          </a:xfrm>
          <a:prstGeom prst="rect">
            <a:avLst/>
          </a:pr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UI Semibold"/>
                <a:ea typeface="+mn-ea"/>
                <a:cs typeface="+mn-cs"/>
              </a:rPr>
              <a:t>Store</a:t>
            </a:r>
          </a:p>
        </p:txBody>
      </p:sp>
      <p:pic>
        <p:nvPicPr>
          <p:cNvPr id="115" name="Graphic 114" descr="Azure Data Lake Storage icon">
            <a:extLst>
              <a:ext uri="{FF2B5EF4-FFF2-40B4-BE49-F238E27FC236}">
                <a16:creationId xmlns:a16="http://schemas.microsoft.com/office/drawing/2014/main" id="{1DD14991-57DA-45DD-B764-7A45BCDAB433}"/>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t="8560" b="8560"/>
          <a:stretch/>
        </p:blipFill>
        <p:spPr>
          <a:xfrm>
            <a:off x="4368266" y="4746501"/>
            <a:ext cx="641884" cy="531995"/>
          </a:xfrm>
          <a:prstGeom prst="rect">
            <a:avLst/>
          </a:prstGeom>
        </p:spPr>
      </p:pic>
      <p:sp>
        <p:nvSpPr>
          <p:cNvPr id="113" name="TextBox 112">
            <a:extLst>
              <a:ext uri="{FF2B5EF4-FFF2-40B4-BE49-F238E27FC236}">
                <a16:creationId xmlns:a16="http://schemas.microsoft.com/office/drawing/2014/main" id="{2D18F233-68C6-47C8-9C76-EEAA2A2FC245}"/>
              </a:ext>
            </a:extLst>
          </p:cNvPr>
          <p:cNvSpPr txBox="1"/>
          <p:nvPr/>
        </p:nvSpPr>
        <p:spPr>
          <a:xfrm>
            <a:off x="5120897" y="4746501"/>
            <a:ext cx="2565126" cy="249299"/>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Azure Data Lake Storage</a:t>
            </a:r>
          </a:p>
        </p:txBody>
      </p:sp>
      <p:sp>
        <p:nvSpPr>
          <p:cNvPr id="112" name="TextBox 111">
            <a:extLst>
              <a:ext uri="{FF2B5EF4-FFF2-40B4-BE49-F238E27FC236}">
                <a16:creationId xmlns:a16="http://schemas.microsoft.com/office/drawing/2014/main" id="{1C29DB20-377F-43A7-8287-A4E6D411E78A}"/>
              </a:ext>
            </a:extLst>
          </p:cNvPr>
          <p:cNvSpPr txBox="1"/>
          <p:nvPr/>
        </p:nvSpPr>
        <p:spPr>
          <a:xfrm>
            <a:off x="5120897" y="5054202"/>
            <a:ext cx="2536655" cy="369332"/>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High performance data lake available in all 54 Azure regions</a:t>
            </a:r>
          </a:p>
        </p:txBody>
      </p:sp>
      <p:pic>
        <p:nvPicPr>
          <p:cNvPr id="2050" name="Picture 2" descr="Data warehousing and analytics - Azure Architecture Center | Microsoft Docs">
            <a:extLst>
              <a:ext uri="{FF2B5EF4-FFF2-40B4-BE49-F238E27FC236}">
                <a16:creationId xmlns:a16="http://schemas.microsoft.com/office/drawing/2014/main" id="{DB7865C2-BB83-4667-8184-991CAA2102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8017" y="1204534"/>
            <a:ext cx="9165760" cy="511431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34E44A1-5C2E-4E4E-9538-E1327382D552}"/>
              </a:ext>
            </a:extLst>
          </p:cNvPr>
          <p:cNvPicPr>
            <a:picLocks noChangeAspect="1"/>
          </p:cNvPicPr>
          <p:nvPr/>
        </p:nvPicPr>
        <p:blipFill>
          <a:blip r:embed="rId9"/>
          <a:stretch>
            <a:fillRect/>
          </a:stretch>
        </p:blipFill>
        <p:spPr>
          <a:xfrm>
            <a:off x="5907438" y="187029"/>
            <a:ext cx="6096000" cy="3429000"/>
          </a:xfrm>
          <a:prstGeom prst="rect">
            <a:avLst/>
          </a:prstGeom>
        </p:spPr>
      </p:pic>
      <p:pic>
        <p:nvPicPr>
          <p:cNvPr id="2052" name="Picture 4" descr="Accelerating Data Warehouse Migration to Amazon Redshift Using Cognizant  Intelligent Data Works | AWS Partner Network (APN) Blog">
            <a:extLst>
              <a:ext uri="{FF2B5EF4-FFF2-40B4-BE49-F238E27FC236}">
                <a16:creationId xmlns:a16="http://schemas.microsoft.com/office/drawing/2014/main" id="{C2B2B772-DC59-4EE8-AF5B-3175C93D11A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0639" y="1579504"/>
            <a:ext cx="8677275" cy="431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9829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EC396-0718-4A0F-A6E8-A79BA4501739}"/>
              </a:ext>
            </a:extLst>
          </p:cNvPr>
          <p:cNvSpPr>
            <a:spLocks noGrp="1"/>
          </p:cNvSpPr>
          <p:nvPr>
            <p:ph type="title"/>
          </p:nvPr>
        </p:nvSpPr>
        <p:spPr/>
        <p:txBody>
          <a:bodyPr/>
          <a:lstStyle/>
          <a:p>
            <a:r>
              <a:rPr lang="en-US" dirty="0"/>
              <a:t>Data Load: Batch data/streaming data</a:t>
            </a:r>
          </a:p>
        </p:txBody>
      </p:sp>
      <p:sp>
        <p:nvSpPr>
          <p:cNvPr id="4" name="Rectangle 3">
            <a:extLst>
              <a:ext uri="{FF2B5EF4-FFF2-40B4-BE49-F238E27FC236}">
                <a16:creationId xmlns:a16="http://schemas.microsoft.com/office/drawing/2014/main" id="{B61F2191-BFBD-4B92-81AF-FB86D358DA48}"/>
              </a:ext>
              <a:ext uri="{C183D7F6-B498-43B3-948B-1728B52AA6E4}">
                <adec:decorative xmlns:adec="http://schemas.microsoft.com/office/drawing/2017/decorative" val="1"/>
              </a:ext>
            </a:extLst>
          </p:cNvPr>
          <p:cNvSpPr/>
          <p:nvPr/>
        </p:nvSpPr>
        <p:spPr bwMode="auto">
          <a:xfrm>
            <a:off x="427039" y="1184578"/>
            <a:ext cx="11345862" cy="433992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 name="Rectangle 5">
            <a:extLst>
              <a:ext uri="{FF2B5EF4-FFF2-40B4-BE49-F238E27FC236}">
                <a16:creationId xmlns:a16="http://schemas.microsoft.com/office/drawing/2014/main" id="{A9710F79-3DE2-4D1E-8FCB-B5F730687315}"/>
              </a:ext>
              <a:ext uri="{C183D7F6-B498-43B3-948B-1728B52AA6E4}">
                <adec:decorative xmlns:adec="http://schemas.microsoft.com/office/drawing/2017/decorative" val="1"/>
              </a:ext>
            </a:extLst>
          </p:cNvPr>
          <p:cNvSpPr/>
          <p:nvPr/>
        </p:nvSpPr>
        <p:spPr bwMode="auto">
          <a:xfrm>
            <a:off x="531139" y="1297821"/>
            <a:ext cx="2644373" cy="4090256"/>
          </a:xfrm>
          <a:prstGeom prst="rect">
            <a:avLst/>
          </a:prstGeom>
          <a:solidFill>
            <a:schemeClr val="bg1">
              <a:lumMod val="95000"/>
            </a:schemeClr>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 name="TextBox 7">
            <a:extLst>
              <a:ext uri="{FF2B5EF4-FFF2-40B4-BE49-F238E27FC236}">
                <a16:creationId xmlns:a16="http://schemas.microsoft.com/office/drawing/2014/main" id="{71F9EA5B-1BA8-4349-B9C9-0F662271850A}"/>
              </a:ext>
            </a:extLst>
          </p:cNvPr>
          <p:cNvSpPr txBox="1"/>
          <p:nvPr/>
        </p:nvSpPr>
        <p:spPr>
          <a:xfrm>
            <a:off x="661526" y="1384116"/>
            <a:ext cx="650178" cy="276999"/>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Batch</a:t>
            </a:r>
          </a:p>
        </p:txBody>
      </p:sp>
      <p:pic>
        <p:nvPicPr>
          <p:cNvPr id="10" name="Graphic 9" descr="Icon of Stopwatch">
            <a:extLst>
              <a:ext uri="{FF2B5EF4-FFF2-40B4-BE49-F238E27FC236}">
                <a16:creationId xmlns:a16="http://schemas.microsoft.com/office/drawing/2014/main" id="{BD0FC567-36B9-404C-8304-AAE8C34A0E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260" y="1693684"/>
            <a:ext cx="394889" cy="394889"/>
          </a:xfrm>
          <a:prstGeom prst="rect">
            <a:avLst/>
          </a:prstGeom>
        </p:spPr>
      </p:pic>
      <p:pic>
        <p:nvPicPr>
          <p:cNvPr id="12" name="Picture 11" descr="Icons of Binary numbers">
            <a:extLst>
              <a:ext uri="{FF2B5EF4-FFF2-40B4-BE49-F238E27FC236}">
                <a16:creationId xmlns:a16="http://schemas.microsoft.com/office/drawing/2014/main" id="{97AB8FC9-A3EA-401B-BB98-9A54E0699786}"/>
              </a:ext>
            </a:extLst>
          </p:cNvPr>
          <p:cNvPicPr>
            <a:picLocks noChangeAspect="1"/>
          </p:cNvPicPr>
          <p:nvPr/>
        </p:nvPicPr>
        <p:blipFill>
          <a:blip r:embed="rId5"/>
          <a:stretch>
            <a:fillRect/>
          </a:stretch>
        </p:blipFill>
        <p:spPr>
          <a:xfrm>
            <a:off x="1076860" y="1749074"/>
            <a:ext cx="1139290" cy="333407"/>
          </a:xfrm>
          <a:prstGeom prst="rect">
            <a:avLst/>
          </a:prstGeom>
        </p:spPr>
      </p:pic>
      <p:pic>
        <p:nvPicPr>
          <p:cNvPr id="14" name="Graphic 13" descr="Icon of Stopwatch">
            <a:extLst>
              <a:ext uri="{FF2B5EF4-FFF2-40B4-BE49-F238E27FC236}">
                <a16:creationId xmlns:a16="http://schemas.microsoft.com/office/drawing/2014/main" id="{77643A49-9726-47A1-B2CB-E20ACF368D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260" y="2148121"/>
            <a:ext cx="394889" cy="394889"/>
          </a:xfrm>
          <a:prstGeom prst="rect">
            <a:avLst/>
          </a:prstGeom>
        </p:spPr>
      </p:pic>
      <p:pic>
        <p:nvPicPr>
          <p:cNvPr id="16" name="Picture 15" descr="Icons of Binary numbers">
            <a:extLst>
              <a:ext uri="{FF2B5EF4-FFF2-40B4-BE49-F238E27FC236}">
                <a16:creationId xmlns:a16="http://schemas.microsoft.com/office/drawing/2014/main" id="{2BBC96D4-5EA9-4D9C-8177-71114E82FE83}"/>
              </a:ext>
            </a:extLst>
          </p:cNvPr>
          <p:cNvPicPr>
            <a:picLocks noChangeAspect="1"/>
          </p:cNvPicPr>
          <p:nvPr/>
        </p:nvPicPr>
        <p:blipFill>
          <a:blip r:embed="rId5"/>
          <a:stretch>
            <a:fillRect/>
          </a:stretch>
        </p:blipFill>
        <p:spPr>
          <a:xfrm>
            <a:off x="1076860" y="2191186"/>
            <a:ext cx="1139290" cy="333407"/>
          </a:xfrm>
          <a:prstGeom prst="rect">
            <a:avLst/>
          </a:prstGeom>
        </p:spPr>
      </p:pic>
      <p:pic>
        <p:nvPicPr>
          <p:cNvPr id="18" name="Graphic 17" descr="Icon of Stopwatch">
            <a:extLst>
              <a:ext uri="{FF2B5EF4-FFF2-40B4-BE49-F238E27FC236}">
                <a16:creationId xmlns:a16="http://schemas.microsoft.com/office/drawing/2014/main" id="{9E4EEF5E-8D73-4AF5-AB00-EDD59B1417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260" y="2596739"/>
            <a:ext cx="394889" cy="394889"/>
          </a:xfrm>
          <a:prstGeom prst="rect">
            <a:avLst/>
          </a:prstGeom>
        </p:spPr>
      </p:pic>
      <p:pic>
        <p:nvPicPr>
          <p:cNvPr id="20" name="Picture 19" descr="Icons of Binary numbers">
            <a:extLst>
              <a:ext uri="{FF2B5EF4-FFF2-40B4-BE49-F238E27FC236}">
                <a16:creationId xmlns:a16="http://schemas.microsoft.com/office/drawing/2014/main" id="{F82FAE04-0648-457F-AEFF-E78270B2181D}"/>
              </a:ext>
            </a:extLst>
          </p:cNvPr>
          <p:cNvPicPr>
            <a:picLocks noChangeAspect="1"/>
          </p:cNvPicPr>
          <p:nvPr/>
        </p:nvPicPr>
        <p:blipFill>
          <a:blip r:embed="rId5"/>
          <a:stretch>
            <a:fillRect/>
          </a:stretch>
        </p:blipFill>
        <p:spPr>
          <a:xfrm>
            <a:off x="1076860" y="2627479"/>
            <a:ext cx="1139290" cy="333407"/>
          </a:xfrm>
          <a:prstGeom prst="rect">
            <a:avLst/>
          </a:prstGeom>
        </p:spPr>
      </p:pic>
      <p:sp>
        <p:nvSpPr>
          <p:cNvPr id="22" name="TextBox 21">
            <a:extLst>
              <a:ext uri="{FF2B5EF4-FFF2-40B4-BE49-F238E27FC236}">
                <a16:creationId xmlns:a16="http://schemas.microsoft.com/office/drawing/2014/main" id="{B0D58B78-6BB6-4593-A095-A6F6DE3FC0FD}"/>
              </a:ext>
            </a:extLst>
          </p:cNvPr>
          <p:cNvSpPr txBox="1"/>
          <p:nvPr/>
        </p:nvSpPr>
        <p:spPr>
          <a:xfrm>
            <a:off x="661526" y="3383346"/>
            <a:ext cx="1186222" cy="276999"/>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Semibold"/>
                <a:ea typeface="+mn-ea"/>
                <a:cs typeface="+mn-cs"/>
              </a:rPr>
              <a:t>Streaming</a:t>
            </a:r>
          </a:p>
        </p:txBody>
      </p:sp>
      <p:pic>
        <p:nvPicPr>
          <p:cNvPr id="24" name="Picture 23" descr="Icons of Binary numbers">
            <a:extLst>
              <a:ext uri="{FF2B5EF4-FFF2-40B4-BE49-F238E27FC236}">
                <a16:creationId xmlns:a16="http://schemas.microsoft.com/office/drawing/2014/main" id="{5099760C-8E89-4488-B87B-AFF93DC6ACBC}"/>
              </a:ext>
            </a:extLst>
          </p:cNvPr>
          <p:cNvPicPr>
            <a:picLocks noChangeAspect="1"/>
          </p:cNvPicPr>
          <p:nvPr/>
        </p:nvPicPr>
        <p:blipFill>
          <a:blip r:embed="rId6"/>
          <a:stretch>
            <a:fillRect/>
          </a:stretch>
        </p:blipFill>
        <p:spPr>
          <a:xfrm>
            <a:off x="667348" y="3818549"/>
            <a:ext cx="1173165" cy="1428124"/>
          </a:xfrm>
          <a:prstGeom prst="rect">
            <a:avLst/>
          </a:prstGeom>
        </p:spPr>
      </p:pic>
      <p:pic>
        <p:nvPicPr>
          <p:cNvPr id="26" name="Picture 25" descr=" Database">
            <a:extLst>
              <a:ext uri="{FF2B5EF4-FFF2-40B4-BE49-F238E27FC236}">
                <a16:creationId xmlns:a16="http://schemas.microsoft.com/office/drawing/2014/main" id="{B05115C0-D23A-4432-B160-19C3690BA5EC}"/>
              </a:ext>
            </a:extLst>
          </p:cNvPr>
          <p:cNvPicPr>
            <a:picLocks noChangeAspect="1"/>
          </p:cNvPicPr>
          <p:nvPr/>
        </p:nvPicPr>
        <p:blipFill>
          <a:blip r:embed="rId7"/>
          <a:stretch>
            <a:fillRect/>
          </a:stretch>
        </p:blipFill>
        <p:spPr>
          <a:xfrm>
            <a:off x="7064143" y="2176467"/>
            <a:ext cx="1827408" cy="2356144"/>
          </a:xfrm>
          <a:prstGeom prst="rect">
            <a:avLst/>
          </a:prstGeom>
        </p:spPr>
      </p:pic>
      <p:cxnSp>
        <p:nvCxnSpPr>
          <p:cNvPr id="5" name="Straight Arrow Connector 4" descr="Movement arrow">
            <a:extLst>
              <a:ext uri="{FF2B5EF4-FFF2-40B4-BE49-F238E27FC236}">
                <a16:creationId xmlns:a16="http://schemas.microsoft.com/office/drawing/2014/main" id="{B7701588-D51F-414E-B8E3-92E74104658A}"/>
              </a:ext>
            </a:extLst>
          </p:cNvPr>
          <p:cNvCxnSpPr/>
          <p:nvPr/>
        </p:nvCxnSpPr>
        <p:spPr>
          <a:xfrm>
            <a:off x="2598057" y="2176467"/>
            <a:ext cx="4151086" cy="973133"/>
          </a:xfrm>
          <a:prstGeom prst="straightConnector1">
            <a:avLst/>
          </a:prstGeom>
          <a:ln w="5715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3" name="Rectangle 12" descr="batch of data">
            <a:extLst>
              <a:ext uri="{FF2B5EF4-FFF2-40B4-BE49-F238E27FC236}">
                <a16:creationId xmlns:a16="http://schemas.microsoft.com/office/drawing/2014/main" id="{A7D32E0D-6C57-4EC3-AE6C-42629CA853A8}"/>
              </a:ext>
            </a:extLst>
          </p:cNvPr>
          <p:cNvSpPr/>
          <p:nvPr/>
        </p:nvSpPr>
        <p:spPr bwMode="auto">
          <a:xfrm>
            <a:off x="3293067" y="2168732"/>
            <a:ext cx="394889" cy="4605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1" name="Rectangle 20" descr="batch of data">
            <a:extLst>
              <a:ext uri="{FF2B5EF4-FFF2-40B4-BE49-F238E27FC236}">
                <a16:creationId xmlns:a16="http://schemas.microsoft.com/office/drawing/2014/main" id="{BCE71930-6331-4C7C-B6C2-F2863954C835}"/>
              </a:ext>
            </a:extLst>
          </p:cNvPr>
          <p:cNvSpPr/>
          <p:nvPr/>
        </p:nvSpPr>
        <p:spPr bwMode="auto">
          <a:xfrm>
            <a:off x="5694388" y="2761363"/>
            <a:ext cx="394889" cy="4605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9" name="Straight Arrow Connector 8" descr="Movement arrow with streaming data">
            <a:extLst>
              <a:ext uri="{FF2B5EF4-FFF2-40B4-BE49-F238E27FC236}">
                <a16:creationId xmlns:a16="http://schemas.microsoft.com/office/drawing/2014/main" id="{F15D7EA6-EE05-4BC3-BB74-614DAEA4FE43}"/>
              </a:ext>
            </a:extLst>
          </p:cNvPr>
          <p:cNvCxnSpPr>
            <a:cxnSpLocks/>
          </p:cNvCxnSpPr>
          <p:nvPr/>
        </p:nvCxnSpPr>
        <p:spPr>
          <a:xfrm flipV="1">
            <a:off x="2481943" y="3818549"/>
            <a:ext cx="4281714" cy="714062"/>
          </a:xfrm>
          <a:prstGeom prst="straightConnector1">
            <a:avLst/>
          </a:prstGeom>
          <a:ln w="57150">
            <a:solidFill>
              <a:srgbClr val="FF0000"/>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6673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041606-6A4B-45C0-8DD1-7C4871F3A5E3}"/>
              </a:ext>
            </a:extLst>
          </p:cNvPr>
          <p:cNvSpPr>
            <a:spLocks noGrp="1"/>
          </p:cNvSpPr>
          <p:nvPr>
            <p:ph type="title"/>
          </p:nvPr>
        </p:nvSpPr>
        <p:spPr/>
        <p:txBody>
          <a:bodyPr/>
          <a:lstStyle/>
          <a:p>
            <a:r>
              <a:rPr lang="en-US" dirty="0"/>
              <a:t>Combine batch and stream processing</a:t>
            </a:r>
          </a:p>
        </p:txBody>
      </p:sp>
      <p:grpSp>
        <p:nvGrpSpPr>
          <p:cNvPr id="20" name="Group 19" descr="Diagram showing how Logs, Media, Files and Business/custom apps are processed through modern data warehouse">
            <a:extLst>
              <a:ext uri="{FF2B5EF4-FFF2-40B4-BE49-F238E27FC236}">
                <a16:creationId xmlns:a16="http://schemas.microsoft.com/office/drawing/2014/main" id="{D9A82555-4570-405E-90B9-798C05CC8568}"/>
              </a:ext>
            </a:extLst>
          </p:cNvPr>
          <p:cNvGrpSpPr/>
          <p:nvPr/>
        </p:nvGrpSpPr>
        <p:grpSpPr>
          <a:xfrm>
            <a:off x="418872" y="1457325"/>
            <a:ext cx="11357329" cy="4067175"/>
            <a:chOff x="418872" y="1457325"/>
            <a:chExt cx="11357329" cy="4067175"/>
          </a:xfrm>
        </p:grpSpPr>
        <p:sp>
          <p:nvSpPr>
            <p:cNvPr id="110" name="Rectangle 109">
              <a:extLst>
                <a:ext uri="{FF2B5EF4-FFF2-40B4-BE49-F238E27FC236}">
                  <a16:creationId xmlns:a16="http://schemas.microsoft.com/office/drawing/2014/main" id="{631FC9B8-4865-4AC3-B70F-FC9D8768CFD8}"/>
                </a:ext>
                <a:ext uri="{C183D7F6-B498-43B3-948B-1728B52AA6E4}">
                  <adec:decorative xmlns:adec="http://schemas.microsoft.com/office/drawing/2017/decorative" val="1"/>
                </a:ext>
              </a:extLst>
            </p:cNvPr>
            <p:cNvSpPr/>
            <p:nvPr/>
          </p:nvSpPr>
          <p:spPr>
            <a:xfrm>
              <a:off x="418872" y="1457325"/>
              <a:ext cx="1680516" cy="4067175"/>
            </a:xfrm>
            <a:prstGeom prst="rect">
              <a:avLst/>
            </a:prstGeom>
            <a:ln w="19050">
              <a:solidFill>
                <a:schemeClr val="bg1">
                  <a:lumMod val="50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mn-cs"/>
              </a:endParaRPr>
            </a:p>
          </p:txBody>
        </p:sp>
        <p:pic>
          <p:nvPicPr>
            <p:cNvPr id="192" name="Picture 191" descr="Icon of a document">
              <a:extLst>
                <a:ext uri="{FF2B5EF4-FFF2-40B4-BE49-F238E27FC236}">
                  <a16:creationId xmlns:a16="http://schemas.microsoft.com/office/drawing/2014/main" id="{649BBA0C-EEE2-4FCF-B7AC-7534FA1CA9F6}"/>
                </a:ext>
              </a:extLst>
            </p:cNvPr>
            <p:cNvPicPr>
              <a:picLocks noChangeAspect="1"/>
            </p:cNvPicPr>
            <p:nvPr/>
          </p:nvPicPr>
          <p:blipFill>
            <a:blip r:embed="rId3"/>
            <a:stretch>
              <a:fillRect/>
            </a:stretch>
          </p:blipFill>
          <p:spPr>
            <a:xfrm>
              <a:off x="549430" y="1510128"/>
              <a:ext cx="604314" cy="604314"/>
            </a:xfrm>
            <a:prstGeom prst="rect">
              <a:avLst/>
            </a:prstGeom>
          </p:spPr>
        </p:pic>
        <p:sp>
          <p:nvSpPr>
            <p:cNvPr id="106" name="TextBox 105">
              <a:extLst>
                <a:ext uri="{FF2B5EF4-FFF2-40B4-BE49-F238E27FC236}">
                  <a16:creationId xmlns:a16="http://schemas.microsoft.com/office/drawing/2014/main" id="{A2AD213B-1EEA-43A3-9DB9-4BE86FCB0B43}"/>
                </a:ext>
              </a:extLst>
            </p:cNvPr>
            <p:cNvSpPr txBox="1"/>
            <p:nvPr/>
          </p:nvSpPr>
          <p:spPr>
            <a:xfrm>
              <a:off x="525451" y="2177188"/>
              <a:ext cx="1460092" cy="137598"/>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a:ea typeface="+mn-ea"/>
                  <a:cs typeface="+mn-cs"/>
                </a:rPr>
                <a:t>Logs (unstructured)</a:t>
              </a:r>
            </a:p>
          </p:txBody>
        </p:sp>
        <p:pic>
          <p:nvPicPr>
            <p:cNvPr id="194" name="Picture 193" descr="Icon of a scenery of mountain and moon&#10;representing photography">
              <a:extLst>
                <a:ext uri="{FF2B5EF4-FFF2-40B4-BE49-F238E27FC236}">
                  <a16:creationId xmlns:a16="http://schemas.microsoft.com/office/drawing/2014/main" id="{47C79336-0403-40C3-8BE8-56FB54DC4CAC}"/>
                </a:ext>
              </a:extLst>
            </p:cNvPr>
            <p:cNvPicPr>
              <a:picLocks noChangeAspect="1"/>
            </p:cNvPicPr>
            <p:nvPr/>
          </p:nvPicPr>
          <p:blipFill>
            <a:blip r:embed="rId4"/>
            <a:stretch>
              <a:fillRect/>
            </a:stretch>
          </p:blipFill>
          <p:spPr>
            <a:xfrm>
              <a:off x="549430" y="2529536"/>
              <a:ext cx="604314" cy="604314"/>
            </a:xfrm>
            <a:prstGeom prst="rect">
              <a:avLst/>
            </a:prstGeom>
          </p:spPr>
        </p:pic>
        <p:sp>
          <p:nvSpPr>
            <p:cNvPr id="107" name="TextBox 106">
              <a:extLst>
                <a:ext uri="{FF2B5EF4-FFF2-40B4-BE49-F238E27FC236}">
                  <a16:creationId xmlns:a16="http://schemas.microsoft.com/office/drawing/2014/main" id="{C244C5DC-966E-4AF7-9169-369874C384E9}"/>
                </a:ext>
              </a:extLst>
            </p:cNvPr>
            <p:cNvSpPr txBox="1"/>
            <p:nvPr/>
          </p:nvSpPr>
          <p:spPr>
            <a:xfrm>
              <a:off x="525452" y="3168435"/>
              <a:ext cx="1491118" cy="137598"/>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a:ea typeface="+mn-ea"/>
                  <a:cs typeface="+mn-cs"/>
                </a:rPr>
                <a:t>Media (unstructured)</a:t>
              </a:r>
            </a:p>
          </p:txBody>
        </p:sp>
        <p:pic>
          <p:nvPicPr>
            <p:cNvPr id="196" name="Picture 195" descr="Icon of books stacked together">
              <a:extLst>
                <a:ext uri="{FF2B5EF4-FFF2-40B4-BE49-F238E27FC236}">
                  <a16:creationId xmlns:a16="http://schemas.microsoft.com/office/drawing/2014/main" id="{A46ABBAF-E144-4D58-ABCC-8FCDF89FD952}"/>
                </a:ext>
              </a:extLst>
            </p:cNvPr>
            <p:cNvPicPr>
              <a:picLocks noChangeAspect="1"/>
            </p:cNvPicPr>
            <p:nvPr/>
          </p:nvPicPr>
          <p:blipFill>
            <a:blip r:embed="rId5"/>
            <a:stretch>
              <a:fillRect/>
            </a:stretch>
          </p:blipFill>
          <p:spPr>
            <a:xfrm>
              <a:off x="549430" y="3509658"/>
              <a:ext cx="604314" cy="604314"/>
            </a:xfrm>
            <a:prstGeom prst="rect">
              <a:avLst/>
            </a:prstGeom>
          </p:spPr>
        </p:pic>
        <p:sp>
          <p:nvSpPr>
            <p:cNvPr id="108" name="TextBox 107">
              <a:extLst>
                <a:ext uri="{FF2B5EF4-FFF2-40B4-BE49-F238E27FC236}">
                  <a16:creationId xmlns:a16="http://schemas.microsoft.com/office/drawing/2014/main" id="{9730AE20-D496-4EB5-B7E3-E3ABB7EA1C48}"/>
                </a:ext>
              </a:extLst>
            </p:cNvPr>
            <p:cNvSpPr txBox="1"/>
            <p:nvPr/>
          </p:nvSpPr>
          <p:spPr>
            <a:xfrm>
              <a:off x="525449" y="4159340"/>
              <a:ext cx="1391107" cy="137598"/>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a:ea typeface="+mn-ea"/>
                  <a:cs typeface="+mn-cs"/>
                </a:rPr>
                <a:t>Files (unstructured)</a:t>
              </a:r>
            </a:p>
          </p:txBody>
        </p:sp>
        <p:pic>
          <p:nvPicPr>
            <p:cNvPr id="198" name="Picture 197" descr="Icon of a webpage showing six squares">
              <a:extLst>
                <a:ext uri="{FF2B5EF4-FFF2-40B4-BE49-F238E27FC236}">
                  <a16:creationId xmlns:a16="http://schemas.microsoft.com/office/drawing/2014/main" id="{AB90A2CA-044B-40B9-BFE6-2C8D8FBA18D7}"/>
                </a:ext>
              </a:extLst>
            </p:cNvPr>
            <p:cNvPicPr>
              <a:picLocks noChangeAspect="1"/>
            </p:cNvPicPr>
            <p:nvPr/>
          </p:nvPicPr>
          <p:blipFill>
            <a:blip r:embed="rId6"/>
            <a:stretch>
              <a:fillRect/>
            </a:stretch>
          </p:blipFill>
          <p:spPr>
            <a:xfrm>
              <a:off x="549430" y="4500563"/>
              <a:ext cx="604314" cy="604314"/>
            </a:xfrm>
            <a:prstGeom prst="rect">
              <a:avLst/>
            </a:prstGeom>
          </p:spPr>
        </p:pic>
        <p:sp>
          <p:nvSpPr>
            <p:cNvPr id="109" name="TextBox 108">
              <a:extLst>
                <a:ext uri="{FF2B5EF4-FFF2-40B4-BE49-F238E27FC236}">
                  <a16:creationId xmlns:a16="http://schemas.microsoft.com/office/drawing/2014/main" id="{99F032E8-12CC-4575-81A2-3027A1C78974}"/>
                </a:ext>
              </a:extLst>
            </p:cNvPr>
            <p:cNvSpPr txBox="1"/>
            <p:nvPr/>
          </p:nvSpPr>
          <p:spPr>
            <a:xfrm>
              <a:off x="525449" y="5157566"/>
              <a:ext cx="1391107" cy="275198"/>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a:ea typeface="+mn-ea"/>
                  <a:cs typeface="+mn-cs"/>
                </a:rPr>
                <a:t>Business/custom apps (structured)</a:t>
              </a:r>
            </a:p>
          </p:txBody>
        </p:sp>
        <p:cxnSp>
          <p:nvCxnSpPr>
            <p:cNvPr id="136" name="Straight Arrow Connector 135" descr="Arrow pointing right">
              <a:extLst>
                <a:ext uri="{FF2B5EF4-FFF2-40B4-BE49-F238E27FC236}">
                  <a16:creationId xmlns:a16="http://schemas.microsoft.com/office/drawing/2014/main" id="{B834FD2A-461F-4876-B4F4-AC8C641A86EA}"/>
                </a:ext>
                <a:ext uri="{C183D7F6-B498-43B3-948B-1728B52AA6E4}">
                  <adec:decorative xmlns:adec="http://schemas.microsoft.com/office/drawing/2017/decorative" val="0"/>
                </a:ext>
              </a:extLst>
            </p:cNvPr>
            <p:cNvCxnSpPr>
              <a:cxnSpLocks/>
            </p:cNvCxnSpPr>
            <p:nvPr/>
          </p:nvCxnSpPr>
          <p:spPr>
            <a:xfrm>
              <a:off x="2099387" y="2246869"/>
              <a:ext cx="278685" cy="0"/>
            </a:xfrm>
            <a:prstGeom prst="straightConnector1">
              <a:avLst/>
            </a:prstGeom>
            <a:noFill/>
            <a:ln w="28575" cap="flat" cmpd="sng" algn="ctr">
              <a:solidFill>
                <a:schemeClr val="bg1">
                  <a:lumMod val="50000"/>
                </a:schemeClr>
              </a:solidFill>
              <a:prstDash val="solid"/>
              <a:headEnd type="none" w="lg" len="med"/>
              <a:tailEnd type="triangle" w="lg" len="med"/>
            </a:ln>
            <a:effectLst/>
          </p:spPr>
        </p:cxnSp>
        <p:sp>
          <p:nvSpPr>
            <p:cNvPr id="50" name="Freeform: Shape 49">
              <a:extLst>
                <a:ext uri="{FF2B5EF4-FFF2-40B4-BE49-F238E27FC236}">
                  <a16:creationId xmlns:a16="http://schemas.microsoft.com/office/drawing/2014/main" id="{2FB76C64-053E-4C28-9F96-484B3703B074}"/>
                </a:ext>
              </a:extLst>
            </p:cNvPr>
            <p:cNvSpPr/>
            <p:nvPr/>
          </p:nvSpPr>
          <p:spPr bwMode="auto">
            <a:xfrm>
              <a:off x="2385313" y="1457325"/>
              <a:ext cx="3050538" cy="2683752"/>
            </a:xfrm>
            <a:custGeom>
              <a:avLst/>
              <a:gdLst>
                <a:gd name="connsiteX0" fmla="*/ 0 w 3050538"/>
                <a:gd name="connsiteY0" fmla="*/ 0 h 2683752"/>
                <a:gd name="connsiteX1" fmla="*/ 3050538 w 3050538"/>
                <a:gd name="connsiteY1" fmla="*/ 0 h 2683752"/>
                <a:gd name="connsiteX2" fmla="*/ 3050538 w 3050538"/>
                <a:gd name="connsiteY2" fmla="*/ 1142061 h 2683752"/>
                <a:gd name="connsiteX3" fmla="*/ 3017539 w 3050538"/>
                <a:gd name="connsiteY3" fmla="*/ 1152304 h 2683752"/>
                <a:gd name="connsiteX4" fmla="*/ 2891882 w 3050538"/>
                <a:gd name="connsiteY4" fmla="*/ 1341876 h 2683752"/>
                <a:gd name="connsiteX5" fmla="*/ 3017539 w 3050538"/>
                <a:gd name="connsiteY5" fmla="*/ 1531448 h 2683752"/>
                <a:gd name="connsiteX6" fmla="*/ 3050538 w 3050538"/>
                <a:gd name="connsiteY6" fmla="*/ 1541692 h 2683752"/>
                <a:gd name="connsiteX7" fmla="*/ 3050538 w 3050538"/>
                <a:gd name="connsiteY7" fmla="*/ 2683752 h 2683752"/>
                <a:gd name="connsiteX8" fmla="*/ 1644552 w 3050538"/>
                <a:gd name="connsiteY8" fmla="*/ 2683752 h 2683752"/>
                <a:gd name="connsiteX9" fmla="*/ 1642282 w 3050538"/>
                <a:gd name="connsiteY9" fmla="*/ 2676439 h 2683752"/>
                <a:gd name="connsiteX10" fmla="*/ 1452710 w 3050538"/>
                <a:gd name="connsiteY10" fmla="*/ 2550782 h 2683752"/>
                <a:gd name="connsiteX11" fmla="*/ 1263138 w 3050538"/>
                <a:gd name="connsiteY11" fmla="*/ 2676439 h 2683752"/>
                <a:gd name="connsiteX12" fmla="*/ 1260868 w 3050538"/>
                <a:gd name="connsiteY12" fmla="*/ 2683752 h 2683752"/>
                <a:gd name="connsiteX13" fmla="*/ 0 w 3050538"/>
                <a:gd name="connsiteY13" fmla="*/ 2683752 h 2683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50538" h="2683752">
                  <a:moveTo>
                    <a:pt x="0" y="0"/>
                  </a:moveTo>
                  <a:lnTo>
                    <a:pt x="3050538" y="0"/>
                  </a:lnTo>
                  <a:lnTo>
                    <a:pt x="3050538" y="1142061"/>
                  </a:lnTo>
                  <a:lnTo>
                    <a:pt x="3017539" y="1152304"/>
                  </a:lnTo>
                  <a:cubicBezTo>
                    <a:pt x="2943696" y="1183537"/>
                    <a:pt x="2891882" y="1256656"/>
                    <a:pt x="2891882" y="1341876"/>
                  </a:cubicBezTo>
                  <a:cubicBezTo>
                    <a:pt x="2891882" y="1427096"/>
                    <a:pt x="2943696" y="1500215"/>
                    <a:pt x="3017539" y="1531448"/>
                  </a:cubicBezTo>
                  <a:lnTo>
                    <a:pt x="3050538" y="1541692"/>
                  </a:lnTo>
                  <a:lnTo>
                    <a:pt x="3050538" y="2683752"/>
                  </a:lnTo>
                  <a:lnTo>
                    <a:pt x="1644552" y="2683752"/>
                  </a:lnTo>
                  <a:lnTo>
                    <a:pt x="1642282" y="2676439"/>
                  </a:lnTo>
                  <a:cubicBezTo>
                    <a:pt x="1611049" y="2602596"/>
                    <a:pt x="1537930" y="2550782"/>
                    <a:pt x="1452710" y="2550782"/>
                  </a:cubicBezTo>
                  <a:cubicBezTo>
                    <a:pt x="1367490" y="2550782"/>
                    <a:pt x="1294371" y="2602596"/>
                    <a:pt x="1263138" y="2676439"/>
                  </a:cubicBezTo>
                  <a:lnTo>
                    <a:pt x="1260868" y="2683752"/>
                  </a:lnTo>
                  <a:lnTo>
                    <a:pt x="0" y="2683752"/>
                  </a:lnTo>
                  <a:close/>
                </a:path>
              </a:pathLst>
            </a:cu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UI Semibold"/>
                  <a:ea typeface="+mn-ea"/>
                  <a:cs typeface="+mn-cs"/>
                </a:rPr>
                <a:t>Ingest &amp; Prep</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78D4"/>
                </a:solidFill>
                <a:effectLst/>
                <a:uLnTx/>
                <a:uFillTx/>
                <a:latin typeface="Segoe UI Semibold"/>
                <a:ea typeface="+mn-ea"/>
                <a:cs typeface="+mn-cs"/>
              </a:endParaRPr>
            </a:p>
          </p:txBody>
        </p:sp>
        <p:pic>
          <p:nvPicPr>
            <p:cNvPr id="79" name="Picture 12" descr="Azure Data Factory icon">
              <a:extLst>
                <a:ext uri="{FF2B5EF4-FFF2-40B4-BE49-F238E27FC236}">
                  <a16:creationId xmlns:a16="http://schemas.microsoft.com/office/drawing/2014/main" id="{724A252F-66C1-4359-AA5A-D048BB7633E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a:stretch/>
          </p:blipFill>
          <p:spPr bwMode="auto">
            <a:xfrm>
              <a:off x="2583011" y="1964639"/>
              <a:ext cx="527196" cy="421579"/>
            </a:xfrm>
            <a:prstGeom prst="rect">
              <a:avLst/>
            </a:prstGeom>
            <a:noFill/>
            <a:extLst>
              <a:ext uri="{909E8E84-426E-40DD-AFC4-6F175D3DCCD1}">
                <a14:hiddenFill xmlns:a14="http://schemas.microsoft.com/office/drawing/2010/main">
                  <a:solidFill>
                    <a:srgbClr val="FFFFFF"/>
                  </a:solidFill>
                </a14:hiddenFill>
              </a:ext>
            </a:extLst>
          </p:spPr>
        </p:pic>
        <p:sp>
          <p:nvSpPr>
            <p:cNvPr id="81" name="TextBox 80">
              <a:extLst>
                <a:ext uri="{FF2B5EF4-FFF2-40B4-BE49-F238E27FC236}">
                  <a16:creationId xmlns:a16="http://schemas.microsoft.com/office/drawing/2014/main" id="{67E213D0-688D-421A-B15A-6CC6718BA06E}"/>
                </a:ext>
              </a:extLst>
            </p:cNvPr>
            <p:cNvSpPr txBox="1"/>
            <p:nvPr/>
          </p:nvSpPr>
          <p:spPr>
            <a:xfrm>
              <a:off x="3262950" y="1964639"/>
              <a:ext cx="1764778" cy="221599"/>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mn-cs"/>
                </a:rPr>
                <a:t>Azure Data Factory</a:t>
              </a:r>
            </a:p>
          </p:txBody>
        </p:sp>
        <p:sp>
          <p:nvSpPr>
            <p:cNvPr id="80" name="TextBox 79">
              <a:extLst>
                <a:ext uri="{FF2B5EF4-FFF2-40B4-BE49-F238E27FC236}">
                  <a16:creationId xmlns:a16="http://schemas.microsoft.com/office/drawing/2014/main" id="{D0CF1CF1-2185-4CBE-93F1-33C764AE4DD6}"/>
                </a:ext>
              </a:extLst>
            </p:cNvPr>
            <p:cNvSpPr txBox="1"/>
            <p:nvPr/>
          </p:nvSpPr>
          <p:spPr>
            <a:xfrm>
              <a:off x="3262951" y="2244012"/>
              <a:ext cx="1959452" cy="611550"/>
            </a:xfrm>
            <a:prstGeom prst="rect">
              <a:avLst/>
            </a:prstGeom>
            <a:noFill/>
          </p:spPr>
          <p:txBody>
            <a:bodyPr wrap="square" lIns="0" tIns="0" rIns="0" bIns="0" rtlCol="0" anchor="t"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Code-free data transformation and  ingestion from 90+ data integration connectors</a:t>
              </a:r>
            </a:p>
          </p:txBody>
        </p:sp>
        <p:pic>
          <p:nvPicPr>
            <p:cNvPr id="205" name="Picture 204" descr="Azure Databricks icon">
              <a:extLst>
                <a:ext uri="{FF2B5EF4-FFF2-40B4-BE49-F238E27FC236}">
                  <a16:creationId xmlns:a16="http://schemas.microsoft.com/office/drawing/2014/main" id="{1E17CA44-1FF7-4677-BAAD-7510D5A8E38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a:stretch/>
          </p:blipFill>
          <p:spPr>
            <a:xfrm>
              <a:off x="2578281" y="3053632"/>
              <a:ext cx="571433" cy="526707"/>
            </a:xfrm>
            <a:prstGeom prst="rect">
              <a:avLst/>
            </a:prstGeom>
          </p:spPr>
        </p:pic>
        <p:sp>
          <p:nvSpPr>
            <p:cNvPr id="86" name="TextBox 85">
              <a:extLst>
                <a:ext uri="{FF2B5EF4-FFF2-40B4-BE49-F238E27FC236}">
                  <a16:creationId xmlns:a16="http://schemas.microsoft.com/office/drawing/2014/main" id="{13A1E94C-FBC4-4062-A20E-9A862642E069}"/>
                </a:ext>
              </a:extLst>
            </p:cNvPr>
            <p:cNvSpPr txBox="1"/>
            <p:nvPr/>
          </p:nvSpPr>
          <p:spPr>
            <a:xfrm>
              <a:off x="3262951" y="3053632"/>
              <a:ext cx="1989006" cy="387798"/>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mn-cs"/>
                </a:rPr>
                <a:t>Azure Databricks</a:t>
              </a:r>
              <a:br>
                <a:rPr kumimoji="0" lang="en-US" sz="1600" b="0" i="0" u="none" strike="noStrike" kern="1200" cap="none" spc="0" normalizeH="0" baseline="0" noProof="0" dirty="0">
                  <a:ln>
                    <a:noFill/>
                  </a:ln>
                  <a:solidFill>
                    <a:srgbClr val="000000"/>
                  </a:solidFill>
                  <a:effectLst/>
                  <a:uLnTx/>
                  <a:uFillTx/>
                  <a:latin typeface="Segoe UI Semibold"/>
                  <a:ea typeface="+mn-ea"/>
                  <a:cs typeface="+mn-cs"/>
                </a:rPr>
              </a:br>
              <a:r>
                <a:rPr kumimoji="0" lang="en-US" sz="1200" b="0" i="0" u="none" strike="noStrike" kern="1200" cap="none" spc="0" normalizeH="0" baseline="0" noProof="0" dirty="0">
                  <a:ln>
                    <a:noFill/>
                  </a:ln>
                  <a:solidFill>
                    <a:srgbClr val="000000"/>
                  </a:solidFill>
                  <a:effectLst/>
                  <a:uLnTx/>
                  <a:uFillTx/>
                  <a:latin typeface="Segoe UI"/>
                  <a:ea typeface="+mn-ea"/>
                  <a:cs typeface="+mn-cs"/>
                </a:rPr>
                <a:t>(Data prep)</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85" name="TextBox 84">
              <a:extLst>
                <a:ext uri="{FF2B5EF4-FFF2-40B4-BE49-F238E27FC236}">
                  <a16:creationId xmlns:a16="http://schemas.microsoft.com/office/drawing/2014/main" id="{1E8CDB98-9046-45EB-BB85-E87D50A8C67F}"/>
                </a:ext>
              </a:extLst>
            </p:cNvPr>
            <p:cNvSpPr txBox="1"/>
            <p:nvPr/>
          </p:nvSpPr>
          <p:spPr>
            <a:xfrm>
              <a:off x="3262951" y="3514421"/>
              <a:ext cx="1842450" cy="305775"/>
            </a:xfrm>
            <a:prstGeom prst="rect">
              <a:avLst/>
            </a:prstGeom>
            <a:noFill/>
          </p:spPr>
          <p:txBody>
            <a:bodyPr wrap="square" lIns="0" tIns="0" rIns="0" bIns="0" rtlCol="0" anchor="t"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Up to 10x faster than vanilla Spark</a:t>
              </a:r>
            </a:p>
          </p:txBody>
        </p:sp>
        <p:pic>
          <p:nvPicPr>
            <p:cNvPr id="87" name="Picture 86" descr="Arrow pointing from Ingest &amp; Prep towards Model &amp; Serve">
              <a:extLst>
                <a:ext uri="{FF2B5EF4-FFF2-40B4-BE49-F238E27FC236}">
                  <a16:creationId xmlns:a16="http://schemas.microsoft.com/office/drawing/2014/main" id="{7F7C7FE6-6A13-410C-8940-74EA0F558CBE}"/>
                </a:ext>
              </a:extLst>
            </p:cNvPr>
            <p:cNvPicPr>
              <a:picLocks noChangeAspect="1"/>
            </p:cNvPicPr>
            <p:nvPr/>
          </p:nvPicPr>
          <p:blipFill>
            <a:blip r:embed="rId9"/>
            <a:stretch>
              <a:fillRect/>
            </a:stretch>
          </p:blipFill>
          <p:spPr>
            <a:xfrm>
              <a:off x="5277038" y="2602837"/>
              <a:ext cx="413004" cy="413004"/>
            </a:xfrm>
            <a:prstGeom prst="rect">
              <a:avLst/>
            </a:prstGeom>
          </p:spPr>
        </p:pic>
        <p:sp>
          <p:nvSpPr>
            <p:cNvPr id="64" name="Freeform: Shape 63">
              <a:extLst>
                <a:ext uri="{FF2B5EF4-FFF2-40B4-BE49-F238E27FC236}">
                  <a16:creationId xmlns:a16="http://schemas.microsoft.com/office/drawing/2014/main" id="{6849EE8E-8051-4124-A532-29C915AE0598}"/>
                </a:ext>
              </a:extLst>
            </p:cNvPr>
            <p:cNvSpPr/>
            <p:nvPr/>
          </p:nvSpPr>
          <p:spPr bwMode="auto">
            <a:xfrm>
              <a:off x="5550217" y="1457325"/>
              <a:ext cx="3050538" cy="2683752"/>
            </a:xfrm>
            <a:custGeom>
              <a:avLst/>
              <a:gdLst>
                <a:gd name="connsiteX0" fmla="*/ 0 w 3050538"/>
                <a:gd name="connsiteY0" fmla="*/ 0 h 2683752"/>
                <a:gd name="connsiteX1" fmla="*/ 3050538 w 3050538"/>
                <a:gd name="connsiteY1" fmla="*/ 0 h 2683752"/>
                <a:gd name="connsiteX2" fmla="*/ 3050538 w 3050538"/>
                <a:gd name="connsiteY2" fmla="*/ 1146832 h 2683752"/>
                <a:gd name="connsiteX3" fmla="*/ 3032909 w 3050538"/>
                <a:gd name="connsiteY3" fmla="*/ 1152304 h 2683752"/>
                <a:gd name="connsiteX4" fmla="*/ 2907252 w 3050538"/>
                <a:gd name="connsiteY4" fmla="*/ 1341876 h 2683752"/>
                <a:gd name="connsiteX5" fmla="*/ 3032909 w 3050538"/>
                <a:gd name="connsiteY5" fmla="*/ 1531448 h 2683752"/>
                <a:gd name="connsiteX6" fmla="*/ 3050538 w 3050538"/>
                <a:gd name="connsiteY6" fmla="*/ 1536920 h 2683752"/>
                <a:gd name="connsiteX7" fmla="*/ 3050538 w 3050538"/>
                <a:gd name="connsiteY7" fmla="*/ 2683752 h 2683752"/>
                <a:gd name="connsiteX8" fmla="*/ 1724716 w 3050538"/>
                <a:gd name="connsiteY8" fmla="*/ 2683752 h 2683752"/>
                <a:gd name="connsiteX9" fmla="*/ 1714841 w 3050538"/>
                <a:gd name="connsiteY9" fmla="*/ 2651942 h 2683752"/>
                <a:gd name="connsiteX10" fmla="*/ 1525269 w 3050538"/>
                <a:gd name="connsiteY10" fmla="*/ 2526285 h 2683752"/>
                <a:gd name="connsiteX11" fmla="*/ 1335697 w 3050538"/>
                <a:gd name="connsiteY11" fmla="*/ 2651942 h 2683752"/>
                <a:gd name="connsiteX12" fmla="*/ 1325823 w 3050538"/>
                <a:gd name="connsiteY12" fmla="*/ 2683752 h 2683752"/>
                <a:gd name="connsiteX13" fmla="*/ 0 w 3050538"/>
                <a:gd name="connsiteY13" fmla="*/ 2683752 h 2683752"/>
                <a:gd name="connsiteX14" fmla="*/ 0 w 3050538"/>
                <a:gd name="connsiteY14" fmla="*/ 1533785 h 2683752"/>
                <a:gd name="connsiteX15" fmla="*/ 7530 w 3050538"/>
                <a:gd name="connsiteY15" fmla="*/ 1531448 h 2683752"/>
                <a:gd name="connsiteX16" fmla="*/ 133186 w 3050538"/>
                <a:gd name="connsiteY16" fmla="*/ 1341876 h 2683752"/>
                <a:gd name="connsiteX17" fmla="*/ 7530 w 3050538"/>
                <a:gd name="connsiteY17" fmla="*/ 1152304 h 2683752"/>
                <a:gd name="connsiteX18" fmla="*/ 0 w 3050538"/>
                <a:gd name="connsiteY18" fmla="*/ 1149967 h 2683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50538" h="2683752">
                  <a:moveTo>
                    <a:pt x="0" y="0"/>
                  </a:moveTo>
                  <a:lnTo>
                    <a:pt x="3050538" y="0"/>
                  </a:lnTo>
                  <a:lnTo>
                    <a:pt x="3050538" y="1146832"/>
                  </a:lnTo>
                  <a:lnTo>
                    <a:pt x="3032909" y="1152304"/>
                  </a:lnTo>
                  <a:cubicBezTo>
                    <a:pt x="2959066" y="1183537"/>
                    <a:pt x="2907252" y="1256656"/>
                    <a:pt x="2907252" y="1341876"/>
                  </a:cubicBezTo>
                  <a:cubicBezTo>
                    <a:pt x="2907252" y="1427096"/>
                    <a:pt x="2959066" y="1500215"/>
                    <a:pt x="3032909" y="1531448"/>
                  </a:cubicBezTo>
                  <a:lnTo>
                    <a:pt x="3050538" y="1536920"/>
                  </a:lnTo>
                  <a:lnTo>
                    <a:pt x="3050538" y="2683752"/>
                  </a:lnTo>
                  <a:lnTo>
                    <a:pt x="1724716" y="2683752"/>
                  </a:lnTo>
                  <a:lnTo>
                    <a:pt x="1714841" y="2651942"/>
                  </a:lnTo>
                  <a:cubicBezTo>
                    <a:pt x="1683608" y="2578099"/>
                    <a:pt x="1610490" y="2526285"/>
                    <a:pt x="1525269" y="2526285"/>
                  </a:cubicBezTo>
                  <a:cubicBezTo>
                    <a:pt x="1440049" y="2526285"/>
                    <a:pt x="1366930" y="2578099"/>
                    <a:pt x="1335697" y="2651942"/>
                  </a:cubicBezTo>
                  <a:lnTo>
                    <a:pt x="1325823" y="2683752"/>
                  </a:lnTo>
                  <a:lnTo>
                    <a:pt x="0" y="2683752"/>
                  </a:lnTo>
                  <a:lnTo>
                    <a:pt x="0" y="1533785"/>
                  </a:lnTo>
                  <a:lnTo>
                    <a:pt x="7530" y="1531448"/>
                  </a:lnTo>
                  <a:cubicBezTo>
                    <a:pt x="81373" y="1500215"/>
                    <a:pt x="133186" y="1427096"/>
                    <a:pt x="133186" y="1341876"/>
                  </a:cubicBezTo>
                  <a:cubicBezTo>
                    <a:pt x="133186" y="1256656"/>
                    <a:pt x="81373" y="1183537"/>
                    <a:pt x="7530" y="1152304"/>
                  </a:cubicBezTo>
                  <a:lnTo>
                    <a:pt x="0" y="1149967"/>
                  </a:lnTo>
                  <a:close/>
                </a:path>
              </a:pathLst>
            </a:cu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UI Semibold"/>
                  <a:ea typeface="+mn-ea"/>
                  <a:cs typeface="+mn-cs"/>
                </a:rPr>
                <a:t>Model &amp; Serve</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78D4"/>
                </a:solidFill>
                <a:effectLst/>
                <a:uLnTx/>
                <a:uFillTx/>
                <a:latin typeface="Segoe UI Semibold"/>
                <a:ea typeface="+mn-ea"/>
                <a:cs typeface="+mn-cs"/>
              </a:endParaRPr>
            </a:p>
          </p:txBody>
        </p:sp>
        <p:pic>
          <p:nvPicPr>
            <p:cNvPr id="88" name="Picture 87" descr="Azure Synapse Analytics logo">
              <a:extLst>
                <a:ext uri="{FF2B5EF4-FFF2-40B4-BE49-F238E27FC236}">
                  <a16:creationId xmlns:a16="http://schemas.microsoft.com/office/drawing/2014/main" id="{A86FE76F-1C7E-4656-8820-2079A54983FD}"/>
                </a:ext>
                <a:ext uri="{C183D7F6-B498-43B3-948B-1728B52AA6E4}">
                  <adec:decorative xmlns:adec="http://schemas.microsoft.com/office/drawing/2017/decorative" val="0"/>
                </a:ext>
              </a:extLst>
            </p:cNvPr>
            <p:cNvPicPr>
              <a:picLocks noChangeAspect="1"/>
            </p:cNvPicPr>
            <p:nvPr/>
          </p:nvPicPr>
          <p:blipFill>
            <a:blip r:embed="rId10"/>
            <a:stretch>
              <a:fillRect/>
            </a:stretch>
          </p:blipFill>
          <p:spPr>
            <a:xfrm>
              <a:off x="5803074" y="1964639"/>
              <a:ext cx="510415" cy="509500"/>
            </a:xfrm>
            <a:prstGeom prst="rect">
              <a:avLst/>
            </a:prstGeom>
          </p:spPr>
        </p:pic>
        <p:sp>
          <p:nvSpPr>
            <p:cNvPr id="91" name="TextBox 90">
              <a:extLst>
                <a:ext uri="{FF2B5EF4-FFF2-40B4-BE49-F238E27FC236}">
                  <a16:creationId xmlns:a16="http://schemas.microsoft.com/office/drawing/2014/main" id="{53270349-92E1-45A1-BD09-DE21483E8012}"/>
                </a:ext>
              </a:extLst>
            </p:cNvPr>
            <p:cNvSpPr txBox="1"/>
            <p:nvPr/>
          </p:nvSpPr>
          <p:spPr>
            <a:xfrm>
              <a:off x="6419684" y="1964639"/>
              <a:ext cx="2035731" cy="609398"/>
            </a:xfrm>
            <a:prstGeom prst="rect">
              <a:avLst/>
            </a:prstGeom>
            <a:noFill/>
          </p:spPr>
          <p:txBody>
            <a:bodyPr wrap="squar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mn-cs"/>
                </a:rPr>
                <a:t>Azure Synapse Analytics</a:t>
              </a:r>
            </a:p>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mn-cs"/>
                </a:rPr>
                <a:t>(Data Warehouse)</a:t>
              </a:r>
            </a:p>
          </p:txBody>
        </p:sp>
        <p:sp>
          <p:nvSpPr>
            <p:cNvPr id="90" name="TextBox 89">
              <a:extLst>
                <a:ext uri="{FF2B5EF4-FFF2-40B4-BE49-F238E27FC236}">
                  <a16:creationId xmlns:a16="http://schemas.microsoft.com/office/drawing/2014/main" id="{C09029C0-D1B6-4313-9EDE-8E9876D608A6}"/>
                </a:ext>
              </a:extLst>
            </p:cNvPr>
            <p:cNvSpPr txBox="1"/>
            <p:nvPr/>
          </p:nvSpPr>
          <p:spPr>
            <a:xfrm>
              <a:off x="6419684" y="2652779"/>
              <a:ext cx="1719429" cy="458663"/>
            </a:xfrm>
            <a:prstGeom prst="rect">
              <a:avLst/>
            </a:prstGeom>
            <a:noFill/>
          </p:spPr>
          <p:txBody>
            <a:bodyPr wrap="square" lIns="0" tIns="0" rIns="0" bIns="0" rtlCol="0" anchor="t"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Up to 14x faster and costs 94% less than other cloud providers</a:t>
              </a:r>
            </a:p>
          </p:txBody>
        </p:sp>
        <p:pic>
          <p:nvPicPr>
            <p:cNvPr id="89" name="Picture 88" descr="Arrow pointing from Model &amp; Serve towards Visualize">
              <a:extLst>
                <a:ext uri="{FF2B5EF4-FFF2-40B4-BE49-F238E27FC236}">
                  <a16:creationId xmlns:a16="http://schemas.microsoft.com/office/drawing/2014/main" id="{0F75CD08-7043-4506-9613-B36EE6A43784}"/>
                </a:ext>
              </a:extLst>
            </p:cNvPr>
            <p:cNvPicPr>
              <a:picLocks noChangeAspect="1"/>
            </p:cNvPicPr>
            <p:nvPr/>
          </p:nvPicPr>
          <p:blipFill>
            <a:blip r:embed="rId9"/>
            <a:stretch>
              <a:fillRect/>
            </a:stretch>
          </p:blipFill>
          <p:spPr>
            <a:xfrm>
              <a:off x="8457469" y="2593461"/>
              <a:ext cx="413004" cy="413004"/>
            </a:xfrm>
            <a:prstGeom prst="rect">
              <a:avLst/>
            </a:prstGeom>
          </p:spPr>
        </p:pic>
        <p:sp>
          <p:nvSpPr>
            <p:cNvPr id="69" name="Freeform: Shape 68">
              <a:extLst>
                <a:ext uri="{FF2B5EF4-FFF2-40B4-BE49-F238E27FC236}">
                  <a16:creationId xmlns:a16="http://schemas.microsoft.com/office/drawing/2014/main" id="{9E9954E8-5023-465B-97D7-6D170854A9F5}"/>
                </a:ext>
              </a:extLst>
            </p:cNvPr>
            <p:cNvSpPr/>
            <p:nvPr/>
          </p:nvSpPr>
          <p:spPr bwMode="auto">
            <a:xfrm>
              <a:off x="8725663" y="1457325"/>
              <a:ext cx="3050538" cy="2683752"/>
            </a:xfrm>
            <a:custGeom>
              <a:avLst/>
              <a:gdLst>
                <a:gd name="connsiteX0" fmla="*/ 0 w 3050538"/>
                <a:gd name="connsiteY0" fmla="*/ 0 h 2683752"/>
                <a:gd name="connsiteX1" fmla="*/ 3050538 w 3050538"/>
                <a:gd name="connsiteY1" fmla="*/ 0 h 2683752"/>
                <a:gd name="connsiteX2" fmla="*/ 3050538 w 3050538"/>
                <a:gd name="connsiteY2" fmla="*/ 2683752 h 2683752"/>
                <a:gd name="connsiteX3" fmla="*/ 0 w 3050538"/>
                <a:gd name="connsiteY3" fmla="*/ 2683752 h 2683752"/>
                <a:gd name="connsiteX4" fmla="*/ 0 w 3050538"/>
                <a:gd name="connsiteY4" fmla="*/ 1536920 h 2683752"/>
                <a:gd name="connsiteX5" fmla="*/ 17629 w 3050538"/>
                <a:gd name="connsiteY5" fmla="*/ 1531448 h 2683752"/>
                <a:gd name="connsiteX6" fmla="*/ 143286 w 3050538"/>
                <a:gd name="connsiteY6" fmla="*/ 1341876 h 2683752"/>
                <a:gd name="connsiteX7" fmla="*/ 17629 w 3050538"/>
                <a:gd name="connsiteY7" fmla="*/ 1152304 h 2683752"/>
                <a:gd name="connsiteX8" fmla="*/ 0 w 3050538"/>
                <a:gd name="connsiteY8" fmla="*/ 1146832 h 2683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50538" h="2683752">
                  <a:moveTo>
                    <a:pt x="0" y="0"/>
                  </a:moveTo>
                  <a:lnTo>
                    <a:pt x="3050538" y="0"/>
                  </a:lnTo>
                  <a:lnTo>
                    <a:pt x="3050538" y="2683752"/>
                  </a:lnTo>
                  <a:lnTo>
                    <a:pt x="0" y="2683752"/>
                  </a:lnTo>
                  <a:lnTo>
                    <a:pt x="0" y="1536920"/>
                  </a:lnTo>
                  <a:lnTo>
                    <a:pt x="17629" y="1531448"/>
                  </a:lnTo>
                  <a:cubicBezTo>
                    <a:pt x="91472" y="1500215"/>
                    <a:pt x="143286" y="1427096"/>
                    <a:pt x="143286" y="1341876"/>
                  </a:cubicBezTo>
                  <a:cubicBezTo>
                    <a:pt x="143286" y="1256656"/>
                    <a:pt x="91472" y="1183537"/>
                    <a:pt x="17629" y="1152304"/>
                  </a:cubicBezTo>
                  <a:lnTo>
                    <a:pt x="0" y="1146832"/>
                  </a:lnTo>
                  <a:close/>
                </a:path>
              </a:pathLst>
            </a:cu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UI Semibold"/>
                  <a:ea typeface="+mn-ea"/>
                  <a:cs typeface="+mn-cs"/>
                </a:rPr>
                <a:t>Visualize</a:t>
              </a:r>
            </a:p>
          </p:txBody>
        </p:sp>
        <p:sp>
          <p:nvSpPr>
            <p:cNvPr id="83" name="Freeform: Shape 82" descr="Power BI logo">
              <a:extLst>
                <a:ext uri="{FF2B5EF4-FFF2-40B4-BE49-F238E27FC236}">
                  <a16:creationId xmlns:a16="http://schemas.microsoft.com/office/drawing/2014/main" id="{95D42387-CF86-4C8F-ABF2-71769AD5DFFC}"/>
                </a:ext>
                <a:ext uri="{C183D7F6-B498-43B3-948B-1728B52AA6E4}">
                  <adec:decorative xmlns:adec="http://schemas.microsoft.com/office/drawing/2017/decorative" val="0"/>
                </a:ext>
              </a:extLst>
            </p:cNvPr>
            <p:cNvSpPr>
              <a:spLocks noChangeAspect="1"/>
            </p:cNvSpPr>
            <p:nvPr/>
          </p:nvSpPr>
          <p:spPr bwMode="auto">
            <a:xfrm flipV="1">
              <a:off x="8994987" y="1964638"/>
              <a:ext cx="519604" cy="373086"/>
            </a:xfrm>
            <a:custGeom>
              <a:avLst/>
              <a:gdLst>
                <a:gd name="connsiteX0" fmla="*/ 724747 w 3011132"/>
                <a:gd name="connsiteY0" fmla="*/ 690457 h 2242888"/>
                <a:gd name="connsiteX1" fmla="*/ 889639 w 3011132"/>
                <a:gd name="connsiteY1" fmla="*/ 525565 h 2242888"/>
                <a:gd name="connsiteX2" fmla="*/ 889638 w 3011132"/>
                <a:gd name="connsiteY2" fmla="*/ 164892 h 2242888"/>
                <a:gd name="connsiteX3" fmla="*/ 724746 w 3011132"/>
                <a:gd name="connsiteY3" fmla="*/ 0 h 2242888"/>
                <a:gd name="connsiteX4" fmla="*/ 724747 w 3011132"/>
                <a:gd name="connsiteY4" fmla="*/ 1 h 2242888"/>
                <a:gd name="connsiteX5" fmla="*/ 559855 w 3011132"/>
                <a:gd name="connsiteY5" fmla="*/ 164893 h 2242888"/>
                <a:gd name="connsiteX6" fmla="*/ 559855 w 3011132"/>
                <a:gd name="connsiteY6" fmla="*/ 525565 h 2242888"/>
                <a:gd name="connsiteX7" fmla="*/ 724747 w 3011132"/>
                <a:gd name="connsiteY7" fmla="*/ 690457 h 2242888"/>
                <a:gd name="connsiteX8" fmla="*/ 1772676 w 3011132"/>
                <a:gd name="connsiteY8" fmla="*/ 1028296 h 2242888"/>
                <a:gd name="connsiteX9" fmla="*/ 1937568 w 3011132"/>
                <a:gd name="connsiteY9" fmla="*/ 863404 h 2242888"/>
                <a:gd name="connsiteX10" fmla="*/ 1937569 w 3011132"/>
                <a:gd name="connsiteY10" fmla="*/ 164893 h 2242888"/>
                <a:gd name="connsiteX11" fmla="*/ 1772677 w 3011132"/>
                <a:gd name="connsiteY11" fmla="*/ 1 h 2242888"/>
                <a:gd name="connsiteX12" fmla="*/ 1607785 w 3011132"/>
                <a:gd name="connsiteY12" fmla="*/ 164893 h 2242888"/>
                <a:gd name="connsiteX13" fmla="*/ 1607785 w 3011132"/>
                <a:gd name="connsiteY13" fmla="*/ 863403 h 2242888"/>
                <a:gd name="connsiteX14" fmla="*/ 1772677 w 3011132"/>
                <a:gd name="connsiteY14" fmla="*/ 1028295 h 2242888"/>
                <a:gd name="connsiteX15" fmla="*/ 1248711 w 3011132"/>
                <a:gd name="connsiteY15" fmla="*/ 1291654 h 2242888"/>
                <a:gd name="connsiteX16" fmla="*/ 1413603 w 3011132"/>
                <a:gd name="connsiteY16" fmla="*/ 1126762 h 2242888"/>
                <a:gd name="connsiteX17" fmla="*/ 1413604 w 3011132"/>
                <a:gd name="connsiteY17" fmla="*/ 164893 h 2242888"/>
                <a:gd name="connsiteX18" fmla="*/ 1248712 w 3011132"/>
                <a:gd name="connsiteY18" fmla="*/ 1 h 2242888"/>
                <a:gd name="connsiteX19" fmla="*/ 1083820 w 3011132"/>
                <a:gd name="connsiteY19" fmla="*/ 164893 h 2242888"/>
                <a:gd name="connsiteX20" fmla="*/ 1083820 w 3011132"/>
                <a:gd name="connsiteY20" fmla="*/ 1126761 h 2242888"/>
                <a:gd name="connsiteX21" fmla="*/ 1248712 w 3011132"/>
                <a:gd name="connsiteY21" fmla="*/ 1291653 h 2242888"/>
                <a:gd name="connsiteX22" fmla="*/ 2296641 w 3011132"/>
                <a:gd name="connsiteY22" fmla="*/ 1696388 h 2242888"/>
                <a:gd name="connsiteX23" fmla="*/ 2461533 w 3011132"/>
                <a:gd name="connsiteY23" fmla="*/ 1531496 h 2242888"/>
                <a:gd name="connsiteX24" fmla="*/ 2461534 w 3011132"/>
                <a:gd name="connsiteY24" fmla="*/ 164893 h 2242888"/>
                <a:gd name="connsiteX25" fmla="*/ 2296642 w 3011132"/>
                <a:gd name="connsiteY25" fmla="*/ 1 h 2242888"/>
                <a:gd name="connsiteX26" fmla="*/ 2131750 w 3011132"/>
                <a:gd name="connsiteY26" fmla="*/ 164893 h 2242888"/>
                <a:gd name="connsiteX27" fmla="*/ 2131750 w 3011132"/>
                <a:gd name="connsiteY27" fmla="*/ 1531495 h 2242888"/>
                <a:gd name="connsiteX28" fmla="*/ 2296642 w 3011132"/>
                <a:gd name="connsiteY28" fmla="*/ 1696387 h 2242888"/>
                <a:gd name="connsiteX29" fmla="*/ 370635 w 3011132"/>
                <a:gd name="connsiteY29" fmla="*/ 2242888 h 2242888"/>
                <a:gd name="connsiteX30" fmla="*/ 2640497 w 3011132"/>
                <a:gd name="connsiteY30" fmla="*/ 2242888 h 2242888"/>
                <a:gd name="connsiteX31" fmla="*/ 3011132 w 3011132"/>
                <a:gd name="connsiteY31" fmla="*/ 1872253 h 2242888"/>
                <a:gd name="connsiteX32" fmla="*/ 3011132 w 3011132"/>
                <a:gd name="connsiteY32" fmla="*/ 653116 h 2242888"/>
                <a:gd name="connsiteX33" fmla="*/ 2640497 w 3011132"/>
                <a:gd name="connsiteY33" fmla="*/ 282481 h 2242888"/>
                <a:gd name="connsiteX34" fmla="*/ 2630997 w 3011132"/>
                <a:gd name="connsiteY34" fmla="*/ 282481 h 2242888"/>
                <a:gd name="connsiteX35" fmla="*/ 2630997 w 3011132"/>
                <a:gd name="connsiteY35" fmla="*/ 397932 h 2242888"/>
                <a:gd name="connsiteX36" fmla="*/ 2635026 w 3011132"/>
                <a:gd name="connsiteY36" fmla="*/ 397932 h 2242888"/>
                <a:gd name="connsiteX37" fmla="*/ 2892528 w 3011132"/>
                <a:gd name="connsiteY37" fmla="*/ 655434 h 2242888"/>
                <a:gd name="connsiteX38" fmla="*/ 2892528 w 3011132"/>
                <a:gd name="connsiteY38" fmla="*/ 1869563 h 2242888"/>
                <a:gd name="connsiteX39" fmla="*/ 2635026 w 3011132"/>
                <a:gd name="connsiteY39" fmla="*/ 2127065 h 2242888"/>
                <a:gd name="connsiteX40" fmla="*/ 385364 w 3011132"/>
                <a:gd name="connsiteY40" fmla="*/ 2127065 h 2242888"/>
                <a:gd name="connsiteX41" fmla="*/ 127862 w 3011132"/>
                <a:gd name="connsiteY41" fmla="*/ 1869563 h 2242888"/>
                <a:gd name="connsiteX42" fmla="*/ 127862 w 3011132"/>
                <a:gd name="connsiteY42" fmla="*/ 655434 h 2242888"/>
                <a:gd name="connsiteX43" fmla="*/ 385364 w 3011132"/>
                <a:gd name="connsiteY43" fmla="*/ 397932 h 2242888"/>
                <a:gd name="connsiteX44" fmla="*/ 412220 w 3011132"/>
                <a:gd name="connsiteY44" fmla="*/ 397932 h 2242888"/>
                <a:gd name="connsiteX45" fmla="*/ 412220 w 3011132"/>
                <a:gd name="connsiteY45" fmla="*/ 282481 h 2242888"/>
                <a:gd name="connsiteX46" fmla="*/ 370635 w 3011132"/>
                <a:gd name="connsiteY46" fmla="*/ 282481 h 2242888"/>
                <a:gd name="connsiteX47" fmla="*/ 0 w 3011132"/>
                <a:gd name="connsiteY47" fmla="*/ 653116 h 2242888"/>
                <a:gd name="connsiteX48" fmla="*/ 0 w 3011132"/>
                <a:gd name="connsiteY48" fmla="*/ 1872253 h 2242888"/>
                <a:gd name="connsiteX49" fmla="*/ 370635 w 3011132"/>
                <a:gd name="connsiteY49" fmla="*/ 2242888 h 2242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011132" h="2242888">
                  <a:moveTo>
                    <a:pt x="724747" y="690457"/>
                  </a:moveTo>
                  <a:cubicBezTo>
                    <a:pt x="815814" y="690457"/>
                    <a:pt x="889639" y="616632"/>
                    <a:pt x="889639" y="525565"/>
                  </a:cubicBezTo>
                  <a:cubicBezTo>
                    <a:pt x="889639" y="405341"/>
                    <a:pt x="889638" y="285116"/>
                    <a:pt x="889638" y="164892"/>
                  </a:cubicBezTo>
                  <a:cubicBezTo>
                    <a:pt x="889638" y="73825"/>
                    <a:pt x="815813" y="0"/>
                    <a:pt x="724746" y="0"/>
                  </a:cubicBezTo>
                  <a:lnTo>
                    <a:pt x="724747" y="1"/>
                  </a:lnTo>
                  <a:cubicBezTo>
                    <a:pt x="633680" y="1"/>
                    <a:pt x="559855" y="73826"/>
                    <a:pt x="559855" y="164893"/>
                  </a:cubicBezTo>
                  <a:lnTo>
                    <a:pt x="559855" y="525565"/>
                  </a:lnTo>
                  <a:cubicBezTo>
                    <a:pt x="559855" y="616632"/>
                    <a:pt x="633680" y="690457"/>
                    <a:pt x="724747" y="690457"/>
                  </a:cubicBezTo>
                  <a:close/>
                  <a:moveTo>
                    <a:pt x="1772676" y="1028296"/>
                  </a:moveTo>
                  <a:cubicBezTo>
                    <a:pt x="1863743" y="1028296"/>
                    <a:pt x="1937568" y="954471"/>
                    <a:pt x="1937568" y="863404"/>
                  </a:cubicBezTo>
                  <a:cubicBezTo>
                    <a:pt x="1937568" y="630567"/>
                    <a:pt x="1937569" y="397730"/>
                    <a:pt x="1937569" y="164893"/>
                  </a:cubicBezTo>
                  <a:cubicBezTo>
                    <a:pt x="1937569" y="73826"/>
                    <a:pt x="1863744" y="1"/>
                    <a:pt x="1772677" y="1"/>
                  </a:cubicBezTo>
                  <a:cubicBezTo>
                    <a:pt x="1681610" y="1"/>
                    <a:pt x="1607785" y="73826"/>
                    <a:pt x="1607785" y="164893"/>
                  </a:cubicBezTo>
                  <a:lnTo>
                    <a:pt x="1607785" y="863403"/>
                  </a:lnTo>
                  <a:cubicBezTo>
                    <a:pt x="1607785" y="954470"/>
                    <a:pt x="1681610" y="1028295"/>
                    <a:pt x="1772677" y="1028295"/>
                  </a:cubicBezTo>
                  <a:close/>
                  <a:moveTo>
                    <a:pt x="1248711" y="1291654"/>
                  </a:moveTo>
                  <a:cubicBezTo>
                    <a:pt x="1339778" y="1291654"/>
                    <a:pt x="1413603" y="1217829"/>
                    <a:pt x="1413603" y="1126762"/>
                  </a:cubicBezTo>
                  <a:cubicBezTo>
                    <a:pt x="1413603" y="806139"/>
                    <a:pt x="1413604" y="485516"/>
                    <a:pt x="1413604" y="164893"/>
                  </a:cubicBezTo>
                  <a:cubicBezTo>
                    <a:pt x="1413604" y="73826"/>
                    <a:pt x="1339779" y="1"/>
                    <a:pt x="1248712" y="1"/>
                  </a:cubicBezTo>
                  <a:cubicBezTo>
                    <a:pt x="1157645" y="1"/>
                    <a:pt x="1083820" y="73826"/>
                    <a:pt x="1083820" y="164893"/>
                  </a:cubicBezTo>
                  <a:lnTo>
                    <a:pt x="1083820" y="1126761"/>
                  </a:lnTo>
                  <a:cubicBezTo>
                    <a:pt x="1083820" y="1217828"/>
                    <a:pt x="1157645" y="1291653"/>
                    <a:pt x="1248712" y="1291653"/>
                  </a:cubicBezTo>
                  <a:close/>
                  <a:moveTo>
                    <a:pt x="2296641" y="1696388"/>
                  </a:moveTo>
                  <a:cubicBezTo>
                    <a:pt x="2387708" y="1696388"/>
                    <a:pt x="2461533" y="1622563"/>
                    <a:pt x="2461533" y="1531496"/>
                  </a:cubicBezTo>
                  <a:cubicBezTo>
                    <a:pt x="2461533" y="1075962"/>
                    <a:pt x="2461534" y="620427"/>
                    <a:pt x="2461534" y="164893"/>
                  </a:cubicBezTo>
                  <a:cubicBezTo>
                    <a:pt x="2461534" y="73826"/>
                    <a:pt x="2387709" y="1"/>
                    <a:pt x="2296642" y="1"/>
                  </a:cubicBezTo>
                  <a:cubicBezTo>
                    <a:pt x="2205575" y="1"/>
                    <a:pt x="2131750" y="73826"/>
                    <a:pt x="2131750" y="164893"/>
                  </a:cubicBezTo>
                  <a:lnTo>
                    <a:pt x="2131750" y="1531495"/>
                  </a:lnTo>
                  <a:cubicBezTo>
                    <a:pt x="2131750" y="1622562"/>
                    <a:pt x="2205575" y="1696387"/>
                    <a:pt x="2296642" y="1696387"/>
                  </a:cubicBezTo>
                  <a:close/>
                  <a:moveTo>
                    <a:pt x="370635" y="2242888"/>
                  </a:moveTo>
                  <a:lnTo>
                    <a:pt x="2640497" y="2242888"/>
                  </a:lnTo>
                  <a:cubicBezTo>
                    <a:pt x="2845193" y="2242888"/>
                    <a:pt x="3011132" y="2076949"/>
                    <a:pt x="3011132" y="1872253"/>
                  </a:cubicBezTo>
                  <a:lnTo>
                    <a:pt x="3011132" y="653116"/>
                  </a:lnTo>
                  <a:cubicBezTo>
                    <a:pt x="3011132" y="448420"/>
                    <a:pt x="2845193" y="282481"/>
                    <a:pt x="2640497" y="282481"/>
                  </a:cubicBezTo>
                  <a:lnTo>
                    <a:pt x="2630997" y="282481"/>
                  </a:lnTo>
                  <a:lnTo>
                    <a:pt x="2630997" y="397932"/>
                  </a:lnTo>
                  <a:lnTo>
                    <a:pt x="2635026" y="397932"/>
                  </a:lnTo>
                  <a:cubicBezTo>
                    <a:pt x="2777240" y="397932"/>
                    <a:pt x="2892528" y="513220"/>
                    <a:pt x="2892528" y="655434"/>
                  </a:cubicBezTo>
                  <a:lnTo>
                    <a:pt x="2892528" y="1869563"/>
                  </a:lnTo>
                  <a:cubicBezTo>
                    <a:pt x="2892528" y="2011777"/>
                    <a:pt x="2777240" y="2127065"/>
                    <a:pt x="2635026" y="2127065"/>
                  </a:cubicBezTo>
                  <a:lnTo>
                    <a:pt x="385364" y="2127065"/>
                  </a:lnTo>
                  <a:cubicBezTo>
                    <a:pt x="243150" y="2127065"/>
                    <a:pt x="127862" y="2011777"/>
                    <a:pt x="127862" y="1869563"/>
                  </a:cubicBezTo>
                  <a:lnTo>
                    <a:pt x="127862" y="655434"/>
                  </a:lnTo>
                  <a:cubicBezTo>
                    <a:pt x="127862" y="513220"/>
                    <a:pt x="243150" y="397932"/>
                    <a:pt x="385364" y="397932"/>
                  </a:cubicBezTo>
                  <a:lnTo>
                    <a:pt x="412220" y="397932"/>
                  </a:lnTo>
                  <a:lnTo>
                    <a:pt x="412220" y="282481"/>
                  </a:lnTo>
                  <a:lnTo>
                    <a:pt x="370635" y="282481"/>
                  </a:lnTo>
                  <a:cubicBezTo>
                    <a:pt x="165939" y="282481"/>
                    <a:pt x="0" y="448420"/>
                    <a:pt x="0" y="653116"/>
                  </a:cubicBezTo>
                  <a:lnTo>
                    <a:pt x="0" y="1872253"/>
                  </a:lnTo>
                  <a:cubicBezTo>
                    <a:pt x="0" y="2076949"/>
                    <a:pt x="165939" y="2242888"/>
                    <a:pt x="370635" y="2242888"/>
                  </a:cubicBezTo>
                  <a:close/>
                </a:path>
              </a:pathLst>
            </a:custGeom>
            <a:solidFill>
              <a:srgbClr val="FFB900"/>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endParaRPr>
            </a:p>
          </p:txBody>
        </p:sp>
        <p:sp>
          <p:nvSpPr>
            <p:cNvPr id="94" name="TextBox 93">
              <a:extLst>
                <a:ext uri="{FF2B5EF4-FFF2-40B4-BE49-F238E27FC236}">
                  <a16:creationId xmlns:a16="http://schemas.microsoft.com/office/drawing/2014/main" id="{2B671959-6E5F-4963-A4AF-21EA3388B943}"/>
                </a:ext>
              </a:extLst>
            </p:cNvPr>
            <p:cNvSpPr txBox="1"/>
            <p:nvPr/>
          </p:nvSpPr>
          <p:spPr>
            <a:xfrm>
              <a:off x="9655345" y="1964639"/>
              <a:ext cx="812787" cy="221599"/>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mn-cs"/>
                </a:rPr>
                <a:t>Power BI</a:t>
              </a:r>
            </a:p>
          </p:txBody>
        </p:sp>
        <p:sp>
          <p:nvSpPr>
            <p:cNvPr id="93" name="TextBox 92">
              <a:extLst>
                <a:ext uri="{FF2B5EF4-FFF2-40B4-BE49-F238E27FC236}">
                  <a16:creationId xmlns:a16="http://schemas.microsoft.com/office/drawing/2014/main" id="{5F59D8C9-400F-47FF-8683-6E684A5D4493}"/>
                </a:ext>
              </a:extLst>
            </p:cNvPr>
            <p:cNvSpPr txBox="1"/>
            <p:nvPr/>
          </p:nvSpPr>
          <p:spPr>
            <a:xfrm>
              <a:off x="9655345" y="2244012"/>
              <a:ext cx="1927055" cy="611550"/>
            </a:xfrm>
            <a:prstGeom prst="rect">
              <a:avLst/>
            </a:prstGeom>
            <a:noFill/>
          </p:spPr>
          <p:txBody>
            <a:bodyPr wrap="square" lIns="0" tIns="0" rIns="0" bIns="0" rtlCol="0" anchor="t"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Leader in the Magic Quadrant for Business Intelligence and Analytics Platforms*</a:t>
              </a:r>
            </a:p>
          </p:txBody>
        </p:sp>
        <p:cxnSp>
          <p:nvCxnSpPr>
            <p:cNvPr id="137" name="Straight Arrow Connector 136" descr="Arrow pointing right">
              <a:extLst>
                <a:ext uri="{FF2B5EF4-FFF2-40B4-BE49-F238E27FC236}">
                  <a16:creationId xmlns:a16="http://schemas.microsoft.com/office/drawing/2014/main" id="{258509CC-8225-45BA-B485-527685362C1D}"/>
                </a:ext>
                <a:ext uri="{C183D7F6-B498-43B3-948B-1728B52AA6E4}">
                  <adec:decorative xmlns:adec="http://schemas.microsoft.com/office/drawing/2017/decorative" val="0"/>
                </a:ext>
              </a:extLst>
            </p:cNvPr>
            <p:cNvCxnSpPr>
              <a:cxnSpLocks/>
            </p:cNvCxnSpPr>
            <p:nvPr/>
          </p:nvCxnSpPr>
          <p:spPr>
            <a:xfrm>
              <a:off x="2099387" y="4881061"/>
              <a:ext cx="277101" cy="0"/>
            </a:xfrm>
            <a:prstGeom prst="straightConnector1">
              <a:avLst/>
            </a:prstGeom>
            <a:noFill/>
            <a:ln w="28575" cap="flat" cmpd="sng" algn="ctr">
              <a:solidFill>
                <a:schemeClr val="bg1">
                  <a:lumMod val="50000"/>
                </a:schemeClr>
              </a:solidFill>
              <a:prstDash val="solid"/>
              <a:headEnd type="none" w="lg" len="med"/>
              <a:tailEnd type="triangle" w="lg" len="med"/>
            </a:ln>
            <a:effectLst/>
          </p:spPr>
        </p:cxnSp>
        <p:pic>
          <p:nvPicPr>
            <p:cNvPr id="92" name="Picture 91" descr="Arrow pointing from Ingest &amp; Prep towards Store">
              <a:extLst>
                <a:ext uri="{FF2B5EF4-FFF2-40B4-BE49-F238E27FC236}">
                  <a16:creationId xmlns:a16="http://schemas.microsoft.com/office/drawing/2014/main" id="{866D6983-A35E-408B-9E37-D559139E9FAC}"/>
                </a:ext>
              </a:extLst>
            </p:cNvPr>
            <p:cNvPicPr>
              <a:picLocks noChangeAspect="1"/>
            </p:cNvPicPr>
            <p:nvPr/>
          </p:nvPicPr>
          <p:blipFill>
            <a:blip r:embed="rId9"/>
            <a:stretch>
              <a:fillRect/>
            </a:stretch>
          </p:blipFill>
          <p:spPr>
            <a:xfrm rot="5400000">
              <a:off x="3634490" y="4016074"/>
              <a:ext cx="413004" cy="413004"/>
            </a:xfrm>
            <a:prstGeom prst="rect">
              <a:avLst/>
            </a:prstGeom>
          </p:spPr>
        </p:pic>
        <p:sp>
          <p:nvSpPr>
            <p:cNvPr id="54" name="Freeform: Shape 53">
              <a:extLst>
                <a:ext uri="{FF2B5EF4-FFF2-40B4-BE49-F238E27FC236}">
                  <a16:creationId xmlns:a16="http://schemas.microsoft.com/office/drawing/2014/main" id="{DDE85C6E-AE27-4303-B99E-DE7B04EB8A05}"/>
                </a:ext>
              </a:extLst>
            </p:cNvPr>
            <p:cNvSpPr/>
            <p:nvPr/>
          </p:nvSpPr>
          <p:spPr bwMode="auto">
            <a:xfrm>
              <a:off x="2378074" y="4237622"/>
              <a:ext cx="9394825" cy="1286876"/>
            </a:xfrm>
            <a:custGeom>
              <a:avLst/>
              <a:gdLst>
                <a:gd name="connsiteX0" fmla="*/ 0 w 9394825"/>
                <a:gd name="connsiteY0" fmla="*/ 0 h 1286876"/>
                <a:gd name="connsiteX1" fmla="*/ 1259009 w 9394825"/>
                <a:gd name="connsiteY1" fmla="*/ 0 h 1286876"/>
                <a:gd name="connsiteX2" fmla="*/ 1270377 w 9394825"/>
                <a:gd name="connsiteY2" fmla="*/ 56309 h 1286876"/>
                <a:gd name="connsiteX3" fmla="*/ 1459949 w 9394825"/>
                <a:gd name="connsiteY3" fmla="*/ 181965 h 1286876"/>
                <a:gd name="connsiteX4" fmla="*/ 1649521 w 9394825"/>
                <a:gd name="connsiteY4" fmla="*/ 56309 h 1286876"/>
                <a:gd name="connsiteX5" fmla="*/ 1660889 w 9394825"/>
                <a:gd name="connsiteY5" fmla="*/ 0 h 1286876"/>
                <a:gd name="connsiteX6" fmla="*/ 4501418 w 9394825"/>
                <a:gd name="connsiteY6" fmla="*/ 0 h 1286876"/>
                <a:gd name="connsiteX7" fmla="*/ 4507840 w 9394825"/>
                <a:gd name="connsiteY7" fmla="*/ 31812 h 1286876"/>
                <a:gd name="connsiteX8" fmla="*/ 4697412 w 9394825"/>
                <a:gd name="connsiteY8" fmla="*/ 157468 h 1286876"/>
                <a:gd name="connsiteX9" fmla="*/ 4886984 w 9394825"/>
                <a:gd name="connsiteY9" fmla="*/ 31812 h 1286876"/>
                <a:gd name="connsiteX10" fmla="*/ 4893407 w 9394825"/>
                <a:gd name="connsiteY10" fmla="*/ 0 h 1286876"/>
                <a:gd name="connsiteX11" fmla="*/ 9394825 w 9394825"/>
                <a:gd name="connsiteY11" fmla="*/ 0 h 1286876"/>
                <a:gd name="connsiteX12" fmla="*/ 9394825 w 9394825"/>
                <a:gd name="connsiteY12" fmla="*/ 1286876 h 1286876"/>
                <a:gd name="connsiteX13" fmla="*/ 0 w 9394825"/>
                <a:gd name="connsiteY13" fmla="*/ 1286876 h 128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94825" h="1286876">
                  <a:moveTo>
                    <a:pt x="0" y="0"/>
                  </a:moveTo>
                  <a:lnTo>
                    <a:pt x="1259009" y="0"/>
                  </a:lnTo>
                  <a:lnTo>
                    <a:pt x="1270377" y="56309"/>
                  </a:lnTo>
                  <a:cubicBezTo>
                    <a:pt x="1301610" y="130152"/>
                    <a:pt x="1374729" y="181965"/>
                    <a:pt x="1459949" y="181965"/>
                  </a:cubicBezTo>
                  <a:cubicBezTo>
                    <a:pt x="1545170" y="181965"/>
                    <a:pt x="1618288" y="130152"/>
                    <a:pt x="1649521" y="56309"/>
                  </a:cubicBezTo>
                  <a:lnTo>
                    <a:pt x="1660889" y="0"/>
                  </a:lnTo>
                  <a:lnTo>
                    <a:pt x="4501418" y="0"/>
                  </a:lnTo>
                  <a:lnTo>
                    <a:pt x="4507840" y="31812"/>
                  </a:lnTo>
                  <a:cubicBezTo>
                    <a:pt x="4539074" y="105655"/>
                    <a:pt x="4612192" y="157468"/>
                    <a:pt x="4697412" y="157468"/>
                  </a:cubicBezTo>
                  <a:cubicBezTo>
                    <a:pt x="4782633" y="157468"/>
                    <a:pt x="4855751" y="105655"/>
                    <a:pt x="4886984" y="31812"/>
                  </a:cubicBezTo>
                  <a:lnTo>
                    <a:pt x="4893407" y="0"/>
                  </a:lnTo>
                  <a:lnTo>
                    <a:pt x="9394825" y="0"/>
                  </a:lnTo>
                  <a:lnTo>
                    <a:pt x="9394825" y="1286876"/>
                  </a:lnTo>
                  <a:lnTo>
                    <a:pt x="0" y="1286876"/>
                  </a:lnTo>
                  <a:close/>
                </a:path>
              </a:pathLst>
            </a:custGeom>
            <a:solidFill>
              <a:schemeClr val="bg1">
                <a:lumMod val="9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82880" rIns="182880" bIns="13716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8D4"/>
                  </a:solidFill>
                  <a:effectLst/>
                  <a:uLnTx/>
                  <a:uFillTx/>
                  <a:latin typeface="Segoe UI Semibold"/>
                  <a:ea typeface="+mn-ea"/>
                  <a:cs typeface="+mn-cs"/>
                </a:rPr>
                <a:t>Store</a:t>
              </a:r>
            </a:p>
          </p:txBody>
        </p:sp>
        <p:pic>
          <p:nvPicPr>
            <p:cNvPr id="97" name="Graphic 96" descr="Azure Data Lake Storage icon">
              <a:extLst>
                <a:ext uri="{FF2B5EF4-FFF2-40B4-BE49-F238E27FC236}">
                  <a16:creationId xmlns:a16="http://schemas.microsoft.com/office/drawing/2014/main" id="{0B677EA3-B5B9-4E97-A17D-19291DEB93AC}"/>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t="8560" b="8560"/>
            <a:stretch/>
          </p:blipFill>
          <p:spPr>
            <a:xfrm>
              <a:off x="5468293" y="4800523"/>
              <a:ext cx="572091" cy="440446"/>
            </a:xfrm>
            <a:prstGeom prst="rect">
              <a:avLst/>
            </a:prstGeom>
          </p:spPr>
        </p:pic>
        <p:sp>
          <p:nvSpPr>
            <p:cNvPr id="99" name="TextBox 98">
              <a:extLst>
                <a:ext uri="{FF2B5EF4-FFF2-40B4-BE49-F238E27FC236}">
                  <a16:creationId xmlns:a16="http://schemas.microsoft.com/office/drawing/2014/main" id="{25F39C49-BDBF-499F-9F1A-81E324BCDCA6}"/>
                </a:ext>
              </a:extLst>
            </p:cNvPr>
            <p:cNvSpPr txBox="1"/>
            <p:nvPr/>
          </p:nvSpPr>
          <p:spPr>
            <a:xfrm>
              <a:off x="6169238" y="4800523"/>
              <a:ext cx="2276585" cy="221599"/>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mn-cs"/>
                </a:rPr>
                <a:t>Azure Data Lake Storage</a:t>
              </a:r>
            </a:p>
          </p:txBody>
        </p:sp>
        <p:sp>
          <p:nvSpPr>
            <p:cNvPr id="98" name="TextBox 97">
              <a:extLst>
                <a:ext uri="{FF2B5EF4-FFF2-40B4-BE49-F238E27FC236}">
                  <a16:creationId xmlns:a16="http://schemas.microsoft.com/office/drawing/2014/main" id="{362802C0-42DD-4AC1-BAA8-97B155B8E5BC}"/>
                </a:ext>
              </a:extLst>
            </p:cNvPr>
            <p:cNvSpPr txBox="1"/>
            <p:nvPr/>
          </p:nvSpPr>
          <p:spPr>
            <a:xfrm>
              <a:off x="6169238" y="5080322"/>
              <a:ext cx="2536655" cy="305775"/>
            </a:xfrm>
            <a:prstGeom prst="rect">
              <a:avLst/>
            </a:prstGeom>
            <a:noFill/>
          </p:spPr>
          <p:txBody>
            <a:bodyPr wrap="square" lIns="0" tIns="0" rIns="0" bIns="0" rtlCol="0" anchor="ctr"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High performance data lake available in all 54 Azure regions</a:t>
              </a:r>
            </a:p>
          </p:txBody>
        </p:sp>
        <p:pic>
          <p:nvPicPr>
            <p:cNvPr id="16" name="Picture 15" descr="Arrow pointing from Store towards Model &amp; Serve">
              <a:extLst>
                <a:ext uri="{FF2B5EF4-FFF2-40B4-BE49-F238E27FC236}">
                  <a16:creationId xmlns:a16="http://schemas.microsoft.com/office/drawing/2014/main" id="{2510DB81-6E75-4674-A114-6B0D2D566F72}"/>
                </a:ext>
              </a:extLst>
            </p:cNvPr>
            <p:cNvPicPr>
              <a:picLocks noChangeAspect="1"/>
            </p:cNvPicPr>
            <p:nvPr/>
          </p:nvPicPr>
          <p:blipFill>
            <a:blip r:embed="rId9"/>
            <a:stretch>
              <a:fillRect/>
            </a:stretch>
          </p:blipFill>
          <p:spPr>
            <a:xfrm rot="16200000" flipV="1">
              <a:off x="6869746" y="3993137"/>
              <a:ext cx="413004" cy="413004"/>
            </a:xfrm>
            <a:prstGeom prst="rect">
              <a:avLst/>
            </a:prstGeom>
          </p:spPr>
        </p:pic>
      </p:grpSp>
    </p:spTree>
    <p:extLst>
      <p:ext uri="{BB962C8B-B14F-4D97-AF65-F5344CB8AC3E}">
        <p14:creationId xmlns:p14="http://schemas.microsoft.com/office/powerpoint/2010/main" val="5729283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382C2-86FF-4D05-81D3-4A7FCC80ED0B}"/>
              </a:ext>
            </a:extLst>
          </p:cNvPr>
          <p:cNvSpPr>
            <a:spLocks noGrp="1"/>
          </p:cNvSpPr>
          <p:nvPr>
            <p:ph type="title"/>
          </p:nvPr>
        </p:nvSpPr>
        <p:spPr/>
        <p:txBody>
          <a:bodyPr/>
          <a:lstStyle/>
          <a:p>
            <a:r>
              <a:rPr lang="en-US" dirty="0"/>
              <a:t>Transactional vs analytical data stores</a:t>
            </a:r>
          </a:p>
        </p:txBody>
      </p:sp>
      <p:sp>
        <p:nvSpPr>
          <p:cNvPr id="7" name="Rectangle 6">
            <a:extLst>
              <a:ext uri="{FF2B5EF4-FFF2-40B4-BE49-F238E27FC236}">
                <a16:creationId xmlns:a16="http://schemas.microsoft.com/office/drawing/2014/main" id="{A4330CCC-D366-48FB-A061-8E05B4B4EF98}"/>
              </a:ext>
            </a:extLst>
          </p:cNvPr>
          <p:cNvSpPr/>
          <p:nvPr/>
        </p:nvSpPr>
        <p:spPr bwMode="auto">
          <a:xfrm>
            <a:off x="427039" y="1174692"/>
            <a:ext cx="5589932" cy="441157"/>
          </a:xfrm>
          <a:prstGeom prst="rect">
            <a:avLst/>
          </a:prstGeom>
          <a:solidFill>
            <a:srgbClr val="243A5E"/>
          </a:solidFill>
          <a:ln w="63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Segoe UI Semibold"/>
                <a:ea typeface="+mn-ea"/>
                <a:cs typeface="+mn-cs"/>
              </a:rPr>
              <a:t>Online Transactional Processing (OLTP)</a:t>
            </a:r>
          </a:p>
        </p:txBody>
      </p:sp>
      <p:sp>
        <p:nvSpPr>
          <p:cNvPr id="6" name="Rectangle 5">
            <a:extLst>
              <a:ext uri="{FF2B5EF4-FFF2-40B4-BE49-F238E27FC236}">
                <a16:creationId xmlns:a16="http://schemas.microsoft.com/office/drawing/2014/main" id="{9819D59A-3807-4ACE-A6BE-45DFC4E78636}"/>
              </a:ext>
              <a:ext uri="{C183D7F6-B498-43B3-948B-1728B52AA6E4}">
                <adec:decorative xmlns:adec="http://schemas.microsoft.com/office/drawing/2017/decorative" val="1"/>
              </a:ext>
            </a:extLst>
          </p:cNvPr>
          <p:cNvSpPr/>
          <p:nvPr/>
        </p:nvSpPr>
        <p:spPr bwMode="auto">
          <a:xfrm>
            <a:off x="427039" y="1174692"/>
            <a:ext cx="5589932" cy="4355251"/>
          </a:xfrm>
          <a:prstGeom prst="rect">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17" name="Table 3">
            <a:extLst>
              <a:ext uri="{FF2B5EF4-FFF2-40B4-BE49-F238E27FC236}">
                <a16:creationId xmlns:a16="http://schemas.microsoft.com/office/drawing/2014/main" id="{E3BADBD0-00ED-4BDD-96C1-6E1C7FA260D9}"/>
              </a:ext>
              <a:ext uri="{C183D7F6-B498-43B3-948B-1728B52AA6E4}">
                <adec:decorative xmlns:adec="http://schemas.microsoft.com/office/drawing/2017/decorative" val="0"/>
              </a:ext>
            </a:extLst>
          </p:cNvPr>
          <p:cNvGraphicFramePr>
            <a:graphicFrameLocks noGrp="1"/>
          </p:cNvGraphicFramePr>
          <p:nvPr/>
        </p:nvGraphicFramePr>
        <p:xfrm>
          <a:off x="853670" y="1729467"/>
          <a:ext cx="4603701" cy="914400"/>
        </p:xfrm>
        <a:graphic>
          <a:graphicData uri="http://schemas.openxmlformats.org/drawingml/2006/table">
            <a:tbl>
              <a:tblPr firstRow="1" bandRow="1">
                <a:tableStyleId>{5C22544A-7EE6-4342-B048-85BDC9FD1C3A}</a:tableStyleId>
              </a:tblPr>
              <a:tblGrid>
                <a:gridCol w="1534567">
                  <a:extLst>
                    <a:ext uri="{9D8B030D-6E8A-4147-A177-3AD203B41FA5}">
                      <a16:colId xmlns:a16="http://schemas.microsoft.com/office/drawing/2014/main" val="1727388637"/>
                    </a:ext>
                  </a:extLst>
                </a:gridCol>
                <a:gridCol w="1534567">
                  <a:extLst>
                    <a:ext uri="{9D8B030D-6E8A-4147-A177-3AD203B41FA5}">
                      <a16:colId xmlns:a16="http://schemas.microsoft.com/office/drawing/2014/main" val="299907239"/>
                    </a:ext>
                  </a:extLst>
                </a:gridCol>
                <a:gridCol w="1534567">
                  <a:extLst>
                    <a:ext uri="{9D8B030D-6E8A-4147-A177-3AD203B41FA5}">
                      <a16:colId xmlns:a16="http://schemas.microsoft.com/office/drawing/2014/main" val="2578400319"/>
                    </a:ext>
                  </a:extLst>
                </a:gridCol>
              </a:tblGrid>
              <a:tr h="169435">
                <a:tc>
                  <a:txBody>
                    <a:bodyPr/>
                    <a:lstStyle/>
                    <a:p>
                      <a:r>
                        <a:rPr lang="en-US" sz="1400" b="0" dirty="0">
                          <a:solidFill>
                            <a:schemeClr val="bg1"/>
                          </a:solidFill>
                          <a:latin typeface="+mj-lt"/>
                        </a:rPr>
                        <a:t>Customer</a:t>
                      </a:r>
                    </a:p>
                  </a:txBody>
                  <a:tcPr anchor="ctr">
                    <a:lnL w="6350" cap="flat" cmpd="sng" algn="ctr">
                      <a:solidFill>
                        <a:srgbClr val="243A5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400" b="0" dirty="0">
                        <a:solidFill>
                          <a:schemeClr val="bg1"/>
                        </a:solidFill>
                        <a:latin typeface="+mj-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400" b="0" dirty="0">
                        <a:solidFill>
                          <a:schemeClr val="bg1"/>
                        </a:solidFill>
                        <a:latin typeface="+mj-lt"/>
                      </a:endParaRPr>
                    </a:p>
                  </a:txBody>
                  <a:tcPr anchor="ctr">
                    <a:lnL w="6350" cap="flat" cmpd="sng" algn="ctr">
                      <a:no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169435">
                <a:tc>
                  <a:txBody>
                    <a:bodyPr/>
                    <a:lstStyle/>
                    <a:p>
                      <a:r>
                        <a:rPr lang="en-US" sz="1400" dirty="0">
                          <a:solidFill>
                            <a:schemeClr val="tx1"/>
                          </a:solidFill>
                        </a:rPr>
                        <a:t>CustomerID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400" dirty="0">
                          <a:solidFill>
                            <a:schemeClr val="tx1"/>
                          </a:solidFill>
                        </a:rPr>
                        <a:t>CustomerName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400" dirty="0">
                          <a:solidFill>
                            <a:schemeClr val="tx1"/>
                          </a:solidFill>
                        </a:rPr>
                        <a:t>CustomerPhone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169435">
                <a:tc>
                  <a:txBody>
                    <a:bodyPr/>
                    <a:lstStyle/>
                    <a:p>
                      <a:endParaRPr lang="en-US" sz="1400"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400"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400"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bl>
          </a:graphicData>
        </a:graphic>
      </p:graphicFrame>
      <p:sp>
        <p:nvSpPr>
          <p:cNvPr id="19" name="Rectangle 18" descr="Highlighting Customer ID">
            <a:extLst>
              <a:ext uri="{FF2B5EF4-FFF2-40B4-BE49-F238E27FC236}">
                <a16:creationId xmlns:a16="http://schemas.microsoft.com/office/drawing/2014/main" id="{993F35BB-0EDD-404F-B5A0-6FB48D51D818}"/>
              </a:ext>
              <a:ext uri="{C183D7F6-B498-43B3-948B-1728B52AA6E4}">
                <adec:decorative xmlns:adec="http://schemas.microsoft.com/office/drawing/2017/decorative" val="0"/>
              </a:ext>
            </a:extLst>
          </p:cNvPr>
          <p:cNvSpPr/>
          <p:nvPr/>
        </p:nvSpPr>
        <p:spPr bwMode="auto">
          <a:xfrm>
            <a:off x="853670" y="2019257"/>
            <a:ext cx="1571827" cy="334820"/>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cxnSp>
        <p:nvCxnSpPr>
          <p:cNvPr id="20" name="Connector: Elbow 19" descr="A connector">
            <a:extLst>
              <a:ext uri="{FF2B5EF4-FFF2-40B4-BE49-F238E27FC236}">
                <a16:creationId xmlns:a16="http://schemas.microsoft.com/office/drawing/2014/main" id="{1D912DAB-A488-4F8B-8F12-2FA73561D14A}"/>
              </a:ext>
              <a:ext uri="{C183D7F6-B498-43B3-948B-1728B52AA6E4}">
                <adec:decorative xmlns:adec="http://schemas.microsoft.com/office/drawing/2017/decorative" val="0"/>
              </a:ext>
            </a:extLst>
          </p:cNvPr>
          <p:cNvCxnSpPr>
            <a:cxnSpLocks/>
            <a:stCxn id="19" idx="2"/>
            <a:endCxn id="21" idx="0"/>
          </p:cNvCxnSpPr>
          <p:nvPr/>
        </p:nvCxnSpPr>
        <p:spPr>
          <a:xfrm rot="16200000" flipH="1">
            <a:off x="1809321" y="2184339"/>
            <a:ext cx="1120445" cy="1459919"/>
          </a:xfrm>
          <a:prstGeom prst="bentConnector3">
            <a:avLst>
              <a:gd name="adj1" fmla="val 50000"/>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aphicFrame>
        <p:nvGraphicFramePr>
          <p:cNvPr id="18" name="Table 17">
            <a:extLst>
              <a:ext uri="{FF2B5EF4-FFF2-40B4-BE49-F238E27FC236}">
                <a16:creationId xmlns:a16="http://schemas.microsoft.com/office/drawing/2014/main" id="{EBADDF66-3B56-413A-83C5-60695FBE39AE}"/>
              </a:ext>
              <a:ext uri="{C183D7F6-B498-43B3-948B-1728B52AA6E4}">
                <adec:decorative xmlns:adec="http://schemas.microsoft.com/office/drawing/2017/decorative" val="0"/>
              </a:ext>
            </a:extLst>
          </p:cNvPr>
          <p:cNvGraphicFramePr>
            <a:graphicFrameLocks noGrp="1"/>
          </p:cNvGraphicFramePr>
          <p:nvPr/>
        </p:nvGraphicFramePr>
        <p:xfrm>
          <a:off x="986338" y="3193253"/>
          <a:ext cx="4226331" cy="1219200"/>
        </p:xfrm>
        <a:graphic>
          <a:graphicData uri="http://schemas.openxmlformats.org/drawingml/2006/table">
            <a:tbl>
              <a:tblPr firstRow="1" bandRow="1">
                <a:tableStyleId>{5C22544A-7EE6-4342-B048-85BDC9FD1C3A}</a:tableStyleId>
              </a:tblPr>
              <a:tblGrid>
                <a:gridCol w="1408777">
                  <a:extLst>
                    <a:ext uri="{9D8B030D-6E8A-4147-A177-3AD203B41FA5}">
                      <a16:colId xmlns:a16="http://schemas.microsoft.com/office/drawing/2014/main" val="1727388637"/>
                    </a:ext>
                  </a:extLst>
                </a:gridCol>
                <a:gridCol w="1408777">
                  <a:extLst>
                    <a:ext uri="{9D8B030D-6E8A-4147-A177-3AD203B41FA5}">
                      <a16:colId xmlns:a16="http://schemas.microsoft.com/office/drawing/2014/main" val="299907239"/>
                    </a:ext>
                  </a:extLst>
                </a:gridCol>
                <a:gridCol w="1408777">
                  <a:extLst>
                    <a:ext uri="{9D8B030D-6E8A-4147-A177-3AD203B41FA5}">
                      <a16:colId xmlns:a16="http://schemas.microsoft.com/office/drawing/2014/main" val="2578400319"/>
                    </a:ext>
                  </a:extLst>
                </a:gridCol>
              </a:tblGrid>
              <a:tr h="169435">
                <a:tc>
                  <a:txBody>
                    <a:bodyPr/>
                    <a:lstStyle/>
                    <a:p>
                      <a:r>
                        <a:rPr lang="en-US" sz="1400" b="0" dirty="0">
                          <a:solidFill>
                            <a:schemeClr val="bg1"/>
                          </a:solidFill>
                          <a:latin typeface="+mj-lt"/>
                        </a:rPr>
                        <a:t>Orders</a:t>
                      </a:r>
                    </a:p>
                  </a:txBody>
                  <a:tcPr anchor="ctr">
                    <a:lnL w="6350" cap="flat" cmpd="sng" algn="ctr">
                      <a:solidFill>
                        <a:srgbClr val="243A5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400" b="0" dirty="0">
                        <a:solidFill>
                          <a:schemeClr val="bg1"/>
                        </a:solidFill>
                        <a:latin typeface="+mj-lt"/>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1400" b="0" dirty="0">
                        <a:solidFill>
                          <a:schemeClr val="bg1"/>
                        </a:solidFill>
                        <a:latin typeface="+mj-lt"/>
                      </a:endParaRPr>
                    </a:p>
                  </a:txBody>
                  <a:tcPr anchor="ctr">
                    <a:lnL w="6350" cap="flat" cmpd="sng" algn="ctr">
                      <a:no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169435">
                <a:tc>
                  <a:txBody>
                    <a:bodyPr/>
                    <a:lstStyle/>
                    <a:p>
                      <a:r>
                        <a:rPr lang="en-US" sz="1400" dirty="0">
                          <a:solidFill>
                            <a:schemeClr val="tx1"/>
                          </a:solidFill>
                        </a:rPr>
                        <a:t>OrderID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400" dirty="0">
                          <a:solidFill>
                            <a:schemeClr val="tx1"/>
                          </a:solidFill>
                        </a:rPr>
                        <a:t>CustomerID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1400" dirty="0">
                          <a:solidFill>
                            <a:schemeClr val="tx1"/>
                          </a:solidFill>
                        </a:rPr>
                        <a:t>OrderDate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169435">
                <a:tc>
                  <a:txBody>
                    <a:bodyPr/>
                    <a:lstStyle/>
                    <a:p>
                      <a:endParaRPr lang="en-US" sz="1400"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400"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400"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169435">
                <a:tc>
                  <a:txBody>
                    <a:bodyPr/>
                    <a:lstStyle/>
                    <a:p>
                      <a:endParaRPr lang="en-US" sz="1400"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400"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1400" dirty="0">
                        <a:solidFill>
                          <a:schemeClr val="tx1"/>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bl>
          </a:graphicData>
        </a:graphic>
      </p:graphicFrame>
      <p:sp>
        <p:nvSpPr>
          <p:cNvPr id="21" name="Rectangle 20" descr="Highlighting Customer ID">
            <a:extLst>
              <a:ext uri="{FF2B5EF4-FFF2-40B4-BE49-F238E27FC236}">
                <a16:creationId xmlns:a16="http://schemas.microsoft.com/office/drawing/2014/main" id="{1071E034-4233-4099-8F10-E3835D1DCADB}"/>
              </a:ext>
              <a:ext uri="{C183D7F6-B498-43B3-948B-1728B52AA6E4}">
                <adec:decorative xmlns:adec="http://schemas.microsoft.com/office/drawing/2017/decorative" val="0"/>
              </a:ext>
            </a:extLst>
          </p:cNvPr>
          <p:cNvSpPr/>
          <p:nvPr/>
        </p:nvSpPr>
        <p:spPr bwMode="auto">
          <a:xfrm>
            <a:off x="2308621" y="3474522"/>
            <a:ext cx="1581764" cy="339803"/>
          </a:xfrm>
          <a:prstGeom prst="rect">
            <a:avLst/>
          </a:prstGeom>
          <a:noFill/>
          <a:ln w="19050">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4">
            <a:extLst>
              <a:ext uri="{FF2B5EF4-FFF2-40B4-BE49-F238E27FC236}">
                <a16:creationId xmlns:a16="http://schemas.microsoft.com/office/drawing/2014/main" id="{8ED927EF-1767-4F3A-9337-B437C07B552D}"/>
              </a:ext>
            </a:extLst>
          </p:cNvPr>
          <p:cNvSpPr/>
          <p:nvPr/>
        </p:nvSpPr>
        <p:spPr bwMode="auto">
          <a:xfrm>
            <a:off x="6182968" y="1174692"/>
            <a:ext cx="5589932" cy="441157"/>
          </a:xfrm>
          <a:prstGeom prst="rect">
            <a:avLst/>
          </a:prstGeom>
          <a:solidFill>
            <a:srgbClr val="243A5E"/>
          </a:solidFill>
          <a:ln w="63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Segoe UI Semibold"/>
                <a:ea typeface="+mn-ea"/>
                <a:cs typeface="Segoe UI" pitchFamily="34" charset="0"/>
              </a:rPr>
              <a:t>Online Analytical Processing (OLAP)</a:t>
            </a:r>
          </a:p>
        </p:txBody>
      </p:sp>
      <p:sp>
        <p:nvSpPr>
          <p:cNvPr id="4" name="Rectangle 3">
            <a:extLst>
              <a:ext uri="{FF2B5EF4-FFF2-40B4-BE49-F238E27FC236}">
                <a16:creationId xmlns:a16="http://schemas.microsoft.com/office/drawing/2014/main" id="{3C6DC03B-8488-42F2-8C0F-2C7F04074432}"/>
              </a:ext>
              <a:ext uri="{C183D7F6-B498-43B3-948B-1728B52AA6E4}">
                <adec:decorative xmlns:adec="http://schemas.microsoft.com/office/drawing/2017/decorative" val="1"/>
              </a:ext>
            </a:extLst>
          </p:cNvPr>
          <p:cNvSpPr/>
          <p:nvPr/>
        </p:nvSpPr>
        <p:spPr bwMode="auto">
          <a:xfrm>
            <a:off x="6182968" y="1174692"/>
            <a:ext cx="5589932" cy="4356569"/>
          </a:xfrm>
          <a:prstGeom prst="rect">
            <a:avLst/>
          </a:prstGeom>
          <a:no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aphicFrame>
        <p:nvGraphicFramePr>
          <p:cNvPr id="27" name="Table 26">
            <a:extLst>
              <a:ext uri="{FF2B5EF4-FFF2-40B4-BE49-F238E27FC236}">
                <a16:creationId xmlns:a16="http://schemas.microsoft.com/office/drawing/2014/main" id="{C714BBB2-EF41-4DA6-AA72-4AA941B4654A}"/>
              </a:ext>
              <a:ext uri="{C183D7F6-B498-43B3-948B-1728B52AA6E4}">
                <adec:decorative xmlns:adec="http://schemas.microsoft.com/office/drawing/2017/decorative" val="0"/>
              </a:ext>
            </a:extLst>
          </p:cNvPr>
          <p:cNvGraphicFramePr>
            <a:graphicFrameLocks noGrp="1"/>
          </p:cNvGraphicFramePr>
          <p:nvPr/>
        </p:nvGraphicFramePr>
        <p:xfrm>
          <a:off x="6379418" y="1832357"/>
          <a:ext cx="1700195" cy="1360896"/>
        </p:xfrm>
        <a:graphic>
          <a:graphicData uri="http://schemas.openxmlformats.org/drawingml/2006/table">
            <a:tbl>
              <a:tblPr firstRow="1" bandRow="1">
                <a:tableStyleId>{5C22544A-7EE6-4342-B048-85BDC9FD1C3A}</a:tableStyleId>
              </a:tblPr>
              <a:tblGrid>
                <a:gridCol w="242885">
                  <a:extLst>
                    <a:ext uri="{9D8B030D-6E8A-4147-A177-3AD203B41FA5}">
                      <a16:colId xmlns:a16="http://schemas.microsoft.com/office/drawing/2014/main" val="1727388637"/>
                    </a:ext>
                  </a:extLst>
                </a:gridCol>
                <a:gridCol w="242885">
                  <a:extLst>
                    <a:ext uri="{9D8B030D-6E8A-4147-A177-3AD203B41FA5}">
                      <a16:colId xmlns:a16="http://schemas.microsoft.com/office/drawing/2014/main" val="2933502934"/>
                    </a:ext>
                  </a:extLst>
                </a:gridCol>
                <a:gridCol w="242885">
                  <a:extLst>
                    <a:ext uri="{9D8B030D-6E8A-4147-A177-3AD203B41FA5}">
                      <a16:colId xmlns:a16="http://schemas.microsoft.com/office/drawing/2014/main" val="3275465788"/>
                    </a:ext>
                  </a:extLst>
                </a:gridCol>
                <a:gridCol w="242885">
                  <a:extLst>
                    <a:ext uri="{9D8B030D-6E8A-4147-A177-3AD203B41FA5}">
                      <a16:colId xmlns:a16="http://schemas.microsoft.com/office/drawing/2014/main" val="942075906"/>
                    </a:ext>
                  </a:extLst>
                </a:gridCol>
                <a:gridCol w="242885">
                  <a:extLst>
                    <a:ext uri="{9D8B030D-6E8A-4147-A177-3AD203B41FA5}">
                      <a16:colId xmlns:a16="http://schemas.microsoft.com/office/drawing/2014/main" val="1462656416"/>
                    </a:ext>
                  </a:extLst>
                </a:gridCol>
                <a:gridCol w="242885">
                  <a:extLst>
                    <a:ext uri="{9D8B030D-6E8A-4147-A177-3AD203B41FA5}">
                      <a16:colId xmlns:a16="http://schemas.microsoft.com/office/drawing/2014/main" val="299907239"/>
                    </a:ext>
                  </a:extLst>
                </a:gridCol>
                <a:gridCol w="242885">
                  <a:extLst>
                    <a:ext uri="{9D8B030D-6E8A-4147-A177-3AD203B41FA5}">
                      <a16:colId xmlns:a16="http://schemas.microsoft.com/office/drawing/2014/main" val="2578400319"/>
                    </a:ext>
                  </a:extLst>
                </a:gridCol>
              </a:tblGrid>
              <a:tr h="226816">
                <a:tc>
                  <a:txBody>
                    <a:bodyPr/>
                    <a:lstStyle/>
                    <a:p>
                      <a:endParaRPr lang="en-US" sz="600" dirty="0">
                        <a:solidFill>
                          <a:schemeClr val="bg1"/>
                        </a:solidFill>
                      </a:endParaRPr>
                    </a:p>
                  </a:txBody>
                  <a:tcPr marL="73152" marR="73152">
                    <a:lnL w="6350" cap="flat" cmpd="sng" algn="ctr">
                      <a:solidFill>
                        <a:srgbClr val="243A5E"/>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600" dirty="0">
                        <a:solidFill>
                          <a:schemeClr val="bg1"/>
                        </a:solidFill>
                      </a:endParaRPr>
                    </a:p>
                  </a:txBody>
                  <a:tcPr marL="73152" marR="73152">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600" dirty="0">
                        <a:solidFill>
                          <a:schemeClr val="bg1"/>
                        </a:solidFill>
                      </a:endParaRPr>
                    </a:p>
                  </a:txBody>
                  <a:tcPr marL="73152" marR="73152">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600" dirty="0">
                        <a:solidFill>
                          <a:schemeClr val="bg1"/>
                        </a:solidFill>
                      </a:endParaRPr>
                    </a:p>
                  </a:txBody>
                  <a:tcPr marL="73152" marR="73152">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600" dirty="0">
                        <a:solidFill>
                          <a:schemeClr val="bg1"/>
                        </a:solidFill>
                      </a:endParaRPr>
                    </a:p>
                  </a:txBody>
                  <a:tcPr marL="73152" marR="73152">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600" dirty="0">
                        <a:solidFill>
                          <a:schemeClr val="bg1"/>
                        </a:solidFill>
                      </a:endParaRPr>
                    </a:p>
                  </a:txBody>
                  <a:tcPr marL="73152" marR="73152">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tc>
                  <a:txBody>
                    <a:bodyPr/>
                    <a:lstStyle/>
                    <a:p>
                      <a:endParaRPr lang="en-US" sz="600" dirty="0">
                        <a:solidFill>
                          <a:schemeClr val="bg1"/>
                        </a:solidFill>
                      </a:endParaRPr>
                    </a:p>
                  </a:txBody>
                  <a:tcPr marL="73152" marR="73152">
                    <a:lnL w="6350" cap="flat" cmpd="sng" algn="ctr">
                      <a:no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solidFill>
                      <a:srgbClr val="243A5E"/>
                    </a:solidFill>
                  </a:tcPr>
                </a:tc>
                <a:extLst>
                  <a:ext uri="{0D108BD9-81ED-4DB2-BD59-A6C34878D82A}">
                    <a16:rowId xmlns:a16="http://schemas.microsoft.com/office/drawing/2014/main" val="1222520331"/>
                  </a:ext>
                </a:extLst>
              </a:tr>
              <a:tr h="226816">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4659512"/>
                  </a:ext>
                </a:extLst>
              </a:tr>
              <a:tr h="226816">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2981460"/>
                  </a:ext>
                </a:extLst>
              </a:tr>
              <a:tr h="226816">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5741097"/>
                  </a:ext>
                </a:extLst>
              </a:tr>
              <a:tr h="226816">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20195651"/>
                  </a:ext>
                </a:extLst>
              </a:tr>
              <a:tr h="226816">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lang="en-US" sz="600" dirty="0"/>
                    </a:p>
                  </a:txBody>
                  <a:tcPr marL="73152" marR="73152">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5319192"/>
                  </a:ext>
                </a:extLst>
              </a:tr>
            </a:tbl>
          </a:graphicData>
        </a:graphic>
      </p:graphicFrame>
      <p:pic>
        <p:nvPicPr>
          <p:cNvPr id="26" name="Graphic 25" descr="aggregation">
            <a:extLst>
              <a:ext uri="{FF2B5EF4-FFF2-40B4-BE49-F238E27FC236}">
                <a16:creationId xmlns:a16="http://schemas.microsoft.com/office/drawing/2014/main" id="{EDC46AC3-6B1F-4539-B5D0-9144E0D34D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56949" y="2056041"/>
            <a:ext cx="914400" cy="914400"/>
          </a:xfrm>
          <a:prstGeom prst="rect">
            <a:avLst/>
          </a:prstGeom>
        </p:spPr>
      </p:pic>
      <p:sp>
        <p:nvSpPr>
          <p:cNvPr id="28" name="Cube 27" descr="OLAP cube">
            <a:extLst>
              <a:ext uri="{FF2B5EF4-FFF2-40B4-BE49-F238E27FC236}">
                <a16:creationId xmlns:a16="http://schemas.microsoft.com/office/drawing/2014/main" id="{E3E1FC06-243B-4F8C-888A-7AAE58262570}"/>
              </a:ext>
            </a:extLst>
          </p:cNvPr>
          <p:cNvSpPr/>
          <p:nvPr/>
        </p:nvSpPr>
        <p:spPr bwMode="auto">
          <a:xfrm>
            <a:off x="10348686" y="2114098"/>
            <a:ext cx="798286" cy="798286"/>
          </a:xfrm>
          <a:prstGeom prst="cub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32" name="Straight Arrow Connector 31" descr="data movement">
            <a:extLst>
              <a:ext uri="{FF2B5EF4-FFF2-40B4-BE49-F238E27FC236}">
                <a16:creationId xmlns:a16="http://schemas.microsoft.com/office/drawing/2014/main" id="{7AE86AD1-00F4-4406-A328-22380A2CFB4F}"/>
              </a:ext>
            </a:extLst>
          </p:cNvPr>
          <p:cNvCxnSpPr/>
          <p:nvPr/>
        </p:nvCxnSpPr>
        <p:spPr>
          <a:xfrm>
            <a:off x="8079613" y="2512805"/>
            <a:ext cx="677336" cy="0"/>
          </a:xfrm>
          <a:prstGeom prst="straightConnector1">
            <a:avLst/>
          </a:prstGeom>
          <a:ln w="571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descr="data movement">
            <a:extLst>
              <a:ext uri="{FF2B5EF4-FFF2-40B4-BE49-F238E27FC236}">
                <a16:creationId xmlns:a16="http://schemas.microsoft.com/office/drawing/2014/main" id="{1F279D60-6515-4F17-A442-0CFC951636EA}"/>
              </a:ext>
            </a:extLst>
          </p:cNvPr>
          <p:cNvCxnSpPr/>
          <p:nvPr/>
        </p:nvCxnSpPr>
        <p:spPr>
          <a:xfrm>
            <a:off x="9538299" y="2512805"/>
            <a:ext cx="677336" cy="0"/>
          </a:xfrm>
          <a:prstGeom prst="straightConnector1">
            <a:avLst/>
          </a:prstGeom>
          <a:ln w="571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99D342D-85FB-4B85-AAFB-AF38218996E2}"/>
              </a:ext>
            </a:extLst>
          </p:cNvPr>
          <p:cNvSpPr txBox="1"/>
          <p:nvPr/>
        </p:nvSpPr>
        <p:spPr>
          <a:xfrm>
            <a:off x="6250923" y="3986859"/>
            <a:ext cx="4818743" cy="960263"/>
          </a:xfrm>
          <a:prstGeom prst="rect">
            <a:avLst/>
          </a:prstGeom>
          <a:noFill/>
        </p:spPr>
        <p:txBody>
          <a:bodyPr wrap="squar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GB" sz="2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Data is periodically loaded, aggregated and stored in a cube</a:t>
            </a:r>
          </a:p>
        </p:txBody>
      </p:sp>
      <p:sp>
        <p:nvSpPr>
          <p:cNvPr id="36" name="TextBox 35">
            <a:extLst>
              <a:ext uri="{FF2B5EF4-FFF2-40B4-BE49-F238E27FC236}">
                <a16:creationId xmlns:a16="http://schemas.microsoft.com/office/drawing/2014/main" id="{159B6E51-BD33-48A8-B354-84E6AF738879}"/>
              </a:ext>
            </a:extLst>
          </p:cNvPr>
          <p:cNvSpPr txBox="1"/>
          <p:nvPr/>
        </p:nvSpPr>
        <p:spPr>
          <a:xfrm>
            <a:off x="682171" y="4503178"/>
            <a:ext cx="5109029" cy="960263"/>
          </a:xfrm>
          <a:prstGeom prst="rect">
            <a:avLst/>
          </a:prstGeom>
          <a:noFill/>
        </p:spPr>
        <p:txBody>
          <a:bodyPr wrap="squar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GB" sz="2400" b="0" i="0" u="none" strike="noStrike" kern="1200" cap="none" spc="0" normalizeH="0" baseline="0" noProof="0" dirty="0">
                <a:ln>
                  <a:noFill/>
                </a:ln>
                <a:gradFill>
                  <a:gsLst>
                    <a:gs pos="2917">
                      <a:srgbClr val="000000"/>
                    </a:gs>
                    <a:gs pos="30000">
                      <a:srgbClr val="000000"/>
                    </a:gs>
                  </a:gsLst>
                  <a:lin ang="5400000" scaled="0"/>
                </a:gradFill>
                <a:effectLst/>
                <a:uLnTx/>
                <a:uFillTx/>
                <a:latin typeface="Segoe UI"/>
                <a:ea typeface="+mn-ea"/>
                <a:cs typeface="+mn-cs"/>
              </a:rPr>
              <a:t>Data is stored one transaction at a time</a:t>
            </a:r>
          </a:p>
        </p:txBody>
      </p:sp>
      <p:sp>
        <p:nvSpPr>
          <p:cNvPr id="3" name="TextBox 2">
            <a:extLst>
              <a:ext uri="{FF2B5EF4-FFF2-40B4-BE49-F238E27FC236}">
                <a16:creationId xmlns:a16="http://schemas.microsoft.com/office/drawing/2014/main" id="{E141E5AC-643A-455A-9A07-DF7834628CCC}"/>
              </a:ext>
            </a:extLst>
          </p:cNvPr>
          <p:cNvSpPr txBox="1"/>
          <p:nvPr/>
        </p:nvSpPr>
        <p:spPr>
          <a:xfrm>
            <a:off x="427039" y="5777802"/>
            <a:ext cx="5668961" cy="738664"/>
          </a:xfrm>
          <a:prstGeom prst="rect">
            <a:avLst/>
          </a:prstGeom>
          <a:noFill/>
        </p:spPr>
        <p:txBody>
          <a:bodyPr wrap="square" lIns="182880" tIns="146304" rIns="182880" bIns="146304" rtlCol="0">
            <a:spAutoFit/>
          </a:bodyPr>
          <a:lstStyle/>
          <a:p>
            <a:pPr>
              <a:lnSpc>
                <a:spcPct val="90000"/>
              </a:lnSpc>
              <a:spcAft>
                <a:spcPts val="600"/>
              </a:spcAft>
            </a:pPr>
            <a:r>
              <a:rPr lang="en-GB" sz="1600" dirty="0"/>
              <a:t>OLTP is good for many small updates that happen frequently</a:t>
            </a:r>
            <a:endParaRPr lang="en-GB" sz="2400" dirty="0">
              <a:gradFill>
                <a:gsLst>
                  <a:gs pos="2917">
                    <a:schemeClr val="tx1"/>
                  </a:gs>
                  <a:gs pos="30000">
                    <a:schemeClr val="tx1"/>
                  </a:gs>
                </a:gsLst>
                <a:lin ang="5400000" scaled="0"/>
              </a:gradFill>
            </a:endParaRPr>
          </a:p>
        </p:txBody>
      </p:sp>
      <p:sp>
        <p:nvSpPr>
          <p:cNvPr id="8" name="TextBox 7">
            <a:extLst>
              <a:ext uri="{FF2B5EF4-FFF2-40B4-BE49-F238E27FC236}">
                <a16:creationId xmlns:a16="http://schemas.microsoft.com/office/drawing/2014/main" id="{17D25F01-EAF8-4740-90D6-8FFF14F6163D}"/>
              </a:ext>
            </a:extLst>
          </p:cNvPr>
          <p:cNvSpPr txBox="1"/>
          <p:nvPr/>
        </p:nvSpPr>
        <p:spPr>
          <a:xfrm>
            <a:off x="6250923" y="5798966"/>
            <a:ext cx="5589932" cy="738664"/>
          </a:xfrm>
          <a:prstGeom prst="rect">
            <a:avLst/>
          </a:prstGeom>
          <a:noFill/>
        </p:spPr>
        <p:txBody>
          <a:bodyPr wrap="square" lIns="182880" tIns="146304" rIns="182880" bIns="146304" rtlCol="0">
            <a:spAutoFit/>
          </a:bodyPr>
          <a:lstStyle/>
          <a:p>
            <a:pPr>
              <a:lnSpc>
                <a:spcPct val="90000"/>
              </a:lnSpc>
              <a:spcAft>
                <a:spcPts val="600"/>
              </a:spcAft>
            </a:pPr>
            <a:r>
              <a:rPr lang="en-GB" sz="1600" dirty="0"/>
              <a:t>OLAP is good for large summarized queries that happen periodically.</a:t>
            </a:r>
            <a:endParaRPr lang="en-GB"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0675599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19611-2DAB-4EC2-BF51-0233F63C5949}"/>
              </a:ext>
            </a:extLst>
          </p:cNvPr>
          <p:cNvSpPr>
            <a:spLocks noGrp="1"/>
          </p:cNvSpPr>
          <p:nvPr>
            <p:ph type="title"/>
          </p:nvPr>
        </p:nvSpPr>
        <p:spPr/>
        <p:txBody>
          <a:bodyPr/>
          <a:lstStyle/>
          <a:p>
            <a:r>
              <a:rPr lang="en-US" dirty="0"/>
              <a:t>Analytical system</a:t>
            </a:r>
          </a:p>
        </p:txBody>
      </p:sp>
      <p:sp>
        <p:nvSpPr>
          <p:cNvPr id="5" name="Rectangle 4">
            <a:extLst>
              <a:ext uri="{FF2B5EF4-FFF2-40B4-BE49-F238E27FC236}">
                <a16:creationId xmlns:a16="http://schemas.microsoft.com/office/drawing/2014/main" id="{441A3809-CDA6-48E0-8F3E-170133B6BAF6}"/>
              </a:ext>
              <a:ext uri="{C183D7F6-B498-43B3-948B-1728B52AA6E4}">
                <adec:decorative xmlns:adec="http://schemas.microsoft.com/office/drawing/2017/decorative" val="1"/>
              </a:ext>
            </a:extLst>
          </p:cNvPr>
          <p:cNvSpPr/>
          <p:nvPr/>
        </p:nvSpPr>
        <p:spPr bwMode="auto">
          <a:xfrm>
            <a:off x="427038" y="1172190"/>
            <a:ext cx="2446791" cy="4352310"/>
          </a:xfrm>
          <a:prstGeom prst="rect">
            <a:avLst/>
          </a:prstGeom>
          <a:solidFill>
            <a:schemeClr val="bg1">
              <a:lumMod val="95000"/>
            </a:schemeClr>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IN"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 name="Graphic 5" descr="Icon of two building">
            <a:extLst>
              <a:ext uri="{FF2B5EF4-FFF2-40B4-BE49-F238E27FC236}">
                <a16:creationId xmlns:a16="http://schemas.microsoft.com/office/drawing/2014/main" id="{BC1DEE2B-F1F7-4567-B005-B99BB75B4A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9384" y="1350708"/>
            <a:ext cx="429948" cy="429948"/>
          </a:xfrm>
          <a:prstGeom prst="rect">
            <a:avLst/>
          </a:prstGeom>
          <a:effectLst/>
        </p:spPr>
      </p:pic>
      <p:sp>
        <p:nvSpPr>
          <p:cNvPr id="7" name="TextBox 6">
            <a:extLst>
              <a:ext uri="{FF2B5EF4-FFF2-40B4-BE49-F238E27FC236}">
                <a16:creationId xmlns:a16="http://schemas.microsoft.com/office/drawing/2014/main" id="{FB9CC074-1A09-4947-89DD-C703A4C766A6}"/>
              </a:ext>
            </a:extLst>
          </p:cNvPr>
          <p:cNvSpPr txBox="1"/>
          <p:nvPr/>
        </p:nvSpPr>
        <p:spPr>
          <a:xfrm>
            <a:off x="609384" y="1838070"/>
            <a:ext cx="2093348" cy="584775"/>
          </a:xfrm>
          <a:prstGeom prst="rect">
            <a:avLst/>
          </a:prstGeom>
          <a:noFill/>
        </p:spPr>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Segoe UI Semibold"/>
              </a:rPr>
              <a:t>On-premises data</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Segoe UI Semibold"/>
              </a:rPr>
              <a:t>SQL Server, Oracle,</a:t>
            </a:r>
            <a:br>
              <a:rPr kumimoji="0" lang="en-US" sz="1100" b="0" i="0" u="none" strike="noStrike" kern="1200" cap="none" spc="0" normalizeH="0" baseline="0" noProof="0" dirty="0">
                <a:ln>
                  <a:noFill/>
                </a:ln>
                <a:solidFill>
                  <a:srgbClr val="000000"/>
                </a:solidFill>
                <a:effectLst/>
                <a:uLnTx/>
                <a:uFillTx/>
                <a:latin typeface="Segoe UI"/>
                <a:ea typeface="+mn-ea"/>
                <a:cs typeface="Segoe UI Semibold"/>
              </a:rPr>
            </a:br>
            <a:r>
              <a:rPr kumimoji="0" lang="en-US" sz="1100" b="0" i="0" u="none" strike="noStrike" kern="1200" cap="none" spc="0" normalizeH="0" baseline="0" noProof="0" dirty="0">
                <a:ln>
                  <a:noFill/>
                </a:ln>
                <a:solidFill>
                  <a:srgbClr val="000000"/>
                </a:solidFill>
                <a:effectLst/>
                <a:uLnTx/>
                <a:uFillTx/>
                <a:latin typeface="Segoe UI"/>
                <a:ea typeface="+mn-ea"/>
                <a:cs typeface="Segoe UI Semibold"/>
              </a:rPr>
              <a:t>fileshares, SAP</a:t>
            </a:r>
          </a:p>
        </p:txBody>
      </p:sp>
      <p:pic>
        <p:nvPicPr>
          <p:cNvPr id="8" name="Graphic 7" descr="Icon of a cloud">
            <a:extLst>
              <a:ext uri="{FF2B5EF4-FFF2-40B4-BE49-F238E27FC236}">
                <a16:creationId xmlns:a16="http://schemas.microsoft.com/office/drawing/2014/main" id="{607D0634-7640-4501-AF15-DB4D6CE6F2A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9384" y="3023656"/>
            <a:ext cx="457416" cy="457416"/>
          </a:xfrm>
          <a:prstGeom prst="rect">
            <a:avLst/>
          </a:prstGeom>
          <a:effectLst/>
        </p:spPr>
      </p:pic>
      <p:sp>
        <p:nvSpPr>
          <p:cNvPr id="9" name="TextBox 8">
            <a:extLst>
              <a:ext uri="{FF2B5EF4-FFF2-40B4-BE49-F238E27FC236}">
                <a16:creationId xmlns:a16="http://schemas.microsoft.com/office/drawing/2014/main" id="{572D7BD0-B78E-48DA-B226-36D90B285D86}"/>
              </a:ext>
            </a:extLst>
          </p:cNvPr>
          <p:cNvSpPr txBox="1"/>
          <p:nvPr/>
        </p:nvSpPr>
        <p:spPr>
          <a:xfrm>
            <a:off x="609384" y="3456788"/>
            <a:ext cx="2093348" cy="430887"/>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Cloud data</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Segoe UI Semibold"/>
              </a:rPr>
              <a:t>Azure, AWS, GCP</a:t>
            </a:r>
          </a:p>
        </p:txBody>
      </p:sp>
      <p:pic>
        <p:nvPicPr>
          <p:cNvPr id="10" name="Graphic 9" descr="Icon of binary numbers">
            <a:extLst>
              <a:ext uri="{FF2B5EF4-FFF2-40B4-BE49-F238E27FC236}">
                <a16:creationId xmlns:a16="http://schemas.microsoft.com/office/drawing/2014/main" id="{F406F093-B11D-4F8A-820C-EC9B6F36D10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9383" y="4488486"/>
            <a:ext cx="390741" cy="390741"/>
          </a:xfrm>
          <a:prstGeom prst="rect">
            <a:avLst/>
          </a:prstGeom>
        </p:spPr>
      </p:pic>
      <p:sp>
        <p:nvSpPr>
          <p:cNvPr id="11" name="TextBox 10">
            <a:extLst>
              <a:ext uri="{FF2B5EF4-FFF2-40B4-BE49-F238E27FC236}">
                <a16:creationId xmlns:a16="http://schemas.microsoft.com/office/drawing/2014/main" id="{2F4B2C44-7BEF-45A3-A16F-0847D771376B}"/>
              </a:ext>
            </a:extLst>
          </p:cNvPr>
          <p:cNvSpPr txBox="1"/>
          <p:nvPr/>
        </p:nvSpPr>
        <p:spPr>
          <a:xfrm>
            <a:off x="609384" y="4894948"/>
            <a:ext cx="2093348" cy="430887"/>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a:ea typeface="+mn-ea"/>
                <a:cs typeface="Segoe UI Semibold" panose="020B0502040204020203" pitchFamily="34" charset="0"/>
              </a:rPr>
              <a:t>SaaS data</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Segoe UI"/>
                <a:ea typeface="+mn-ea"/>
                <a:cs typeface="Segoe UI Semibold"/>
              </a:rPr>
              <a:t>Salesforce, Dynamics </a:t>
            </a:r>
          </a:p>
        </p:txBody>
      </p:sp>
      <p:sp>
        <p:nvSpPr>
          <p:cNvPr id="12" name="Right Brace 11" descr="Closed curly bracket which has On-premises  data, Cloud data and SaaS data in its scope">
            <a:extLst>
              <a:ext uri="{FF2B5EF4-FFF2-40B4-BE49-F238E27FC236}">
                <a16:creationId xmlns:a16="http://schemas.microsoft.com/office/drawing/2014/main" id="{4DA91996-E6D7-41E0-A8A1-4B2288A747A7}"/>
              </a:ext>
              <a:ext uri="{C183D7F6-B498-43B3-948B-1728B52AA6E4}">
                <adec:decorative xmlns:adec="http://schemas.microsoft.com/office/drawing/2017/decorative" val="0"/>
              </a:ext>
            </a:extLst>
          </p:cNvPr>
          <p:cNvSpPr/>
          <p:nvPr/>
        </p:nvSpPr>
        <p:spPr>
          <a:xfrm>
            <a:off x="3014390" y="1172190"/>
            <a:ext cx="341351" cy="4352310"/>
          </a:xfrm>
          <a:prstGeom prst="rightBrace">
            <a:avLst>
              <a:gd name="adj1" fmla="val 56504"/>
              <a:gd name="adj2" fmla="val 36253"/>
            </a:avLst>
          </a:prstGeom>
          <a:ln w="19050" cmpd="sng">
            <a:solidFill>
              <a:schemeClr val="bg1">
                <a:lumMod val="6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mn-cs"/>
            </a:endParaRPr>
          </a:p>
        </p:txBody>
      </p:sp>
      <p:cxnSp>
        <p:nvCxnSpPr>
          <p:cNvPr id="4" name="Straight Connector 3">
            <a:extLst>
              <a:ext uri="{FF2B5EF4-FFF2-40B4-BE49-F238E27FC236}">
                <a16:creationId xmlns:a16="http://schemas.microsoft.com/office/drawing/2014/main" id="{D2DEF842-EF61-4691-86EF-25FEE3A4C018}"/>
              </a:ext>
              <a:ext uri="{C183D7F6-B498-43B3-948B-1728B52AA6E4}">
                <adec:decorative xmlns:adec="http://schemas.microsoft.com/office/drawing/2017/decorative" val="1"/>
              </a:ext>
            </a:extLst>
          </p:cNvPr>
          <p:cNvCxnSpPr>
            <a:cxnSpLocks/>
          </p:cNvCxnSpPr>
          <p:nvPr/>
        </p:nvCxnSpPr>
        <p:spPr>
          <a:xfrm flipV="1">
            <a:off x="3355741" y="2751338"/>
            <a:ext cx="6242406" cy="0"/>
          </a:xfrm>
          <a:prstGeom prst="line">
            <a:avLst/>
          </a:prstGeom>
          <a:ln w="19050" cmpd="sng">
            <a:solidFill>
              <a:schemeClr val="bg1">
                <a:lumMod val="6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80D42CA-82A3-43D4-95E7-160218514E1B}"/>
              </a:ext>
            </a:extLst>
          </p:cNvPr>
          <p:cNvSpPr/>
          <p:nvPr/>
        </p:nvSpPr>
        <p:spPr bwMode="auto">
          <a:xfrm>
            <a:off x="3493217" y="1927124"/>
            <a:ext cx="1695867" cy="1651938"/>
          </a:xfrm>
          <a:prstGeom prst="rect">
            <a:avLst/>
          </a:prstGeom>
          <a:solidFill>
            <a:schemeClr val="bg1"/>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91440" rIns="91440" bIns="4572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UI Semibold"/>
                <a:ea typeface="Segoe UI" panose="020B0502040204020203" pitchFamily="34" charset="0"/>
                <a:cs typeface="Segoe UI" panose="020B0502040204020203" pitchFamily="34" charset="0"/>
              </a:rPr>
              <a:t>Data ingestion</a:t>
            </a:r>
          </a:p>
        </p:txBody>
      </p:sp>
      <p:pic>
        <p:nvPicPr>
          <p:cNvPr id="14" name="Graphic 13" descr="Icon of Data Factory">
            <a:extLst>
              <a:ext uri="{FF2B5EF4-FFF2-40B4-BE49-F238E27FC236}">
                <a16:creationId xmlns:a16="http://schemas.microsoft.com/office/drawing/2014/main" id="{A0C69C82-BFC2-46F8-9BA4-179896A1329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51485" y="2548194"/>
            <a:ext cx="663755" cy="678396"/>
          </a:xfrm>
          <a:prstGeom prst="rect">
            <a:avLst/>
          </a:prstGeom>
        </p:spPr>
      </p:pic>
      <p:sp>
        <p:nvSpPr>
          <p:cNvPr id="15" name="Rectangle 14">
            <a:extLst>
              <a:ext uri="{FF2B5EF4-FFF2-40B4-BE49-F238E27FC236}">
                <a16:creationId xmlns:a16="http://schemas.microsoft.com/office/drawing/2014/main" id="{CF45AB03-9F8A-4BC5-B2C3-BB92CB52D8CB}"/>
              </a:ext>
            </a:extLst>
          </p:cNvPr>
          <p:cNvSpPr/>
          <p:nvPr/>
        </p:nvSpPr>
        <p:spPr bwMode="auto">
          <a:xfrm>
            <a:off x="5319643" y="1927162"/>
            <a:ext cx="2321520" cy="1650139"/>
          </a:xfrm>
          <a:prstGeom prst="rect">
            <a:avLst/>
          </a:prstGeom>
          <a:solidFill>
            <a:schemeClr val="bg1"/>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91440" rIns="91440" bIns="4572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UI Semibold"/>
                <a:ea typeface="Segoe UI" panose="020B0502040204020203" pitchFamily="34" charset="0"/>
                <a:cs typeface="Segoe UI" panose="020B0502040204020203" pitchFamily="34" charset="0"/>
              </a:rPr>
              <a:t>Data storage</a:t>
            </a:r>
          </a:p>
        </p:txBody>
      </p:sp>
      <p:pic>
        <p:nvPicPr>
          <p:cNvPr id="16" name="Picture 15" descr="Data Warehouse">
            <a:extLst>
              <a:ext uri="{FF2B5EF4-FFF2-40B4-BE49-F238E27FC236}">
                <a16:creationId xmlns:a16="http://schemas.microsoft.com/office/drawing/2014/main" id="{29193A41-A8BD-4807-894C-82BC8BE141FB}"/>
              </a:ext>
            </a:extLst>
          </p:cNvPr>
          <p:cNvPicPr>
            <a:picLocks noChangeAspect="1"/>
          </p:cNvPicPr>
          <p:nvPr/>
        </p:nvPicPr>
        <p:blipFill>
          <a:blip r:embed="rId11"/>
          <a:stretch>
            <a:fillRect/>
          </a:stretch>
        </p:blipFill>
        <p:spPr>
          <a:xfrm>
            <a:off x="5592550" y="2483334"/>
            <a:ext cx="804266" cy="808117"/>
          </a:xfrm>
          <a:prstGeom prst="rect">
            <a:avLst/>
          </a:prstGeom>
        </p:spPr>
      </p:pic>
      <p:pic>
        <p:nvPicPr>
          <p:cNvPr id="17" name="Picture 2" descr="Icon of server storage device">
            <a:extLst>
              <a:ext uri="{FF2B5EF4-FFF2-40B4-BE49-F238E27FC236}">
                <a16:creationId xmlns:a16="http://schemas.microsoft.com/office/drawing/2014/main" id="{8A35FEA2-5481-4D16-A7C6-6DA24969E057}"/>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a:stretch/>
        </p:blipFill>
        <p:spPr bwMode="auto">
          <a:xfrm>
            <a:off x="6776622" y="2540762"/>
            <a:ext cx="626719" cy="69326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75AEDAE5-A701-4881-8CFE-D4B46CF652B1}"/>
              </a:ext>
            </a:extLst>
          </p:cNvPr>
          <p:cNvSpPr/>
          <p:nvPr/>
        </p:nvSpPr>
        <p:spPr bwMode="auto">
          <a:xfrm>
            <a:off x="7771722" y="1925373"/>
            <a:ext cx="1695867" cy="1651931"/>
          </a:xfrm>
          <a:prstGeom prst="rect">
            <a:avLst/>
          </a:prstGeom>
          <a:solidFill>
            <a:schemeClr val="bg1"/>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91440" rIns="91440" bIns="4572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UI Semibold"/>
                <a:ea typeface="Segoe UI" panose="020B0502040204020203" pitchFamily="34" charset="0"/>
                <a:cs typeface="Segoe UI" panose="020B0502040204020203" pitchFamily="34" charset="0"/>
              </a:rPr>
              <a:t>Data processing</a:t>
            </a:r>
          </a:p>
        </p:txBody>
      </p:sp>
      <p:pic>
        <p:nvPicPr>
          <p:cNvPr id="19" name="Picture 18" descr="Icon of three gears">
            <a:extLst>
              <a:ext uri="{FF2B5EF4-FFF2-40B4-BE49-F238E27FC236}">
                <a16:creationId xmlns:a16="http://schemas.microsoft.com/office/drawing/2014/main" id="{077FA7DE-3C68-4D14-9A96-52013FD7B70F}"/>
              </a:ext>
            </a:extLst>
          </p:cNvPr>
          <p:cNvPicPr>
            <a:picLocks noChangeAspect="1"/>
          </p:cNvPicPr>
          <p:nvPr/>
        </p:nvPicPr>
        <p:blipFill>
          <a:blip r:embed="rId13"/>
          <a:stretch>
            <a:fillRect/>
          </a:stretch>
        </p:blipFill>
        <p:spPr>
          <a:xfrm>
            <a:off x="8260612" y="2534563"/>
            <a:ext cx="690430" cy="705659"/>
          </a:xfrm>
          <a:prstGeom prst="rect">
            <a:avLst/>
          </a:prstGeom>
        </p:spPr>
      </p:pic>
      <p:sp>
        <p:nvSpPr>
          <p:cNvPr id="20" name="Rectangle 19">
            <a:extLst>
              <a:ext uri="{FF2B5EF4-FFF2-40B4-BE49-F238E27FC236}">
                <a16:creationId xmlns:a16="http://schemas.microsoft.com/office/drawing/2014/main" id="{168381B1-9156-4726-A73B-8C5EBB59470E}"/>
              </a:ext>
            </a:extLst>
          </p:cNvPr>
          <p:cNvSpPr/>
          <p:nvPr/>
        </p:nvSpPr>
        <p:spPr bwMode="auto">
          <a:xfrm>
            <a:off x="9598147" y="1925374"/>
            <a:ext cx="2174753" cy="1651930"/>
          </a:xfrm>
          <a:prstGeom prst="rect">
            <a:avLst/>
          </a:prstGeom>
          <a:solidFill>
            <a:schemeClr val="bg1"/>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91440" rIns="91440" bIns="4572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8D4"/>
                </a:solidFill>
                <a:effectLst/>
                <a:uLnTx/>
                <a:uFillTx/>
                <a:latin typeface="Segoe UI Semibold"/>
                <a:ea typeface="Segoe UI" panose="020B0502040204020203" pitchFamily="34" charset="0"/>
                <a:cs typeface="Segoe UI" panose="020B0502040204020203" pitchFamily="34" charset="0"/>
              </a:rPr>
              <a:t>Data visualization</a:t>
            </a:r>
          </a:p>
        </p:txBody>
      </p:sp>
      <p:pic>
        <p:nvPicPr>
          <p:cNvPr id="21" name="Picture 20" descr="Code">
            <a:extLst>
              <a:ext uri="{FF2B5EF4-FFF2-40B4-BE49-F238E27FC236}">
                <a16:creationId xmlns:a16="http://schemas.microsoft.com/office/drawing/2014/main" id="{653183DA-4CD9-40E9-9B61-279C99CD4C0E}"/>
              </a:ext>
            </a:extLst>
          </p:cNvPr>
          <p:cNvPicPr>
            <a:picLocks noChangeAspect="1"/>
          </p:cNvPicPr>
          <p:nvPr/>
        </p:nvPicPr>
        <p:blipFill>
          <a:blip r:embed="rId14"/>
          <a:stretch>
            <a:fillRect/>
          </a:stretch>
        </p:blipFill>
        <p:spPr>
          <a:xfrm>
            <a:off x="10312163" y="2562925"/>
            <a:ext cx="746720" cy="648935"/>
          </a:xfrm>
          <a:prstGeom prst="rect">
            <a:avLst/>
          </a:prstGeom>
        </p:spPr>
      </p:pic>
    </p:spTree>
    <p:extLst>
      <p:ext uri="{BB962C8B-B14F-4D97-AF65-F5344CB8AC3E}">
        <p14:creationId xmlns:p14="http://schemas.microsoft.com/office/powerpoint/2010/main" val="13702907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Terminology check</a:t>
            </a:r>
          </a:p>
        </p:txBody>
      </p:sp>
      <p:pic>
        <p:nvPicPr>
          <p:cNvPr id="44" name="Picture 43" descr="Azure Synapse Analytics logo">
            <a:extLst>
              <a:ext uri="{FF2B5EF4-FFF2-40B4-BE49-F238E27FC236}">
                <a16:creationId xmlns:a16="http://schemas.microsoft.com/office/drawing/2014/main" id="{CFAA2E71-9486-4F82-BF38-92601471956B}"/>
              </a:ext>
            </a:extLst>
          </p:cNvPr>
          <p:cNvPicPr>
            <a:picLocks noChangeAspect="1"/>
          </p:cNvPicPr>
          <p:nvPr/>
        </p:nvPicPr>
        <p:blipFill>
          <a:blip r:embed="rId3"/>
          <a:stretch>
            <a:fillRect/>
          </a:stretch>
        </p:blipFill>
        <p:spPr>
          <a:xfrm>
            <a:off x="427038" y="1195592"/>
            <a:ext cx="952500" cy="952500"/>
          </a:xfrm>
          <a:prstGeom prst="rect">
            <a:avLst/>
          </a:prstGeom>
        </p:spPr>
      </p:pic>
      <p:sp>
        <p:nvSpPr>
          <p:cNvPr id="12" name="TextBox 11">
            <a:extLst>
              <a:ext uri="{FF2B5EF4-FFF2-40B4-BE49-F238E27FC236}">
                <a16:creationId xmlns:a16="http://schemas.microsoft.com/office/drawing/2014/main" id="{A07544AA-8356-497F-BFAA-09C3B5DA4754}"/>
              </a:ext>
            </a:extLst>
          </p:cNvPr>
          <p:cNvSpPr txBox="1"/>
          <p:nvPr/>
        </p:nvSpPr>
        <p:spPr>
          <a:xfrm>
            <a:off x="1626779" y="1108903"/>
            <a:ext cx="10157834" cy="1131079"/>
          </a:xfrm>
          <a:prstGeom prst="rect">
            <a:avLst/>
          </a:prstGeom>
          <a:noFill/>
        </p:spPr>
        <p:txBody>
          <a:bodyPr wrap="square" lIns="0" tIns="0" rIns="0" bIns="0">
            <a:spAutoFit/>
          </a:bodyPr>
          <a:lstStyle/>
          <a:p>
            <a:pPr marL="0" marR="0" lvl="1" indent="0" algn="l" defTabSz="914367"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Data</a:t>
            </a:r>
          </a:p>
          <a:p>
            <a:pPr marL="349724" marR="0" lvl="1" indent="-349724" algn="l" defTabSz="914367" rtl="0" eaLnBrk="1" fontAlgn="auto" latinLnBrk="0" hangingPunct="1">
              <a:lnSpc>
                <a:spcPct val="100000"/>
              </a:lnSpc>
              <a:spcBef>
                <a:spcPts val="0"/>
              </a:spcBef>
              <a:spcAft>
                <a:spcPts val="300"/>
              </a:spcAft>
              <a:buClrTx/>
              <a:buSzTx/>
              <a:buFont typeface="Wingdings" panose="05000000000000000000" pitchFamily="2" charset="2"/>
              <a:buChar char="q"/>
              <a:tabLst/>
              <a:defRPr/>
            </a:pPr>
            <a:r>
              <a:rPr lang="en-US" sz="1600" noProof="0" dirty="0">
                <a:solidFill>
                  <a:srgbClr val="000000"/>
                </a:solidFill>
                <a:latin typeface="Segoe UI"/>
              </a:rPr>
              <a:t>Structured (rows and tables)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a:p>
            <a:pPr marL="349724" lvl="1" indent="-349724" defTabSz="914367">
              <a:spcAft>
                <a:spcPts val="300"/>
              </a:spcAft>
              <a:buFont typeface="Wingdings" panose="05000000000000000000" pitchFamily="2" charset="2"/>
              <a:buChar char="q"/>
              <a:defRPr/>
            </a:pPr>
            <a:r>
              <a:rPr lang="en-US" sz="1600" dirty="0">
                <a:solidFill>
                  <a:srgbClr val="000000"/>
                </a:solidFill>
              </a:rPr>
              <a:t>Semi-structured (Entities)</a:t>
            </a:r>
          </a:p>
          <a:p>
            <a:pPr marL="349724" lvl="1" indent="-349724" defTabSz="914367">
              <a:spcAft>
                <a:spcPts val="300"/>
              </a:spcAft>
              <a:buFont typeface="Wingdings" panose="05000000000000000000" pitchFamily="2" charset="2"/>
              <a:buChar char="q"/>
              <a:defRPr/>
            </a:pPr>
            <a:r>
              <a:rPr lang="en-US" sz="1600" dirty="0">
                <a:solidFill>
                  <a:srgbClr val="000000"/>
                </a:solidFill>
              </a:rPr>
              <a:t>Unstructured Data (Videos and Images)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cxnSp>
        <p:nvCxnSpPr>
          <p:cNvPr id="14" name="Straight Connector 13">
            <a:extLst>
              <a:ext uri="{FF2B5EF4-FFF2-40B4-BE49-F238E27FC236}">
                <a16:creationId xmlns:a16="http://schemas.microsoft.com/office/drawing/2014/main" id="{78E05849-89CD-49D2-9B23-E07A25769E18}"/>
              </a:ext>
              <a:ext uri="{C183D7F6-B498-43B3-948B-1728B52AA6E4}">
                <adec:decorative xmlns:adec="http://schemas.microsoft.com/office/drawing/2017/decorative" val="1"/>
              </a:ext>
            </a:extLst>
          </p:cNvPr>
          <p:cNvCxnSpPr>
            <a:cxnSpLocks/>
          </p:cNvCxnSpPr>
          <p:nvPr/>
        </p:nvCxnSpPr>
        <p:spPr>
          <a:xfrm>
            <a:off x="1629854" y="2496723"/>
            <a:ext cx="101468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8" name="Picture 47" descr="Icon of a cloud with multiples lines extending from it">
            <a:extLst>
              <a:ext uri="{FF2B5EF4-FFF2-40B4-BE49-F238E27FC236}">
                <a16:creationId xmlns:a16="http://schemas.microsoft.com/office/drawing/2014/main" id="{36C4A683-F874-4E25-87ED-4AE1C53DA9D8}"/>
              </a:ext>
            </a:extLst>
          </p:cNvPr>
          <p:cNvPicPr>
            <a:picLocks noChangeAspect="1"/>
          </p:cNvPicPr>
          <p:nvPr/>
        </p:nvPicPr>
        <p:blipFill>
          <a:blip r:embed="rId4"/>
          <a:stretch>
            <a:fillRect/>
          </a:stretch>
        </p:blipFill>
        <p:spPr>
          <a:xfrm>
            <a:off x="427038" y="2666775"/>
            <a:ext cx="952500" cy="952500"/>
          </a:xfrm>
          <a:prstGeom prst="rect">
            <a:avLst/>
          </a:prstGeom>
        </p:spPr>
      </p:pic>
      <p:sp>
        <p:nvSpPr>
          <p:cNvPr id="16" name="TextBox 15">
            <a:extLst>
              <a:ext uri="{FF2B5EF4-FFF2-40B4-BE49-F238E27FC236}">
                <a16:creationId xmlns:a16="http://schemas.microsoft.com/office/drawing/2014/main" id="{7A635B01-CAB7-4BFC-B0B7-8621632891A0}"/>
              </a:ext>
            </a:extLst>
          </p:cNvPr>
          <p:cNvSpPr txBox="1"/>
          <p:nvPr/>
        </p:nvSpPr>
        <p:spPr>
          <a:xfrm>
            <a:off x="1630991" y="2666775"/>
            <a:ext cx="10142080" cy="1131079"/>
          </a:xfrm>
          <a:prstGeom prst="rect">
            <a:avLst/>
          </a:prstGeom>
          <a:noFill/>
        </p:spPr>
        <p:txBody>
          <a:bodyPr wrap="square" lIns="0" tIns="0" rIns="0" bIns="0">
            <a:spAutoFit/>
          </a:bodyPr>
          <a:lstStyle/>
          <a:p>
            <a:pPr marL="0" marR="0" lvl="1" indent="0" algn="l" defTabSz="914367"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Data Warehouse</a:t>
            </a:r>
          </a:p>
          <a:p>
            <a:pPr marL="349724" lvl="1" indent="-349724" defTabSz="914367">
              <a:spcAft>
                <a:spcPts val="300"/>
              </a:spcAft>
              <a:buFont typeface="Wingdings" panose="05000000000000000000" pitchFamily="2" charset="2"/>
              <a:buChar char="q"/>
              <a:defRPr/>
            </a:pPr>
            <a:r>
              <a:rPr lang="en-US" sz="1600" dirty="0">
                <a:solidFill>
                  <a:srgbClr val="000000"/>
                </a:solidFill>
              </a:rPr>
              <a:t>Storage (Single version of Truth + 4 Defining Features)</a:t>
            </a:r>
          </a:p>
          <a:p>
            <a:pPr marL="349724" lvl="1" indent="-349724" defTabSz="914367">
              <a:spcAft>
                <a:spcPts val="300"/>
              </a:spcAft>
              <a:buFont typeface="Wingdings" panose="05000000000000000000" pitchFamily="2" charset="2"/>
              <a:buChar char="q"/>
              <a:defRPr/>
            </a:pPr>
            <a:r>
              <a:rPr lang="en-US" sz="1600" dirty="0">
                <a:solidFill>
                  <a:srgbClr val="000000"/>
                </a:solidFill>
              </a:rPr>
              <a:t>Modern Datawarehouse (Cloud-based) </a:t>
            </a:r>
          </a:p>
          <a:p>
            <a:pPr marL="349724" marR="0" lvl="1" indent="-349724" algn="l" defTabSz="914367" rtl="0" eaLnBrk="1" fontAlgn="auto" latinLnBrk="0" hangingPunct="1">
              <a:lnSpc>
                <a:spcPct val="100000"/>
              </a:lnSpc>
              <a:spcBef>
                <a:spcPts val="0"/>
              </a:spcBef>
              <a:spcAft>
                <a:spcPts val="3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Batch and Stream</a:t>
            </a:r>
            <a:r>
              <a:rPr kumimoji="0" lang="en-US" sz="1600" b="0" i="0" u="none" strike="noStrike" kern="1200" cap="none" spc="0" normalizeH="0" noProof="0" dirty="0">
                <a:ln>
                  <a:noFill/>
                </a:ln>
                <a:solidFill>
                  <a:srgbClr val="000000"/>
                </a:solidFill>
                <a:effectLst/>
                <a:uLnTx/>
                <a:uFillTx/>
                <a:latin typeface="Segoe UI"/>
                <a:ea typeface="+mn-ea"/>
                <a:cs typeface="+mn-cs"/>
              </a:rPr>
              <a:t> processing</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cxnSp>
        <p:nvCxnSpPr>
          <p:cNvPr id="20" name="Straight Connector 19">
            <a:extLst>
              <a:ext uri="{FF2B5EF4-FFF2-40B4-BE49-F238E27FC236}">
                <a16:creationId xmlns:a16="http://schemas.microsoft.com/office/drawing/2014/main" id="{F5A7F7CF-85C2-4B0F-8502-3F6DA3423FF0}"/>
              </a:ext>
              <a:ext uri="{C183D7F6-B498-43B3-948B-1728B52AA6E4}">
                <adec:decorative xmlns:adec="http://schemas.microsoft.com/office/drawing/2017/decorative" val="1"/>
              </a:ext>
            </a:extLst>
          </p:cNvPr>
          <p:cNvCxnSpPr>
            <a:cxnSpLocks/>
          </p:cNvCxnSpPr>
          <p:nvPr/>
        </p:nvCxnSpPr>
        <p:spPr>
          <a:xfrm>
            <a:off x="1630422" y="3967906"/>
            <a:ext cx="101468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6" name="Picture 45" descr="Icon of four squares arranged to form a square">
            <a:extLst>
              <a:ext uri="{FF2B5EF4-FFF2-40B4-BE49-F238E27FC236}">
                <a16:creationId xmlns:a16="http://schemas.microsoft.com/office/drawing/2014/main" id="{EF4F1251-6DEB-499A-B057-0AB37F65B9FD}"/>
              </a:ext>
            </a:extLst>
          </p:cNvPr>
          <p:cNvPicPr>
            <a:picLocks noChangeAspect="1"/>
          </p:cNvPicPr>
          <p:nvPr/>
        </p:nvPicPr>
        <p:blipFill>
          <a:blip r:embed="rId5"/>
          <a:stretch>
            <a:fillRect/>
          </a:stretch>
        </p:blipFill>
        <p:spPr>
          <a:xfrm>
            <a:off x="427038" y="4137960"/>
            <a:ext cx="952500" cy="952500"/>
          </a:xfrm>
          <a:prstGeom prst="rect">
            <a:avLst/>
          </a:prstGeom>
        </p:spPr>
      </p:pic>
      <p:sp>
        <p:nvSpPr>
          <p:cNvPr id="22" name="TextBox 21">
            <a:extLst>
              <a:ext uri="{FF2B5EF4-FFF2-40B4-BE49-F238E27FC236}">
                <a16:creationId xmlns:a16="http://schemas.microsoft.com/office/drawing/2014/main" id="{1610F2DD-9C9B-4466-8688-BA11CA5BBA9E}"/>
              </a:ext>
            </a:extLst>
          </p:cNvPr>
          <p:cNvSpPr txBox="1"/>
          <p:nvPr/>
        </p:nvSpPr>
        <p:spPr>
          <a:xfrm>
            <a:off x="1626779" y="4137960"/>
            <a:ext cx="10149290" cy="1131079"/>
          </a:xfrm>
          <a:prstGeom prst="rect">
            <a:avLst/>
          </a:prstGeom>
          <a:noFill/>
        </p:spPr>
        <p:txBody>
          <a:bodyPr wrap="square" lIns="0" tIns="0" rIns="0" bIns="0">
            <a:spAutoFit/>
          </a:bodyPr>
          <a:lstStyle/>
          <a:p>
            <a:pPr marL="0" marR="0" lvl="0" indent="0" algn="l" defTabSz="932742"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a:ea typeface="+mn-ea"/>
                <a:cs typeface="+mn-cs"/>
              </a:rPr>
              <a:t>Transactional VS Analytical</a:t>
            </a:r>
            <a:r>
              <a:rPr kumimoji="0" lang="en-US" sz="1800" b="0" i="0" u="none" strike="noStrike" kern="1200" cap="none" spc="0" normalizeH="0" noProof="0" dirty="0">
                <a:ln>
                  <a:noFill/>
                </a:ln>
                <a:solidFill>
                  <a:srgbClr val="000000"/>
                </a:solidFill>
                <a:effectLst/>
                <a:uLnTx/>
                <a:uFillTx/>
                <a:latin typeface="Segoe UI Semibold"/>
                <a:ea typeface="+mn-ea"/>
                <a:cs typeface="+mn-cs"/>
              </a:rPr>
              <a:t> data stores</a:t>
            </a:r>
            <a:endParaRPr kumimoji="0" lang="en-US" sz="1800" b="0" i="0" u="none" strike="noStrike" kern="1200" cap="none" spc="0" normalizeH="0" baseline="0" noProof="0" dirty="0">
              <a:ln>
                <a:noFill/>
              </a:ln>
              <a:solidFill>
                <a:srgbClr val="000000"/>
              </a:solidFill>
              <a:effectLst/>
              <a:uLnTx/>
              <a:uFillTx/>
              <a:latin typeface="Segoe UI Semibold"/>
              <a:ea typeface="+mn-ea"/>
              <a:cs typeface="+mn-cs"/>
            </a:endParaRPr>
          </a:p>
          <a:p>
            <a:pPr marL="349724" marR="0" lvl="1" indent="-349724" algn="l" defTabSz="914367" rtl="0" eaLnBrk="1" fontAlgn="auto" latinLnBrk="0" hangingPunct="1">
              <a:lnSpc>
                <a:spcPct val="100000"/>
              </a:lnSpc>
              <a:spcBef>
                <a:spcPts val="0"/>
              </a:spcBef>
              <a:spcAft>
                <a:spcPts val="3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OLT</a:t>
            </a:r>
            <a:endParaRPr kumimoji="0" lang="en-US" sz="1600" b="0" i="0" u="none" strike="noStrike" kern="1200" cap="none" spc="0" normalizeH="0" baseline="0" noProof="0" dirty="0">
              <a:ln>
                <a:noFill/>
              </a:ln>
              <a:solidFill>
                <a:srgbClr val="0078D4"/>
              </a:solidFill>
              <a:effectLst/>
              <a:uLnTx/>
              <a:uFillTx/>
              <a:latin typeface="Segoe UI Semibold"/>
              <a:ea typeface="+mn-ea"/>
              <a:cs typeface="+mn-cs"/>
            </a:endParaRPr>
          </a:p>
          <a:p>
            <a:pPr marL="349724" marR="0" lvl="1" indent="-349724" algn="l" defTabSz="914367" rtl="0" eaLnBrk="1" fontAlgn="auto" latinLnBrk="0" hangingPunct="1">
              <a:lnSpc>
                <a:spcPct val="100000"/>
              </a:lnSpc>
              <a:spcBef>
                <a:spcPts val="0"/>
              </a:spcBef>
              <a:spcAft>
                <a:spcPts val="3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OLAP</a:t>
            </a:r>
            <a:endParaRPr kumimoji="0" lang="en-US" sz="1600" b="0" i="0" u="none" strike="noStrike" kern="1200" cap="none" spc="0" normalizeH="0" baseline="0" noProof="0" dirty="0">
              <a:ln>
                <a:noFill/>
              </a:ln>
              <a:solidFill>
                <a:srgbClr val="0078D4"/>
              </a:solidFill>
              <a:effectLst/>
              <a:uLnTx/>
              <a:uFillTx/>
              <a:latin typeface="Segoe UI Semibold"/>
              <a:ea typeface="+mn-ea"/>
              <a:cs typeface="+mn-cs"/>
            </a:endParaRPr>
          </a:p>
          <a:p>
            <a:pPr marL="349724" marR="0" lvl="1" indent="-349724" algn="l" defTabSz="914367" rtl="0" eaLnBrk="1" fontAlgn="auto" latinLnBrk="0" hangingPunct="1">
              <a:lnSpc>
                <a:spcPct val="100000"/>
              </a:lnSpc>
              <a:spcBef>
                <a:spcPts val="0"/>
              </a:spcBef>
              <a:spcAft>
                <a:spcPts val="3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Example of Analytical System</a:t>
            </a:r>
          </a:p>
        </p:txBody>
      </p:sp>
      <p:sp>
        <p:nvSpPr>
          <p:cNvPr id="2" name="TextBox 1">
            <a:extLst>
              <a:ext uri="{FF2B5EF4-FFF2-40B4-BE49-F238E27FC236}">
                <a16:creationId xmlns:a16="http://schemas.microsoft.com/office/drawing/2014/main" id="{A00C6749-A2EB-41CD-967D-0E6ADB651800}"/>
              </a:ext>
            </a:extLst>
          </p:cNvPr>
          <p:cNvSpPr txBox="1"/>
          <p:nvPr/>
        </p:nvSpPr>
        <p:spPr>
          <a:xfrm>
            <a:off x="6280220" y="4614210"/>
            <a:ext cx="5504393" cy="1037207"/>
          </a:xfrm>
          <a:prstGeom prst="rect">
            <a:avLst/>
          </a:prstGeom>
          <a:noFill/>
        </p:spPr>
        <p:txBody>
          <a:bodyPr wrap="square" lIns="182880" tIns="146304" rIns="182880" bIns="146304" rtlCol="0">
            <a:spAutoFit/>
          </a:bodyPr>
          <a:lstStyle/>
          <a:p>
            <a:pPr>
              <a:lnSpc>
                <a:spcPct val="90000"/>
              </a:lnSpc>
              <a:spcAft>
                <a:spcPts val="600"/>
              </a:spcAft>
            </a:pPr>
            <a:r>
              <a:rPr lang="en-GB" sz="2400" b="1" dirty="0">
                <a:gradFill>
                  <a:gsLst>
                    <a:gs pos="2917">
                      <a:schemeClr val="tx1"/>
                    </a:gs>
                    <a:gs pos="30000">
                      <a:schemeClr val="tx1"/>
                    </a:gs>
                  </a:gsLst>
                  <a:lin ang="5400000" scaled="0"/>
                </a:gradFill>
              </a:rPr>
              <a:t>Anything wrong on this slide?</a:t>
            </a:r>
          </a:p>
          <a:p>
            <a:pPr>
              <a:lnSpc>
                <a:spcPct val="90000"/>
              </a:lnSpc>
              <a:spcAft>
                <a:spcPts val="600"/>
              </a:spcAft>
            </a:pPr>
            <a:r>
              <a:rPr lang="en-GB" sz="2400" b="1" dirty="0">
                <a:gradFill>
                  <a:gsLst>
                    <a:gs pos="2917">
                      <a:schemeClr val="tx1"/>
                    </a:gs>
                    <a:gs pos="30000">
                      <a:schemeClr val="tx1"/>
                    </a:gs>
                  </a:gsLst>
                  <a:lin ang="5400000" scaled="0"/>
                </a:gradFill>
              </a:rPr>
              <a:t>Can you spot it?</a:t>
            </a:r>
          </a:p>
        </p:txBody>
      </p:sp>
      <p:sp>
        <p:nvSpPr>
          <p:cNvPr id="3" name="TextBox 2">
            <a:extLst>
              <a:ext uri="{FF2B5EF4-FFF2-40B4-BE49-F238E27FC236}">
                <a16:creationId xmlns:a16="http://schemas.microsoft.com/office/drawing/2014/main" id="{C93C1C8C-DAE8-4126-9E4A-4F4AF2B055D7}"/>
              </a:ext>
            </a:extLst>
          </p:cNvPr>
          <p:cNvSpPr txBox="1"/>
          <p:nvPr/>
        </p:nvSpPr>
        <p:spPr>
          <a:xfrm>
            <a:off x="4803112" y="2797569"/>
            <a:ext cx="653143" cy="627864"/>
          </a:xfrm>
          <a:prstGeom prst="rect">
            <a:avLst/>
          </a:prstGeom>
          <a:noFill/>
        </p:spPr>
        <p:txBody>
          <a:bodyPr wrap="square" lIns="182880" tIns="146304" rIns="182880" bIns="146304" rtlCol="0">
            <a:spAutoFit/>
          </a:bodyPr>
          <a:lstStyle/>
          <a:p>
            <a:pPr>
              <a:lnSpc>
                <a:spcPct val="90000"/>
              </a:lnSpc>
              <a:spcAft>
                <a:spcPts val="600"/>
              </a:spcAft>
            </a:pPr>
            <a:r>
              <a:rPr lang="en-GB" sz="2400" b="1" dirty="0">
                <a:solidFill>
                  <a:srgbClr val="FF0000"/>
                </a:solidFill>
              </a:rPr>
              <a:t>5</a:t>
            </a:r>
          </a:p>
        </p:txBody>
      </p:sp>
      <p:sp>
        <p:nvSpPr>
          <p:cNvPr id="19" name="TextBox 18">
            <a:extLst>
              <a:ext uri="{FF2B5EF4-FFF2-40B4-BE49-F238E27FC236}">
                <a16:creationId xmlns:a16="http://schemas.microsoft.com/office/drawing/2014/main" id="{46F79A85-1C06-4BF5-89B6-1F5E9FCC17C3}"/>
              </a:ext>
            </a:extLst>
          </p:cNvPr>
          <p:cNvSpPr txBox="1"/>
          <p:nvPr/>
        </p:nvSpPr>
        <p:spPr>
          <a:xfrm>
            <a:off x="2152022" y="4270134"/>
            <a:ext cx="653143" cy="627864"/>
          </a:xfrm>
          <a:prstGeom prst="rect">
            <a:avLst/>
          </a:prstGeom>
          <a:noFill/>
        </p:spPr>
        <p:txBody>
          <a:bodyPr wrap="square" lIns="182880" tIns="146304" rIns="182880" bIns="146304" rtlCol="0">
            <a:spAutoFit/>
          </a:bodyPr>
          <a:lstStyle/>
          <a:p>
            <a:pPr>
              <a:lnSpc>
                <a:spcPct val="90000"/>
              </a:lnSpc>
              <a:spcAft>
                <a:spcPts val="600"/>
              </a:spcAft>
            </a:pPr>
            <a:r>
              <a:rPr lang="en-GB" sz="2400" b="1" dirty="0">
                <a:solidFill>
                  <a:srgbClr val="FF0000"/>
                </a:solidFill>
              </a:rPr>
              <a:t>P</a:t>
            </a:r>
          </a:p>
        </p:txBody>
      </p:sp>
    </p:spTree>
    <p:extLst>
      <p:ext uri="{BB962C8B-B14F-4D97-AF65-F5344CB8AC3E}">
        <p14:creationId xmlns:p14="http://schemas.microsoft.com/office/powerpoint/2010/main" val="7976049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50793-446A-4681-AAE3-5A435E4B8E22}"/>
              </a:ext>
            </a:extLst>
          </p:cNvPr>
          <p:cNvSpPr>
            <a:spLocks noGrp="1"/>
          </p:cNvSpPr>
          <p:nvPr>
            <p:ph type="title"/>
          </p:nvPr>
        </p:nvSpPr>
        <p:spPr/>
        <p:txBody>
          <a:bodyPr/>
          <a:lstStyle/>
          <a:p>
            <a:r>
              <a:rPr lang="en-GB" dirty="0"/>
              <a:t>Business Intelligence Models</a:t>
            </a:r>
          </a:p>
        </p:txBody>
      </p:sp>
      <p:sp>
        <p:nvSpPr>
          <p:cNvPr id="3" name="Text Placeholder 2">
            <a:extLst>
              <a:ext uri="{FF2B5EF4-FFF2-40B4-BE49-F238E27FC236}">
                <a16:creationId xmlns:a16="http://schemas.microsoft.com/office/drawing/2014/main" id="{06FB5387-9D31-4C8D-A946-057F65A6208E}"/>
              </a:ext>
            </a:extLst>
          </p:cNvPr>
          <p:cNvSpPr>
            <a:spLocks noGrp="1"/>
          </p:cNvSpPr>
          <p:nvPr>
            <p:ph type="body" idx="1"/>
          </p:nvPr>
        </p:nvSpPr>
        <p:spPr/>
        <p:txBody>
          <a:bodyPr/>
          <a:lstStyle/>
          <a:p>
            <a:r>
              <a:rPr lang="en-GB" dirty="0"/>
              <a:t>First Steps</a:t>
            </a:r>
          </a:p>
        </p:txBody>
      </p:sp>
      <p:sp>
        <p:nvSpPr>
          <p:cNvPr id="4" name="Footer Placeholder 3">
            <a:extLst>
              <a:ext uri="{FF2B5EF4-FFF2-40B4-BE49-F238E27FC236}">
                <a16:creationId xmlns:a16="http://schemas.microsoft.com/office/drawing/2014/main" id="{875F5EEF-ED57-4F7E-B269-22753F6FF223}"/>
              </a:ext>
            </a:extLst>
          </p:cNvPr>
          <p:cNvSpPr>
            <a:spLocks noGrp="1"/>
          </p:cNvSpPr>
          <p:nvPr>
            <p:ph type="ftr" sz="quarter" idx="11"/>
          </p:nvPr>
        </p:nvSpPr>
        <p:spPr/>
        <p:txBody>
          <a:bodyPr/>
          <a:lstStyle/>
          <a:p>
            <a:r>
              <a:rPr lang="en-GB"/>
              <a:t>School of Computing, Engineering &amp; Digital Technologies</a:t>
            </a:r>
            <a:endParaRPr lang="en-GB" dirty="0"/>
          </a:p>
        </p:txBody>
      </p:sp>
      <p:sp>
        <p:nvSpPr>
          <p:cNvPr id="5" name="Slide Number Placeholder 4">
            <a:extLst>
              <a:ext uri="{FF2B5EF4-FFF2-40B4-BE49-F238E27FC236}">
                <a16:creationId xmlns:a16="http://schemas.microsoft.com/office/drawing/2014/main" id="{16CA612E-6687-4594-BBE4-E045FD8173AD}"/>
              </a:ext>
            </a:extLst>
          </p:cNvPr>
          <p:cNvSpPr>
            <a:spLocks noGrp="1"/>
          </p:cNvSpPr>
          <p:nvPr>
            <p:ph type="sldNum" sz="quarter" idx="12"/>
          </p:nvPr>
        </p:nvSpPr>
        <p:spPr/>
        <p:txBody>
          <a:bodyPr/>
          <a:lstStyle/>
          <a:p>
            <a:fld id="{5BC3EEBC-8848-48BC-9E86-2856C4334E59}" type="slidenum">
              <a:rPr lang="en-GB" smtClean="0"/>
              <a:t>21</a:t>
            </a:fld>
            <a:endParaRPr lang="en-GB" dirty="0"/>
          </a:p>
        </p:txBody>
      </p:sp>
    </p:spTree>
    <p:extLst>
      <p:ext uri="{BB962C8B-B14F-4D97-AF65-F5344CB8AC3E}">
        <p14:creationId xmlns:p14="http://schemas.microsoft.com/office/powerpoint/2010/main" val="3361798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dirty="0"/>
              <a:t>Recap: What is Business Intelligence?</a:t>
            </a:r>
          </a:p>
        </p:txBody>
      </p:sp>
      <p:sp>
        <p:nvSpPr>
          <p:cNvPr id="9" name="Content Placeholder 8"/>
          <p:cNvSpPr>
            <a:spLocks noGrp="1"/>
          </p:cNvSpPr>
          <p:nvPr>
            <p:ph idx="1"/>
          </p:nvPr>
        </p:nvSpPr>
        <p:spPr>
          <a:xfrm>
            <a:off x="360000" y="1332000"/>
            <a:ext cx="6086520" cy="4896000"/>
          </a:xfrm>
        </p:spPr>
        <p:txBody>
          <a:bodyPr/>
          <a:lstStyle/>
          <a:p>
            <a:pPr marL="12700" marR="5080">
              <a:lnSpc>
                <a:spcPct val="102600"/>
              </a:lnSpc>
              <a:spcBef>
                <a:spcPts val="55"/>
              </a:spcBef>
            </a:pPr>
            <a:r>
              <a:rPr lang="en-GB" sz="2400" spc="-10" dirty="0">
                <a:cs typeface="Arial"/>
              </a:rPr>
              <a:t>BI refers to </a:t>
            </a:r>
            <a:r>
              <a:rPr lang="en-GB" sz="2400" b="1" spc="-10" dirty="0">
                <a:cs typeface="Arial"/>
              </a:rPr>
              <a:t>computer-based techniques </a:t>
            </a:r>
            <a:r>
              <a:rPr lang="en-GB" sz="2400" spc="-10" dirty="0">
                <a:cs typeface="Arial"/>
              </a:rPr>
              <a:t>used in spotting, digging-out, and analysing business data</a:t>
            </a:r>
          </a:p>
          <a:p>
            <a:pPr marL="12700" marR="5080">
              <a:lnSpc>
                <a:spcPct val="102600"/>
              </a:lnSpc>
              <a:spcBef>
                <a:spcPts val="55"/>
              </a:spcBef>
            </a:pPr>
            <a:endParaRPr lang="en-GB" sz="2400" spc="-10" dirty="0">
              <a:cs typeface="Arial"/>
            </a:endParaRPr>
          </a:p>
          <a:p>
            <a:pPr marL="12700" marR="5080">
              <a:lnSpc>
                <a:spcPct val="102600"/>
              </a:lnSpc>
              <a:spcBef>
                <a:spcPts val="55"/>
              </a:spcBef>
            </a:pPr>
            <a:r>
              <a:rPr lang="en-GB" sz="2400" spc="-10" dirty="0">
                <a:cs typeface="Arial"/>
              </a:rPr>
              <a:t>BI technologies provide historical, current, and </a:t>
            </a:r>
            <a:r>
              <a:rPr lang="en-GB" sz="2400" b="1" spc="-10" dirty="0">
                <a:cs typeface="Arial"/>
              </a:rPr>
              <a:t>predictive</a:t>
            </a:r>
            <a:r>
              <a:rPr lang="en-GB" sz="2400" spc="-10" dirty="0">
                <a:cs typeface="Arial"/>
              </a:rPr>
              <a:t> views of business operations</a:t>
            </a:r>
          </a:p>
          <a:p>
            <a:pPr marL="12700" marR="5080">
              <a:lnSpc>
                <a:spcPct val="102600"/>
              </a:lnSpc>
              <a:spcBef>
                <a:spcPts val="55"/>
              </a:spcBef>
            </a:pPr>
            <a:endParaRPr lang="en-GB" sz="2400" spc="-10" dirty="0">
              <a:cs typeface="Arial"/>
            </a:endParaRPr>
          </a:p>
          <a:p>
            <a:pPr marL="12700" marR="5080">
              <a:lnSpc>
                <a:spcPct val="102600"/>
              </a:lnSpc>
              <a:spcBef>
                <a:spcPts val="55"/>
              </a:spcBef>
            </a:pPr>
            <a:r>
              <a:rPr lang="en-GB" sz="2400" spc="-10" dirty="0">
                <a:cs typeface="Arial"/>
              </a:rPr>
              <a:t>BI often aims to support better business  </a:t>
            </a:r>
            <a:r>
              <a:rPr lang="en-GB" sz="2400" b="1" spc="-10" dirty="0">
                <a:cs typeface="Arial"/>
              </a:rPr>
              <a:t>decision-making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C91C18-2D9D-461C-87BF-48086B644113}" type="slidenum">
              <a:rPr kumimoji="0" lang="en-GB" sz="11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1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pic>
        <p:nvPicPr>
          <p:cNvPr id="3" name="Picture 2"/>
          <p:cNvPicPr>
            <a:picLocks noChangeAspect="1"/>
          </p:cNvPicPr>
          <p:nvPr/>
        </p:nvPicPr>
        <p:blipFill>
          <a:blip r:embed="rId2"/>
          <a:stretch>
            <a:fillRect/>
          </a:stretch>
        </p:blipFill>
        <p:spPr>
          <a:xfrm>
            <a:off x="7402642" y="2109406"/>
            <a:ext cx="4346446" cy="2892362"/>
          </a:xfrm>
          <a:prstGeom prst="rect">
            <a:avLst/>
          </a:prstGeom>
        </p:spPr>
      </p:pic>
    </p:spTree>
    <p:extLst>
      <p:ext uri="{BB962C8B-B14F-4D97-AF65-F5344CB8AC3E}">
        <p14:creationId xmlns:p14="http://schemas.microsoft.com/office/powerpoint/2010/main" val="213025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BI?</a:t>
            </a:r>
          </a:p>
        </p:txBody>
      </p:sp>
      <p:sp>
        <p:nvSpPr>
          <p:cNvPr id="3" name="Content Placeholder 2"/>
          <p:cNvSpPr>
            <a:spLocks noGrp="1"/>
          </p:cNvSpPr>
          <p:nvPr>
            <p:ph idx="1"/>
          </p:nvPr>
        </p:nvSpPr>
        <p:spPr>
          <a:xfrm>
            <a:off x="360000" y="1332000"/>
            <a:ext cx="6433992" cy="4896000"/>
          </a:xfrm>
        </p:spPr>
        <p:txBody>
          <a:bodyPr/>
          <a:lstStyle/>
          <a:p>
            <a:r>
              <a:rPr lang="en-GB" sz="2400" dirty="0"/>
              <a:t>Tremendous amount of data</a:t>
            </a:r>
          </a:p>
          <a:p>
            <a:pPr lvl="1"/>
            <a:r>
              <a:rPr lang="en-GB" sz="1800" dirty="0"/>
              <a:t>Low-cost data storage technologies</a:t>
            </a:r>
          </a:p>
          <a:p>
            <a:pPr lvl="1"/>
            <a:r>
              <a:rPr lang="en-GB" sz="1800" dirty="0"/>
              <a:t>Free access to large amount of data</a:t>
            </a:r>
          </a:p>
          <a:p>
            <a:endParaRPr lang="en-GB" sz="2400" dirty="0"/>
          </a:p>
          <a:p>
            <a:r>
              <a:rPr lang="en-GB" sz="2400" dirty="0"/>
              <a:t>High dimensionality of data</a:t>
            </a:r>
          </a:p>
          <a:p>
            <a:pPr lvl="1"/>
            <a:r>
              <a:rPr lang="en-GB" sz="1800" dirty="0"/>
              <a:t>Many dimensions to be combined together</a:t>
            </a:r>
          </a:p>
          <a:p>
            <a:endParaRPr lang="en-GB" sz="2400" dirty="0"/>
          </a:p>
          <a:p>
            <a:r>
              <a:rPr lang="en-GB" sz="2400" dirty="0"/>
              <a:t>High complexity of data</a:t>
            </a:r>
          </a:p>
          <a:p>
            <a:pPr lvl="1"/>
            <a:r>
              <a:rPr lang="en-GB" sz="1800" dirty="0"/>
              <a:t>Time-series data, temporal data, sequence data</a:t>
            </a:r>
          </a:p>
          <a:p>
            <a:pPr lvl="1"/>
            <a:r>
              <a:rPr lang="en-GB" sz="1800" dirty="0"/>
              <a:t>Spatial, spatiotemporal, multimedia, text and Web data</a:t>
            </a:r>
          </a:p>
          <a:p>
            <a:endParaRPr lang="en-GB" sz="2400" dirty="0"/>
          </a:p>
        </p:txBody>
      </p:sp>
      <p:sp>
        <p:nvSpPr>
          <p:cNvPr id="4" name="Slide Number Placeholder 3"/>
          <p:cNvSpPr>
            <a:spLocks noGrp="1"/>
          </p:cNvSpPr>
          <p:nvPr>
            <p:ph type="sldNum" sz="quarter" idx="12"/>
          </p:nvPr>
        </p:nvSpPr>
        <p:spPr/>
        <p:txBody>
          <a:bodyPr/>
          <a:lstStyle/>
          <a:p>
            <a:fld id="{7CC91C18-2D9D-461C-87BF-48086B644113}" type="slidenum">
              <a:rPr lang="en-GB" smtClean="0"/>
              <a:t>23</a:t>
            </a:fld>
            <a:endParaRPr lang="en-GB"/>
          </a:p>
        </p:txBody>
      </p:sp>
      <p:pic>
        <p:nvPicPr>
          <p:cNvPr id="7" name="Picture 6"/>
          <p:cNvPicPr>
            <a:picLocks noChangeAspect="1"/>
          </p:cNvPicPr>
          <p:nvPr/>
        </p:nvPicPr>
        <p:blipFill>
          <a:blip r:embed="rId2"/>
          <a:stretch>
            <a:fillRect/>
          </a:stretch>
        </p:blipFill>
        <p:spPr>
          <a:xfrm>
            <a:off x="7754572" y="1845259"/>
            <a:ext cx="3582370" cy="2781605"/>
          </a:xfrm>
          <a:prstGeom prst="rect">
            <a:avLst/>
          </a:prstGeom>
        </p:spPr>
      </p:pic>
    </p:spTree>
    <p:extLst>
      <p:ext uri="{BB962C8B-B14F-4D97-AF65-F5344CB8AC3E}">
        <p14:creationId xmlns:p14="http://schemas.microsoft.com/office/powerpoint/2010/main" val="2539552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The main steps of BI</a:t>
            </a:r>
          </a:p>
        </p:txBody>
      </p:sp>
      <p:sp>
        <p:nvSpPr>
          <p:cNvPr id="3" name="Content Placeholder 2"/>
          <p:cNvSpPr>
            <a:spLocks noGrp="1"/>
          </p:cNvSpPr>
          <p:nvPr>
            <p:ph idx="1"/>
          </p:nvPr>
        </p:nvSpPr>
        <p:spPr/>
        <p:txBody>
          <a:bodyPr/>
          <a:lstStyle/>
          <a:p>
            <a:endParaRPr lang="en-GB"/>
          </a:p>
        </p:txBody>
      </p:sp>
      <p:sp>
        <p:nvSpPr>
          <p:cNvPr id="4" name="Slide Number Placeholder 3"/>
          <p:cNvSpPr>
            <a:spLocks noGrp="1"/>
          </p:cNvSpPr>
          <p:nvPr>
            <p:ph type="sldNum" sz="quarter" idx="12"/>
          </p:nvPr>
        </p:nvSpPr>
        <p:spPr/>
        <p:txBody>
          <a:bodyPr/>
          <a:lstStyle/>
          <a:p>
            <a:fld id="{7CC91C18-2D9D-461C-87BF-48086B644113}" type="slidenum">
              <a:rPr lang="en-GB" smtClean="0"/>
              <a:t>24</a:t>
            </a:fld>
            <a:endParaRPr lang="en-GB"/>
          </a:p>
        </p:txBody>
      </p:sp>
      <p:pic>
        <p:nvPicPr>
          <p:cNvPr id="2050" name="Picture 2" descr="What is Business Intelligence? BI Definition // Pyramid Analy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46" y="1231509"/>
            <a:ext cx="5428264" cy="3256959"/>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3B4DDD21-CEE6-4E7F-9FD4-DA4E8D554EF8}"/>
              </a:ext>
            </a:extLst>
          </p:cNvPr>
          <p:cNvGrpSpPr/>
          <p:nvPr/>
        </p:nvGrpSpPr>
        <p:grpSpPr>
          <a:xfrm>
            <a:off x="5254295" y="2553085"/>
            <a:ext cx="7226261" cy="3643969"/>
            <a:chOff x="4511853" y="2491669"/>
            <a:chExt cx="7226261" cy="3643969"/>
          </a:xfrm>
        </p:grpSpPr>
        <p:sp>
          <p:nvSpPr>
            <p:cNvPr id="6" name="object 3">
              <a:extLst>
                <a:ext uri="{FF2B5EF4-FFF2-40B4-BE49-F238E27FC236}">
                  <a16:creationId xmlns:a16="http://schemas.microsoft.com/office/drawing/2014/main" id="{C07B7EBA-C7F0-4D27-A421-5C1E17E7817F}"/>
                </a:ext>
              </a:extLst>
            </p:cNvPr>
            <p:cNvSpPr/>
            <p:nvPr/>
          </p:nvSpPr>
          <p:spPr>
            <a:xfrm>
              <a:off x="4605739" y="2491669"/>
              <a:ext cx="6725697" cy="3270738"/>
            </a:xfrm>
            <a:prstGeom prst="rect">
              <a:avLst/>
            </a:prstGeom>
            <a:blipFill>
              <a:blip r:embed="rId3" cstate="print"/>
              <a:stretch>
                <a:fillRect/>
              </a:stretch>
            </a:blipFill>
          </p:spPr>
          <p:txBody>
            <a:bodyPr wrap="square" lIns="0" tIns="0" rIns="0" bIns="0" rtlCol="0"/>
            <a:lstStyle/>
            <a:p>
              <a:endParaRPr/>
            </a:p>
          </p:txBody>
        </p:sp>
        <p:sp>
          <p:nvSpPr>
            <p:cNvPr id="7" name="Content Placeholder 2">
              <a:extLst>
                <a:ext uri="{FF2B5EF4-FFF2-40B4-BE49-F238E27FC236}">
                  <a16:creationId xmlns:a16="http://schemas.microsoft.com/office/drawing/2014/main" id="{822684F1-2864-423D-8193-8A7A78850405}"/>
                </a:ext>
              </a:extLst>
            </p:cNvPr>
            <p:cNvSpPr txBox="1">
              <a:spLocks/>
            </p:cNvSpPr>
            <p:nvPr/>
          </p:nvSpPr>
          <p:spPr>
            <a:xfrm>
              <a:off x="4511853" y="5731461"/>
              <a:ext cx="7226261" cy="40417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400" b="1" dirty="0"/>
                <a:t>Data mining </a:t>
              </a:r>
              <a:r>
                <a:rPr lang="en-GB" sz="1400" dirty="0"/>
                <a:t>is the process of discovering patterns in large data sets involving methods at the intersection of machine learning, statistics, and database systems.</a:t>
              </a:r>
            </a:p>
          </p:txBody>
        </p:sp>
        <p:sp>
          <p:nvSpPr>
            <p:cNvPr id="5" name="TextBox 4">
              <a:extLst>
                <a:ext uri="{FF2B5EF4-FFF2-40B4-BE49-F238E27FC236}">
                  <a16:creationId xmlns:a16="http://schemas.microsoft.com/office/drawing/2014/main" id="{4CF37DD1-8A0A-4EDC-9890-B898B5A4A9CB}"/>
                </a:ext>
              </a:extLst>
            </p:cNvPr>
            <p:cNvSpPr txBox="1"/>
            <p:nvPr/>
          </p:nvSpPr>
          <p:spPr>
            <a:xfrm>
              <a:off x="4605739" y="2662812"/>
              <a:ext cx="6636283" cy="369332"/>
            </a:xfrm>
            <a:prstGeom prst="rect">
              <a:avLst/>
            </a:prstGeom>
            <a:noFill/>
          </p:spPr>
          <p:txBody>
            <a:bodyPr wrap="square" rtlCol="0">
              <a:spAutoFit/>
            </a:bodyPr>
            <a:lstStyle/>
            <a:p>
              <a:r>
                <a:rPr lang="en-GB" b="1" dirty="0"/>
                <a:t>Knowledge Discovery Process</a:t>
              </a:r>
            </a:p>
          </p:txBody>
        </p:sp>
      </p:grpSp>
    </p:spTree>
    <p:extLst>
      <p:ext uri="{BB962C8B-B14F-4D97-AF65-F5344CB8AC3E}">
        <p14:creationId xmlns:p14="http://schemas.microsoft.com/office/powerpoint/2010/main" val="751916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 Analysis Models</a:t>
            </a:r>
          </a:p>
        </p:txBody>
      </p:sp>
      <p:sp>
        <p:nvSpPr>
          <p:cNvPr id="3" name="Content Placeholder 2"/>
          <p:cNvSpPr>
            <a:spLocks noGrp="1"/>
          </p:cNvSpPr>
          <p:nvPr>
            <p:ph idx="1"/>
          </p:nvPr>
        </p:nvSpPr>
        <p:spPr>
          <a:xfrm>
            <a:off x="288747" y="1038180"/>
            <a:ext cx="7158401" cy="4896000"/>
          </a:xfrm>
        </p:spPr>
        <p:txBody>
          <a:bodyPr/>
          <a:lstStyle/>
          <a:p>
            <a:r>
              <a:rPr lang="en-GB" sz="2400" b="1" dirty="0"/>
              <a:t>Classification</a:t>
            </a:r>
            <a:r>
              <a:rPr lang="en-GB" sz="2400" dirty="0"/>
              <a:t> of observations to classes, e.g. Healthy or Disease classes based on genetic factors (you know the classes).</a:t>
            </a:r>
          </a:p>
          <a:p>
            <a:pPr marL="0" indent="0">
              <a:buNone/>
            </a:pPr>
            <a:endParaRPr lang="en-GB" sz="2400" dirty="0"/>
          </a:p>
          <a:p>
            <a:r>
              <a:rPr lang="en-GB" sz="2400" b="1" dirty="0"/>
              <a:t>Prediction</a:t>
            </a:r>
            <a:r>
              <a:rPr lang="en-GB" sz="2400" dirty="0"/>
              <a:t> is similar, but instead of assignment to classes, we  try to predict the value of a numerical variable, e.g. amount  of credit card purchase (regression).</a:t>
            </a:r>
          </a:p>
          <a:p>
            <a:pPr marL="0" indent="0">
              <a:buNone/>
            </a:pPr>
            <a:endParaRPr lang="en-GB" sz="2400" dirty="0"/>
          </a:p>
          <a:p>
            <a:r>
              <a:rPr lang="en-GB" sz="2400" b="1" dirty="0"/>
              <a:t>Association\Clustering</a:t>
            </a:r>
            <a:r>
              <a:rPr lang="en-GB" sz="2400" dirty="0"/>
              <a:t> rules or affinity analysis tells what is associated  with the observations. Recommender systems (e.g.  amazon.com) use association rules (you don’t know the classes).</a:t>
            </a:r>
          </a:p>
          <a:p>
            <a:endParaRPr lang="en-GB" sz="2400" dirty="0"/>
          </a:p>
        </p:txBody>
      </p:sp>
      <p:sp>
        <p:nvSpPr>
          <p:cNvPr id="4" name="Slide Number Placeholder 3"/>
          <p:cNvSpPr>
            <a:spLocks noGrp="1"/>
          </p:cNvSpPr>
          <p:nvPr>
            <p:ph type="sldNum" sz="quarter" idx="12"/>
          </p:nvPr>
        </p:nvSpPr>
        <p:spPr/>
        <p:txBody>
          <a:bodyPr/>
          <a:lstStyle/>
          <a:p>
            <a:fld id="{7CC91C18-2D9D-461C-87BF-48086B644113}" type="slidenum">
              <a:rPr lang="en-GB" smtClean="0"/>
              <a:t>25</a:t>
            </a:fld>
            <a:endParaRPr lang="en-GB"/>
          </a:p>
        </p:txBody>
      </p:sp>
      <p:pic>
        <p:nvPicPr>
          <p:cNvPr id="5" name="Picture 4"/>
          <p:cNvPicPr>
            <a:picLocks noChangeAspect="1"/>
          </p:cNvPicPr>
          <p:nvPr/>
        </p:nvPicPr>
        <p:blipFill rotWithShape="1">
          <a:blip r:embed="rId2"/>
          <a:srcRect t="12696" b="5973"/>
          <a:stretch/>
        </p:blipFill>
        <p:spPr>
          <a:xfrm>
            <a:off x="8173155" y="401911"/>
            <a:ext cx="3847793" cy="2314223"/>
          </a:xfrm>
          <a:prstGeom prst="rect">
            <a:avLst/>
          </a:prstGeom>
        </p:spPr>
      </p:pic>
      <p:pic>
        <p:nvPicPr>
          <p:cNvPr id="6" name="Picture 5"/>
          <p:cNvPicPr>
            <a:picLocks noChangeAspect="1"/>
          </p:cNvPicPr>
          <p:nvPr/>
        </p:nvPicPr>
        <p:blipFill rotWithShape="1">
          <a:blip r:embed="rId3"/>
          <a:srcRect t="10154" b="6351"/>
          <a:stretch/>
        </p:blipFill>
        <p:spPr>
          <a:xfrm>
            <a:off x="8082844" y="3601156"/>
            <a:ext cx="3847793" cy="2370666"/>
          </a:xfrm>
          <a:prstGeom prst="rect">
            <a:avLst/>
          </a:prstGeom>
        </p:spPr>
      </p:pic>
      <p:sp>
        <p:nvSpPr>
          <p:cNvPr id="7" name="Right Arrow 6"/>
          <p:cNvSpPr/>
          <p:nvPr/>
        </p:nvSpPr>
        <p:spPr>
          <a:xfrm rot="5400000">
            <a:off x="9681335" y="2918051"/>
            <a:ext cx="650809" cy="471477"/>
          </a:xfrm>
          <a:prstGeom prst="rightArrow">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8" name="Picture 2" descr="Image result for regression vs classification&quot;">
            <a:extLst>
              <a:ext uri="{FF2B5EF4-FFF2-40B4-BE49-F238E27FC236}">
                <a16:creationId xmlns:a16="http://schemas.microsoft.com/office/drawing/2014/main" id="{179B16C5-DECD-4300-8AF4-78F272367B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9985"/>
          <a:stretch/>
        </p:blipFill>
        <p:spPr bwMode="auto">
          <a:xfrm>
            <a:off x="7672580" y="710647"/>
            <a:ext cx="4196842" cy="412322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D6A8B38-55C2-4648-8913-850761849FDA}"/>
              </a:ext>
            </a:extLst>
          </p:cNvPr>
          <p:cNvPicPr>
            <a:picLocks noChangeAspect="1"/>
          </p:cNvPicPr>
          <p:nvPr/>
        </p:nvPicPr>
        <p:blipFill>
          <a:blip r:embed="rId5"/>
          <a:stretch>
            <a:fillRect/>
          </a:stretch>
        </p:blipFill>
        <p:spPr>
          <a:xfrm>
            <a:off x="7103090" y="3493165"/>
            <a:ext cx="4991764" cy="2807867"/>
          </a:xfrm>
          <a:prstGeom prst="rect">
            <a:avLst/>
          </a:prstGeom>
        </p:spPr>
      </p:pic>
    </p:spTree>
    <p:extLst>
      <p:ext uri="{BB962C8B-B14F-4D97-AF65-F5344CB8AC3E}">
        <p14:creationId xmlns:p14="http://schemas.microsoft.com/office/powerpoint/2010/main" val="15065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0"/>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par>
                                <p:cTn id="36" presetID="10" presetClass="entr" presetSubtype="0" fill="hold"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771F-3003-4606-9CD4-DBE358612156}"/>
              </a:ext>
            </a:extLst>
          </p:cNvPr>
          <p:cNvSpPr>
            <a:spLocks noGrp="1"/>
          </p:cNvSpPr>
          <p:nvPr>
            <p:ph type="title"/>
          </p:nvPr>
        </p:nvSpPr>
        <p:spPr>
          <a:xfrm>
            <a:off x="485333" y="47706"/>
            <a:ext cx="9470895" cy="795600"/>
          </a:xfrm>
        </p:spPr>
        <p:txBody>
          <a:bodyPr/>
          <a:lstStyle/>
          <a:p>
            <a:r>
              <a:rPr lang="en-GB" dirty="0"/>
              <a:t>Example1: Customer behaviour</a:t>
            </a:r>
          </a:p>
        </p:txBody>
      </p:sp>
      <p:sp>
        <p:nvSpPr>
          <p:cNvPr id="3" name="Content Placeholder 2">
            <a:extLst>
              <a:ext uri="{FF2B5EF4-FFF2-40B4-BE49-F238E27FC236}">
                <a16:creationId xmlns:a16="http://schemas.microsoft.com/office/drawing/2014/main" id="{0DD7229A-5193-4F69-A376-58F4CE0C7A2C}"/>
              </a:ext>
            </a:extLst>
          </p:cNvPr>
          <p:cNvSpPr>
            <a:spLocks noGrp="1"/>
          </p:cNvSpPr>
          <p:nvPr>
            <p:ph idx="1"/>
          </p:nvPr>
        </p:nvSpPr>
        <p:spPr>
          <a:xfrm>
            <a:off x="360616" y="1032753"/>
            <a:ext cx="11477506" cy="4896000"/>
          </a:xfrm>
        </p:spPr>
        <p:txBody>
          <a:bodyPr/>
          <a:lstStyle/>
          <a:p>
            <a:pPr marL="0" indent="0">
              <a:buNone/>
            </a:pPr>
            <a:r>
              <a:rPr lang="en-GB" sz="2400" dirty="0"/>
              <a:t>You need to send promotional offers to your customers, but you want to send them to the ones that are more likely to buy/respond to the offers.</a:t>
            </a:r>
          </a:p>
          <a:p>
            <a:pPr marL="0" indent="0">
              <a:buNone/>
            </a:pPr>
            <a:r>
              <a:rPr lang="en-GB" sz="2400" b="1" dirty="0"/>
              <a:t>To classify customers </a:t>
            </a:r>
            <a:r>
              <a:rPr lang="en-GB" sz="2400" dirty="0"/>
              <a:t>into two categories based on their buying patterns, web store browsing patterns etc., which model would you use?</a:t>
            </a:r>
          </a:p>
        </p:txBody>
      </p:sp>
      <p:sp>
        <p:nvSpPr>
          <p:cNvPr id="4" name="Slide Number Placeholder 3">
            <a:extLst>
              <a:ext uri="{FF2B5EF4-FFF2-40B4-BE49-F238E27FC236}">
                <a16:creationId xmlns:a16="http://schemas.microsoft.com/office/drawing/2014/main" id="{C3D04730-AB9E-43A6-892D-C882EBC752FB}"/>
              </a:ext>
            </a:extLst>
          </p:cNvPr>
          <p:cNvSpPr>
            <a:spLocks noGrp="1"/>
          </p:cNvSpPr>
          <p:nvPr>
            <p:ph type="sldNum" sz="quarter" idx="12"/>
          </p:nvPr>
        </p:nvSpPr>
        <p:spPr/>
        <p:txBody>
          <a:bodyPr/>
          <a:lstStyle/>
          <a:p>
            <a:fld id="{7CC91C18-2D9D-461C-87BF-48086B644113}" type="slidenum">
              <a:rPr lang="en-GB" smtClean="0"/>
              <a:t>26</a:t>
            </a:fld>
            <a:endParaRPr lang="en-GB"/>
          </a:p>
        </p:txBody>
      </p:sp>
      <p:pic>
        <p:nvPicPr>
          <p:cNvPr id="5" name="Picture 2" descr="Image result for regression vs classification&quot;">
            <a:extLst>
              <a:ext uri="{FF2B5EF4-FFF2-40B4-BE49-F238E27FC236}">
                <a16:creationId xmlns:a16="http://schemas.microsoft.com/office/drawing/2014/main" id="{6D06FE92-F09A-4984-92B4-759B9FC90A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9985"/>
          <a:stretch/>
        </p:blipFill>
        <p:spPr bwMode="auto">
          <a:xfrm>
            <a:off x="485333" y="2804926"/>
            <a:ext cx="3179600" cy="31238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A7E3682F-09E6-458C-B6F8-D6B4B11C55B3}"/>
              </a:ext>
            </a:extLst>
          </p:cNvPr>
          <p:cNvGrpSpPr/>
          <p:nvPr/>
        </p:nvGrpSpPr>
        <p:grpSpPr>
          <a:xfrm>
            <a:off x="3302772" y="3129753"/>
            <a:ext cx="4991764" cy="3158867"/>
            <a:chOff x="3171933" y="3429000"/>
            <a:chExt cx="4991764" cy="3158867"/>
          </a:xfrm>
        </p:grpSpPr>
        <p:pic>
          <p:nvPicPr>
            <p:cNvPr id="6" name="Picture 5">
              <a:extLst>
                <a:ext uri="{FF2B5EF4-FFF2-40B4-BE49-F238E27FC236}">
                  <a16:creationId xmlns:a16="http://schemas.microsoft.com/office/drawing/2014/main" id="{D2C8DCE0-A2AF-4986-8472-EF99226A240B}"/>
                </a:ext>
              </a:extLst>
            </p:cNvPr>
            <p:cNvPicPr>
              <a:picLocks noChangeAspect="1"/>
            </p:cNvPicPr>
            <p:nvPr/>
          </p:nvPicPr>
          <p:blipFill>
            <a:blip r:embed="rId3"/>
            <a:stretch>
              <a:fillRect/>
            </a:stretch>
          </p:blipFill>
          <p:spPr>
            <a:xfrm>
              <a:off x="3171933" y="3780000"/>
              <a:ext cx="4991764" cy="2807867"/>
            </a:xfrm>
            <a:prstGeom prst="rect">
              <a:avLst/>
            </a:prstGeom>
          </p:spPr>
        </p:pic>
        <p:sp>
          <p:nvSpPr>
            <p:cNvPr id="9" name="TextBox 8">
              <a:extLst>
                <a:ext uri="{FF2B5EF4-FFF2-40B4-BE49-F238E27FC236}">
                  <a16:creationId xmlns:a16="http://schemas.microsoft.com/office/drawing/2014/main" id="{70735C37-39E4-4C49-B6E8-83C703622191}"/>
                </a:ext>
              </a:extLst>
            </p:cNvPr>
            <p:cNvSpPr txBox="1"/>
            <p:nvPr/>
          </p:nvSpPr>
          <p:spPr>
            <a:xfrm>
              <a:off x="3964066" y="3429000"/>
              <a:ext cx="3573556" cy="369332"/>
            </a:xfrm>
            <a:prstGeom prst="rect">
              <a:avLst/>
            </a:prstGeom>
            <a:noFill/>
          </p:spPr>
          <p:txBody>
            <a:bodyPr wrap="square" rtlCol="0">
              <a:spAutoFit/>
            </a:bodyPr>
            <a:lstStyle/>
            <a:p>
              <a:pPr algn="ctr"/>
              <a:r>
                <a:rPr lang="en-GB" dirty="0"/>
                <a:t>Prediction\Regression</a:t>
              </a:r>
            </a:p>
          </p:txBody>
        </p:sp>
      </p:grpSp>
      <p:grpSp>
        <p:nvGrpSpPr>
          <p:cNvPr id="11" name="Group 10">
            <a:extLst>
              <a:ext uri="{FF2B5EF4-FFF2-40B4-BE49-F238E27FC236}">
                <a16:creationId xmlns:a16="http://schemas.microsoft.com/office/drawing/2014/main" id="{AEB9184B-A9A3-45A5-A57A-2B29788153ED}"/>
              </a:ext>
            </a:extLst>
          </p:cNvPr>
          <p:cNvGrpSpPr/>
          <p:nvPr/>
        </p:nvGrpSpPr>
        <p:grpSpPr>
          <a:xfrm>
            <a:off x="8037837" y="2804748"/>
            <a:ext cx="3847793" cy="2747424"/>
            <a:chOff x="7906998" y="3103995"/>
            <a:chExt cx="3847793" cy="2747424"/>
          </a:xfrm>
        </p:grpSpPr>
        <p:pic>
          <p:nvPicPr>
            <p:cNvPr id="7" name="Picture 6">
              <a:extLst>
                <a:ext uri="{FF2B5EF4-FFF2-40B4-BE49-F238E27FC236}">
                  <a16:creationId xmlns:a16="http://schemas.microsoft.com/office/drawing/2014/main" id="{6070A407-0E78-4D90-9AA6-1BF1A4DF7545}"/>
                </a:ext>
              </a:extLst>
            </p:cNvPr>
            <p:cNvPicPr>
              <a:picLocks noChangeAspect="1"/>
            </p:cNvPicPr>
            <p:nvPr/>
          </p:nvPicPr>
          <p:blipFill rotWithShape="1">
            <a:blip r:embed="rId4"/>
            <a:srcRect t="10154" b="6351"/>
            <a:stretch/>
          </p:blipFill>
          <p:spPr>
            <a:xfrm>
              <a:off x="7906998" y="3480753"/>
              <a:ext cx="3847793" cy="2370666"/>
            </a:xfrm>
            <a:prstGeom prst="rect">
              <a:avLst/>
            </a:prstGeom>
          </p:spPr>
        </p:pic>
        <p:sp>
          <p:nvSpPr>
            <p:cNvPr id="10" name="TextBox 9">
              <a:extLst>
                <a:ext uri="{FF2B5EF4-FFF2-40B4-BE49-F238E27FC236}">
                  <a16:creationId xmlns:a16="http://schemas.microsoft.com/office/drawing/2014/main" id="{2B6EB21C-8681-48BB-9FE7-1E513EE9ECEE}"/>
                </a:ext>
              </a:extLst>
            </p:cNvPr>
            <p:cNvSpPr txBox="1"/>
            <p:nvPr/>
          </p:nvSpPr>
          <p:spPr>
            <a:xfrm>
              <a:off x="8294740" y="3103995"/>
              <a:ext cx="3179601" cy="369332"/>
            </a:xfrm>
            <a:prstGeom prst="rect">
              <a:avLst/>
            </a:prstGeom>
            <a:noFill/>
          </p:spPr>
          <p:txBody>
            <a:bodyPr wrap="square" rtlCol="0">
              <a:spAutoFit/>
            </a:bodyPr>
            <a:lstStyle/>
            <a:p>
              <a:pPr algn="ctr"/>
              <a:r>
                <a:rPr lang="en-GB" dirty="0"/>
                <a:t>Clustering</a:t>
              </a:r>
            </a:p>
          </p:txBody>
        </p:sp>
      </p:grpSp>
      <p:sp>
        <p:nvSpPr>
          <p:cNvPr id="8" name="TextBox 7">
            <a:extLst>
              <a:ext uri="{FF2B5EF4-FFF2-40B4-BE49-F238E27FC236}">
                <a16:creationId xmlns:a16="http://schemas.microsoft.com/office/drawing/2014/main" id="{8DDAA8B9-3BA4-43AB-B9DB-08C10C45D691}"/>
              </a:ext>
            </a:extLst>
          </p:cNvPr>
          <p:cNvSpPr txBox="1"/>
          <p:nvPr/>
        </p:nvSpPr>
        <p:spPr>
          <a:xfrm>
            <a:off x="258876" y="202635"/>
            <a:ext cx="11572508" cy="6740307"/>
          </a:xfrm>
          <a:prstGeom prst="rect">
            <a:avLst/>
          </a:prstGeom>
          <a:solidFill>
            <a:schemeClr val="bg1"/>
          </a:solidFill>
          <a:ln w="38100">
            <a:solidFill>
              <a:srgbClr val="FF0000"/>
            </a:solidFill>
          </a:ln>
          <a:effectLst>
            <a:softEdge rad="12700"/>
          </a:effectLst>
        </p:spPr>
        <p:txBody>
          <a:bodyPr wrap="square" rtlCol="0">
            <a:spAutoFit/>
          </a:bodyPr>
          <a:lstStyle/>
          <a:p>
            <a:r>
              <a:rPr lang="en-GB" sz="2400" dirty="0"/>
              <a:t> </a:t>
            </a:r>
            <a:r>
              <a:rPr lang="en-GB" sz="2400" b="1" dirty="0"/>
              <a:t>Classification models </a:t>
            </a:r>
            <a:r>
              <a:rPr lang="en-GB" sz="2400" dirty="0"/>
              <a:t>can be used to determine whether a customer is likely to purchase more items or not. </a:t>
            </a:r>
          </a:p>
          <a:p>
            <a:endParaRPr lang="en-GB" sz="2400" dirty="0"/>
          </a:p>
          <a:p>
            <a:r>
              <a:rPr lang="en-GB" sz="2400" dirty="0"/>
              <a:t>If the classification model predicts a greater likelihood that they are about to make more purchases, then you might want to send them promotional offers and discounts accordingly. </a:t>
            </a:r>
          </a:p>
          <a:p>
            <a:endParaRPr lang="en-GB" sz="2400" dirty="0"/>
          </a:p>
          <a:p>
            <a:r>
              <a:rPr lang="en-GB" sz="2400" dirty="0"/>
              <a:t>Or if it has been determined that they will probably fall off of their purchasing habits soon, maybe save them for later by making their information readily available.</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p:txBody>
      </p:sp>
      <p:pic>
        <p:nvPicPr>
          <p:cNvPr id="13" name="Picture 2" descr="Image result for regression vs classification&quot;">
            <a:extLst>
              <a:ext uri="{FF2B5EF4-FFF2-40B4-BE49-F238E27FC236}">
                <a16:creationId xmlns:a16="http://schemas.microsoft.com/office/drawing/2014/main" id="{EA179100-0828-48BE-BB96-C925CEAAA6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9985"/>
          <a:stretch/>
        </p:blipFill>
        <p:spPr bwMode="auto">
          <a:xfrm>
            <a:off x="8407624" y="3563433"/>
            <a:ext cx="3179600" cy="31238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93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771F-3003-4606-9CD4-DBE358612156}"/>
              </a:ext>
            </a:extLst>
          </p:cNvPr>
          <p:cNvSpPr>
            <a:spLocks noGrp="1"/>
          </p:cNvSpPr>
          <p:nvPr>
            <p:ph type="title"/>
          </p:nvPr>
        </p:nvSpPr>
        <p:spPr>
          <a:xfrm>
            <a:off x="485333" y="47706"/>
            <a:ext cx="9470895" cy="795600"/>
          </a:xfrm>
        </p:spPr>
        <p:txBody>
          <a:bodyPr/>
          <a:lstStyle/>
          <a:p>
            <a:r>
              <a:rPr lang="en-GB" dirty="0"/>
              <a:t>Example: Business Network Traffic</a:t>
            </a:r>
          </a:p>
        </p:txBody>
      </p:sp>
      <p:sp>
        <p:nvSpPr>
          <p:cNvPr id="3" name="Content Placeholder 2">
            <a:extLst>
              <a:ext uri="{FF2B5EF4-FFF2-40B4-BE49-F238E27FC236}">
                <a16:creationId xmlns:a16="http://schemas.microsoft.com/office/drawing/2014/main" id="{0DD7229A-5193-4F69-A376-58F4CE0C7A2C}"/>
              </a:ext>
            </a:extLst>
          </p:cNvPr>
          <p:cNvSpPr>
            <a:spLocks noGrp="1"/>
          </p:cNvSpPr>
          <p:nvPr>
            <p:ph idx="1"/>
          </p:nvPr>
        </p:nvSpPr>
        <p:spPr>
          <a:xfrm>
            <a:off x="360616" y="1032753"/>
            <a:ext cx="11477506" cy="4896000"/>
          </a:xfrm>
        </p:spPr>
        <p:txBody>
          <a:bodyPr/>
          <a:lstStyle/>
          <a:p>
            <a:pPr marL="0" indent="0">
              <a:buNone/>
            </a:pPr>
            <a:r>
              <a:rPr lang="en-GB" dirty="0"/>
              <a:t>You want to understand the different types of traffic coming to your website. </a:t>
            </a:r>
          </a:p>
          <a:p>
            <a:pPr marL="0" indent="0">
              <a:buNone/>
            </a:pPr>
            <a:r>
              <a:rPr lang="en-GB" dirty="0"/>
              <a:t>You will use this information to understand which traffic might be spam or coming from bots, but you are not sure how many classes/types of network traffic there can be. </a:t>
            </a:r>
            <a:r>
              <a:rPr lang="en-GB" b="1" dirty="0"/>
              <a:t>Which model would you use?</a:t>
            </a:r>
          </a:p>
        </p:txBody>
      </p:sp>
      <p:sp>
        <p:nvSpPr>
          <p:cNvPr id="4" name="Slide Number Placeholder 3">
            <a:extLst>
              <a:ext uri="{FF2B5EF4-FFF2-40B4-BE49-F238E27FC236}">
                <a16:creationId xmlns:a16="http://schemas.microsoft.com/office/drawing/2014/main" id="{C3D04730-AB9E-43A6-892D-C882EBC752FB}"/>
              </a:ext>
            </a:extLst>
          </p:cNvPr>
          <p:cNvSpPr>
            <a:spLocks noGrp="1"/>
          </p:cNvSpPr>
          <p:nvPr>
            <p:ph type="sldNum" sz="quarter" idx="12"/>
          </p:nvPr>
        </p:nvSpPr>
        <p:spPr/>
        <p:txBody>
          <a:bodyPr/>
          <a:lstStyle/>
          <a:p>
            <a:fld id="{7CC91C18-2D9D-461C-87BF-48086B644113}" type="slidenum">
              <a:rPr lang="en-GB" smtClean="0"/>
              <a:t>27</a:t>
            </a:fld>
            <a:endParaRPr lang="en-GB"/>
          </a:p>
        </p:txBody>
      </p:sp>
      <p:pic>
        <p:nvPicPr>
          <p:cNvPr id="5" name="Picture 2" descr="Image result for regression vs classification&quot;">
            <a:extLst>
              <a:ext uri="{FF2B5EF4-FFF2-40B4-BE49-F238E27FC236}">
                <a16:creationId xmlns:a16="http://schemas.microsoft.com/office/drawing/2014/main" id="{6D06FE92-F09A-4984-92B4-759B9FC90A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9985"/>
          <a:stretch/>
        </p:blipFill>
        <p:spPr bwMode="auto">
          <a:xfrm>
            <a:off x="185072" y="3551130"/>
            <a:ext cx="3179600" cy="31238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AEB9184B-A9A3-45A5-A57A-2B29788153ED}"/>
              </a:ext>
            </a:extLst>
          </p:cNvPr>
          <p:cNvGrpSpPr/>
          <p:nvPr/>
        </p:nvGrpSpPr>
        <p:grpSpPr>
          <a:xfrm>
            <a:off x="8082796" y="3286226"/>
            <a:ext cx="3847793" cy="2747424"/>
            <a:chOff x="7906998" y="3103995"/>
            <a:chExt cx="3847793" cy="2747424"/>
          </a:xfrm>
        </p:grpSpPr>
        <p:pic>
          <p:nvPicPr>
            <p:cNvPr id="7" name="Picture 6">
              <a:extLst>
                <a:ext uri="{FF2B5EF4-FFF2-40B4-BE49-F238E27FC236}">
                  <a16:creationId xmlns:a16="http://schemas.microsoft.com/office/drawing/2014/main" id="{6070A407-0E78-4D90-9AA6-1BF1A4DF7545}"/>
                </a:ext>
              </a:extLst>
            </p:cNvPr>
            <p:cNvPicPr>
              <a:picLocks noChangeAspect="1"/>
            </p:cNvPicPr>
            <p:nvPr/>
          </p:nvPicPr>
          <p:blipFill rotWithShape="1">
            <a:blip r:embed="rId3"/>
            <a:srcRect t="10154" b="6351"/>
            <a:stretch/>
          </p:blipFill>
          <p:spPr>
            <a:xfrm>
              <a:off x="7906998" y="3480753"/>
              <a:ext cx="3847793" cy="2370666"/>
            </a:xfrm>
            <a:prstGeom prst="rect">
              <a:avLst/>
            </a:prstGeom>
          </p:spPr>
        </p:pic>
        <p:sp>
          <p:nvSpPr>
            <p:cNvPr id="10" name="TextBox 9">
              <a:extLst>
                <a:ext uri="{FF2B5EF4-FFF2-40B4-BE49-F238E27FC236}">
                  <a16:creationId xmlns:a16="http://schemas.microsoft.com/office/drawing/2014/main" id="{2B6EB21C-8681-48BB-9FE7-1E513EE9ECEE}"/>
                </a:ext>
              </a:extLst>
            </p:cNvPr>
            <p:cNvSpPr txBox="1"/>
            <p:nvPr/>
          </p:nvSpPr>
          <p:spPr>
            <a:xfrm>
              <a:off x="8294740" y="3103995"/>
              <a:ext cx="3179601" cy="369332"/>
            </a:xfrm>
            <a:prstGeom prst="rect">
              <a:avLst/>
            </a:prstGeom>
            <a:noFill/>
          </p:spPr>
          <p:txBody>
            <a:bodyPr wrap="square" rtlCol="0">
              <a:spAutoFit/>
            </a:bodyPr>
            <a:lstStyle/>
            <a:p>
              <a:pPr algn="ctr"/>
              <a:r>
                <a:rPr lang="en-GB" dirty="0"/>
                <a:t>Clustering</a:t>
              </a:r>
            </a:p>
          </p:txBody>
        </p:sp>
      </p:grpSp>
      <p:grpSp>
        <p:nvGrpSpPr>
          <p:cNvPr id="17" name="Group 16">
            <a:extLst>
              <a:ext uri="{FF2B5EF4-FFF2-40B4-BE49-F238E27FC236}">
                <a16:creationId xmlns:a16="http://schemas.microsoft.com/office/drawing/2014/main" id="{EB18920F-0897-4DA6-A8F2-24CC8B303A2B}"/>
              </a:ext>
            </a:extLst>
          </p:cNvPr>
          <p:cNvGrpSpPr/>
          <p:nvPr/>
        </p:nvGrpSpPr>
        <p:grpSpPr>
          <a:xfrm>
            <a:off x="3205373" y="3699133"/>
            <a:ext cx="4991764" cy="3158867"/>
            <a:chOff x="3171933" y="3429000"/>
            <a:chExt cx="4991764" cy="3158867"/>
          </a:xfrm>
        </p:grpSpPr>
        <p:pic>
          <p:nvPicPr>
            <p:cNvPr id="18" name="Picture 17">
              <a:extLst>
                <a:ext uri="{FF2B5EF4-FFF2-40B4-BE49-F238E27FC236}">
                  <a16:creationId xmlns:a16="http://schemas.microsoft.com/office/drawing/2014/main" id="{F7428302-A0BB-4C78-90B5-8F155CFB706E}"/>
                </a:ext>
              </a:extLst>
            </p:cNvPr>
            <p:cNvPicPr>
              <a:picLocks noChangeAspect="1"/>
            </p:cNvPicPr>
            <p:nvPr/>
          </p:nvPicPr>
          <p:blipFill>
            <a:blip r:embed="rId4"/>
            <a:stretch>
              <a:fillRect/>
            </a:stretch>
          </p:blipFill>
          <p:spPr>
            <a:xfrm>
              <a:off x="3171933" y="3780000"/>
              <a:ext cx="4991764" cy="2807867"/>
            </a:xfrm>
            <a:prstGeom prst="rect">
              <a:avLst/>
            </a:prstGeom>
          </p:spPr>
        </p:pic>
        <p:sp>
          <p:nvSpPr>
            <p:cNvPr id="19" name="TextBox 18">
              <a:extLst>
                <a:ext uri="{FF2B5EF4-FFF2-40B4-BE49-F238E27FC236}">
                  <a16:creationId xmlns:a16="http://schemas.microsoft.com/office/drawing/2014/main" id="{62734B6A-E67D-478D-A91C-944A256F6844}"/>
                </a:ext>
              </a:extLst>
            </p:cNvPr>
            <p:cNvSpPr txBox="1"/>
            <p:nvPr/>
          </p:nvSpPr>
          <p:spPr>
            <a:xfrm>
              <a:off x="3964066" y="3429000"/>
              <a:ext cx="3573556" cy="369332"/>
            </a:xfrm>
            <a:prstGeom prst="rect">
              <a:avLst/>
            </a:prstGeom>
            <a:noFill/>
          </p:spPr>
          <p:txBody>
            <a:bodyPr wrap="square" rtlCol="0">
              <a:spAutoFit/>
            </a:bodyPr>
            <a:lstStyle/>
            <a:p>
              <a:pPr algn="ctr"/>
              <a:r>
                <a:rPr lang="en-GB" dirty="0"/>
                <a:t>Prediction\Regression</a:t>
              </a:r>
            </a:p>
          </p:txBody>
        </p:sp>
      </p:grpSp>
      <p:sp>
        <p:nvSpPr>
          <p:cNvPr id="8" name="TextBox 7">
            <a:extLst>
              <a:ext uri="{FF2B5EF4-FFF2-40B4-BE49-F238E27FC236}">
                <a16:creationId xmlns:a16="http://schemas.microsoft.com/office/drawing/2014/main" id="{8DDAA8B9-3BA4-43AB-B9DB-08C10C45D691}"/>
              </a:ext>
            </a:extLst>
          </p:cNvPr>
          <p:cNvSpPr txBox="1"/>
          <p:nvPr/>
        </p:nvSpPr>
        <p:spPr>
          <a:xfrm>
            <a:off x="208444" y="824350"/>
            <a:ext cx="11572508" cy="6124754"/>
          </a:xfrm>
          <a:prstGeom prst="rect">
            <a:avLst/>
          </a:prstGeom>
          <a:solidFill>
            <a:schemeClr val="bg1"/>
          </a:solidFill>
          <a:ln w="38100">
            <a:solidFill>
              <a:srgbClr val="FF0000"/>
            </a:solidFill>
          </a:ln>
          <a:effectLst>
            <a:softEdge rad="12700"/>
          </a:effectLst>
        </p:spPr>
        <p:txBody>
          <a:bodyPr wrap="square" rtlCol="0">
            <a:spAutoFit/>
          </a:bodyPr>
          <a:lstStyle/>
          <a:p>
            <a:r>
              <a:rPr lang="en-GB" sz="2800" b="1" dirty="0"/>
              <a:t>Clustering models </a:t>
            </a:r>
            <a:r>
              <a:rPr lang="en-GB" sz="2800" dirty="0"/>
              <a:t>can be used to used to group together characteristics of the traffic sources. </a:t>
            </a:r>
          </a:p>
          <a:p>
            <a:endParaRPr lang="en-GB" sz="2800" dirty="0"/>
          </a:p>
          <a:p>
            <a:r>
              <a:rPr lang="en-GB" sz="2800" dirty="0"/>
              <a:t>When the clusters are created, you can then classify the traffic types (spam-related or bot-generated). </a:t>
            </a:r>
          </a:p>
          <a:p>
            <a:endParaRPr lang="en-GB" sz="2800" dirty="0"/>
          </a:p>
          <a:p>
            <a:r>
              <a:rPr lang="en-GB" sz="2800" dirty="0"/>
              <a:t>By having precise information on traffic sources, you are able to grow your site and plan capacity effectively.</a:t>
            </a:r>
          </a:p>
          <a:p>
            <a:endParaRPr lang="en-GB" sz="2800" dirty="0"/>
          </a:p>
          <a:p>
            <a:endParaRPr lang="en-GB" sz="2800" dirty="0"/>
          </a:p>
          <a:p>
            <a:endParaRPr lang="en-GB" sz="2800" dirty="0"/>
          </a:p>
          <a:p>
            <a:endParaRPr lang="en-GB" sz="2800" dirty="0"/>
          </a:p>
          <a:p>
            <a:endParaRPr lang="en-GB" sz="2800" dirty="0"/>
          </a:p>
          <a:p>
            <a:endParaRPr lang="en-GB" sz="2800" dirty="0"/>
          </a:p>
        </p:txBody>
      </p:sp>
      <p:grpSp>
        <p:nvGrpSpPr>
          <p:cNvPr id="20" name="Group 19">
            <a:extLst>
              <a:ext uri="{FF2B5EF4-FFF2-40B4-BE49-F238E27FC236}">
                <a16:creationId xmlns:a16="http://schemas.microsoft.com/office/drawing/2014/main" id="{C41A25F3-CF87-43B8-AB41-7F6C7BFCC80F}"/>
              </a:ext>
            </a:extLst>
          </p:cNvPr>
          <p:cNvGrpSpPr/>
          <p:nvPr/>
        </p:nvGrpSpPr>
        <p:grpSpPr>
          <a:xfrm>
            <a:off x="7933159" y="4209450"/>
            <a:ext cx="3847793" cy="2747424"/>
            <a:chOff x="7906998" y="3103995"/>
            <a:chExt cx="3847793" cy="2747424"/>
          </a:xfrm>
        </p:grpSpPr>
        <p:pic>
          <p:nvPicPr>
            <p:cNvPr id="21" name="Picture 20">
              <a:extLst>
                <a:ext uri="{FF2B5EF4-FFF2-40B4-BE49-F238E27FC236}">
                  <a16:creationId xmlns:a16="http://schemas.microsoft.com/office/drawing/2014/main" id="{9DA0FB25-AFE9-49F5-9847-44CF47235A94}"/>
                </a:ext>
              </a:extLst>
            </p:cNvPr>
            <p:cNvPicPr>
              <a:picLocks noChangeAspect="1"/>
            </p:cNvPicPr>
            <p:nvPr/>
          </p:nvPicPr>
          <p:blipFill rotWithShape="1">
            <a:blip r:embed="rId3"/>
            <a:srcRect t="10154" b="6351"/>
            <a:stretch/>
          </p:blipFill>
          <p:spPr>
            <a:xfrm>
              <a:off x="7906998" y="3480753"/>
              <a:ext cx="3847793" cy="2370666"/>
            </a:xfrm>
            <a:prstGeom prst="rect">
              <a:avLst/>
            </a:prstGeom>
          </p:spPr>
        </p:pic>
        <p:sp>
          <p:nvSpPr>
            <p:cNvPr id="22" name="TextBox 21">
              <a:extLst>
                <a:ext uri="{FF2B5EF4-FFF2-40B4-BE49-F238E27FC236}">
                  <a16:creationId xmlns:a16="http://schemas.microsoft.com/office/drawing/2014/main" id="{90D83AA5-E5FD-42F8-B0A1-938BF7F094BA}"/>
                </a:ext>
              </a:extLst>
            </p:cNvPr>
            <p:cNvSpPr txBox="1"/>
            <p:nvPr/>
          </p:nvSpPr>
          <p:spPr>
            <a:xfrm>
              <a:off x="8294740" y="3103995"/>
              <a:ext cx="3179601" cy="369332"/>
            </a:xfrm>
            <a:prstGeom prst="rect">
              <a:avLst/>
            </a:prstGeom>
            <a:noFill/>
          </p:spPr>
          <p:txBody>
            <a:bodyPr wrap="square" rtlCol="0">
              <a:spAutoFit/>
            </a:bodyPr>
            <a:lstStyle/>
            <a:p>
              <a:pPr algn="ctr"/>
              <a:r>
                <a:rPr lang="en-GB" dirty="0"/>
                <a:t>Clustering</a:t>
              </a:r>
            </a:p>
          </p:txBody>
        </p:sp>
      </p:grpSp>
    </p:spTree>
    <p:extLst>
      <p:ext uri="{BB962C8B-B14F-4D97-AF65-F5344CB8AC3E}">
        <p14:creationId xmlns:p14="http://schemas.microsoft.com/office/powerpoint/2010/main" val="3786758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771F-3003-4606-9CD4-DBE358612156}"/>
              </a:ext>
            </a:extLst>
          </p:cNvPr>
          <p:cNvSpPr>
            <a:spLocks noGrp="1"/>
          </p:cNvSpPr>
          <p:nvPr>
            <p:ph type="title"/>
          </p:nvPr>
        </p:nvSpPr>
        <p:spPr>
          <a:xfrm>
            <a:off x="485333" y="47706"/>
            <a:ext cx="9470895" cy="795600"/>
          </a:xfrm>
        </p:spPr>
        <p:txBody>
          <a:bodyPr/>
          <a:lstStyle/>
          <a:p>
            <a:r>
              <a:rPr lang="en-GB"/>
              <a:t>Example : </a:t>
            </a:r>
            <a:r>
              <a:rPr lang="en-GB" dirty="0"/>
              <a:t>Drivers Required</a:t>
            </a:r>
          </a:p>
        </p:txBody>
      </p:sp>
      <p:sp>
        <p:nvSpPr>
          <p:cNvPr id="3" name="Content Placeholder 2">
            <a:extLst>
              <a:ext uri="{FF2B5EF4-FFF2-40B4-BE49-F238E27FC236}">
                <a16:creationId xmlns:a16="http://schemas.microsoft.com/office/drawing/2014/main" id="{0DD7229A-5193-4F69-A376-58F4CE0C7A2C}"/>
              </a:ext>
            </a:extLst>
          </p:cNvPr>
          <p:cNvSpPr>
            <a:spLocks noGrp="1"/>
          </p:cNvSpPr>
          <p:nvPr>
            <p:ph idx="1"/>
          </p:nvPr>
        </p:nvSpPr>
        <p:spPr>
          <a:xfrm>
            <a:off x="229161" y="998065"/>
            <a:ext cx="11477506" cy="4896000"/>
          </a:xfrm>
        </p:spPr>
        <p:txBody>
          <a:bodyPr/>
          <a:lstStyle/>
          <a:p>
            <a:pPr marL="0" indent="0">
              <a:buNone/>
            </a:pPr>
            <a:r>
              <a:rPr lang="en-GB" sz="2200" dirty="0"/>
              <a:t>The Instant Paper Clip Office Supply Company sells and delivers </a:t>
            </a:r>
            <a:r>
              <a:rPr lang="en-GB" sz="2200" b="1" dirty="0"/>
              <a:t>office supplies </a:t>
            </a:r>
            <a:r>
              <a:rPr lang="en-GB" sz="2200" dirty="0"/>
              <a:t>to companies, schools, and agencies within a 50-mile radius of its warehouse. </a:t>
            </a:r>
          </a:p>
          <a:p>
            <a:pPr marL="0" indent="0">
              <a:buNone/>
            </a:pPr>
            <a:r>
              <a:rPr lang="en-GB" sz="2200" dirty="0"/>
              <a:t>The manager of the company wants to be certain that </a:t>
            </a:r>
            <a:r>
              <a:rPr lang="en-GB" sz="2200" b="1" dirty="0"/>
              <a:t>enough drivers </a:t>
            </a:r>
            <a:r>
              <a:rPr lang="en-GB" sz="2200" dirty="0"/>
              <a:t>and </a:t>
            </a:r>
            <a:r>
              <a:rPr lang="en-GB" sz="2200" b="1" dirty="0"/>
              <a:t>vehicles</a:t>
            </a:r>
            <a:r>
              <a:rPr lang="en-GB" sz="2200" dirty="0"/>
              <a:t> are available to deliver orders promptly and that they have adequate inventory in stock.</a:t>
            </a:r>
          </a:p>
          <a:p>
            <a:pPr marL="0" indent="0">
              <a:buNone/>
            </a:pPr>
            <a:r>
              <a:rPr lang="en-GB" sz="2200" dirty="0"/>
              <a:t>The manager wants to be able to forecast the demand for deliveries during the next month using the data below. Which model would you use?</a:t>
            </a:r>
          </a:p>
          <a:p>
            <a:pPr marL="0" indent="0">
              <a:buNone/>
            </a:pPr>
            <a:endParaRPr lang="en-GB" sz="2200" dirty="0"/>
          </a:p>
          <a:p>
            <a:pPr marL="0" indent="0">
              <a:buNone/>
            </a:pPr>
            <a:endParaRPr lang="en-GB" sz="2200" dirty="0"/>
          </a:p>
          <a:p>
            <a:pPr marL="0" indent="0">
              <a:buNone/>
            </a:pPr>
            <a:endParaRPr lang="en-GB" sz="2200" dirty="0"/>
          </a:p>
          <a:p>
            <a:pPr marL="0" indent="0">
              <a:buNone/>
            </a:pPr>
            <a:endParaRPr lang="en-GB" sz="2200" dirty="0"/>
          </a:p>
        </p:txBody>
      </p:sp>
      <p:sp>
        <p:nvSpPr>
          <p:cNvPr id="4" name="Slide Number Placeholder 3">
            <a:extLst>
              <a:ext uri="{FF2B5EF4-FFF2-40B4-BE49-F238E27FC236}">
                <a16:creationId xmlns:a16="http://schemas.microsoft.com/office/drawing/2014/main" id="{C3D04730-AB9E-43A6-892D-C882EBC752FB}"/>
              </a:ext>
            </a:extLst>
          </p:cNvPr>
          <p:cNvSpPr>
            <a:spLocks noGrp="1"/>
          </p:cNvSpPr>
          <p:nvPr>
            <p:ph type="sldNum" sz="quarter" idx="12"/>
          </p:nvPr>
        </p:nvSpPr>
        <p:spPr/>
        <p:txBody>
          <a:bodyPr/>
          <a:lstStyle/>
          <a:p>
            <a:fld id="{7CC91C18-2D9D-461C-87BF-48086B644113}" type="slidenum">
              <a:rPr lang="en-GB" smtClean="0"/>
              <a:t>28</a:t>
            </a:fld>
            <a:endParaRPr lang="en-GB"/>
          </a:p>
        </p:txBody>
      </p:sp>
      <p:pic>
        <p:nvPicPr>
          <p:cNvPr id="5" name="Picture 2" descr="Image result for regression vs classification&quot;">
            <a:extLst>
              <a:ext uri="{FF2B5EF4-FFF2-40B4-BE49-F238E27FC236}">
                <a16:creationId xmlns:a16="http://schemas.microsoft.com/office/drawing/2014/main" id="{6D06FE92-F09A-4984-92B4-759B9FC90A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9985"/>
          <a:stretch/>
        </p:blipFill>
        <p:spPr bwMode="auto">
          <a:xfrm>
            <a:off x="229161" y="4310719"/>
            <a:ext cx="2544203" cy="24995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A7E3682F-09E6-458C-B6F8-D6B4B11C55B3}"/>
              </a:ext>
            </a:extLst>
          </p:cNvPr>
          <p:cNvGrpSpPr/>
          <p:nvPr/>
        </p:nvGrpSpPr>
        <p:grpSpPr>
          <a:xfrm>
            <a:off x="3737447" y="4435176"/>
            <a:ext cx="3847793" cy="2370666"/>
            <a:chOff x="3171933" y="3429000"/>
            <a:chExt cx="4991764" cy="3158867"/>
          </a:xfrm>
        </p:grpSpPr>
        <p:pic>
          <p:nvPicPr>
            <p:cNvPr id="6" name="Picture 5">
              <a:extLst>
                <a:ext uri="{FF2B5EF4-FFF2-40B4-BE49-F238E27FC236}">
                  <a16:creationId xmlns:a16="http://schemas.microsoft.com/office/drawing/2014/main" id="{D2C8DCE0-A2AF-4986-8472-EF99226A240B}"/>
                </a:ext>
              </a:extLst>
            </p:cNvPr>
            <p:cNvPicPr>
              <a:picLocks noChangeAspect="1"/>
            </p:cNvPicPr>
            <p:nvPr/>
          </p:nvPicPr>
          <p:blipFill>
            <a:blip r:embed="rId3"/>
            <a:stretch>
              <a:fillRect/>
            </a:stretch>
          </p:blipFill>
          <p:spPr>
            <a:xfrm>
              <a:off x="3171933" y="3780000"/>
              <a:ext cx="4991764" cy="2807867"/>
            </a:xfrm>
            <a:prstGeom prst="rect">
              <a:avLst/>
            </a:prstGeom>
          </p:spPr>
        </p:pic>
        <p:sp>
          <p:nvSpPr>
            <p:cNvPr id="9" name="TextBox 8">
              <a:extLst>
                <a:ext uri="{FF2B5EF4-FFF2-40B4-BE49-F238E27FC236}">
                  <a16:creationId xmlns:a16="http://schemas.microsoft.com/office/drawing/2014/main" id="{70735C37-39E4-4C49-B6E8-83C703622191}"/>
                </a:ext>
              </a:extLst>
            </p:cNvPr>
            <p:cNvSpPr txBox="1"/>
            <p:nvPr/>
          </p:nvSpPr>
          <p:spPr>
            <a:xfrm>
              <a:off x="3964066" y="3429000"/>
              <a:ext cx="3573556" cy="369332"/>
            </a:xfrm>
            <a:prstGeom prst="rect">
              <a:avLst/>
            </a:prstGeom>
            <a:noFill/>
          </p:spPr>
          <p:txBody>
            <a:bodyPr wrap="square" rtlCol="0">
              <a:spAutoFit/>
            </a:bodyPr>
            <a:lstStyle/>
            <a:p>
              <a:pPr algn="ctr"/>
              <a:r>
                <a:rPr lang="en-GB" dirty="0"/>
                <a:t>Prediction\Regression</a:t>
              </a:r>
            </a:p>
          </p:txBody>
        </p:sp>
      </p:grpSp>
      <p:grpSp>
        <p:nvGrpSpPr>
          <p:cNvPr id="11" name="Group 10">
            <a:extLst>
              <a:ext uri="{FF2B5EF4-FFF2-40B4-BE49-F238E27FC236}">
                <a16:creationId xmlns:a16="http://schemas.microsoft.com/office/drawing/2014/main" id="{AEB9184B-A9A3-45A5-A57A-2B29788153ED}"/>
              </a:ext>
            </a:extLst>
          </p:cNvPr>
          <p:cNvGrpSpPr/>
          <p:nvPr/>
        </p:nvGrpSpPr>
        <p:grpSpPr>
          <a:xfrm>
            <a:off x="8600312" y="4435176"/>
            <a:ext cx="3567988" cy="2375117"/>
            <a:chOff x="7906998" y="3103995"/>
            <a:chExt cx="3847793" cy="2747424"/>
          </a:xfrm>
        </p:grpSpPr>
        <p:pic>
          <p:nvPicPr>
            <p:cNvPr id="7" name="Picture 6">
              <a:extLst>
                <a:ext uri="{FF2B5EF4-FFF2-40B4-BE49-F238E27FC236}">
                  <a16:creationId xmlns:a16="http://schemas.microsoft.com/office/drawing/2014/main" id="{6070A407-0E78-4D90-9AA6-1BF1A4DF7545}"/>
                </a:ext>
              </a:extLst>
            </p:cNvPr>
            <p:cNvPicPr>
              <a:picLocks noChangeAspect="1"/>
            </p:cNvPicPr>
            <p:nvPr/>
          </p:nvPicPr>
          <p:blipFill rotWithShape="1">
            <a:blip r:embed="rId4"/>
            <a:srcRect t="10154" b="6351"/>
            <a:stretch/>
          </p:blipFill>
          <p:spPr>
            <a:xfrm>
              <a:off x="7906998" y="3480753"/>
              <a:ext cx="3847793" cy="2370666"/>
            </a:xfrm>
            <a:prstGeom prst="rect">
              <a:avLst/>
            </a:prstGeom>
          </p:spPr>
        </p:pic>
        <p:sp>
          <p:nvSpPr>
            <p:cNvPr id="10" name="TextBox 9">
              <a:extLst>
                <a:ext uri="{FF2B5EF4-FFF2-40B4-BE49-F238E27FC236}">
                  <a16:creationId xmlns:a16="http://schemas.microsoft.com/office/drawing/2014/main" id="{2B6EB21C-8681-48BB-9FE7-1E513EE9ECEE}"/>
                </a:ext>
              </a:extLst>
            </p:cNvPr>
            <p:cNvSpPr txBox="1"/>
            <p:nvPr/>
          </p:nvSpPr>
          <p:spPr>
            <a:xfrm>
              <a:off x="8294740" y="3103995"/>
              <a:ext cx="3179601" cy="369332"/>
            </a:xfrm>
            <a:prstGeom prst="rect">
              <a:avLst/>
            </a:prstGeom>
            <a:noFill/>
          </p:spPr>
          <p:txBody>
            <a:bodyPr wrap="square" rtlCol="0">
              <a:spAutoFit/>
            </a:bodyPr>
            <a:lstStyle/>
            <a:p>
              <a:pPr algn="ctr"/>
              <a:r>
                <a:rPr lang="en-GB" dirty="0"/>
                <a:t>Clustering</a:t>
              </a:r>
            </a:p>
          </p:txBody>
        </p:sp>
      </p:grpSp>
      <p:pic>
        <p:nvPicPr>
          <p:cNvPr id="15" name="Picture 14">
            <a:extLst>
              <a:ext uri="{FF2B5EF4-FFF2-40B4-BE49-F238E27FC236}">
                <a16:creationId xmlns:a16="http://schemas.microsoft.com/office/drawing/2014/main" id="{272BCE66-0384-4FB8-BEDE-FC6E6979D0B7}"/>
              </a:ext>
            </a:extLst>
          </p:cNvPr>
          <p:cNvPicPr>
            <a:picLocks noChangeAspect="1"/>
          </p:cNvPicPr>
          <p:nvPr/>
        </p:nvPicPr>
        <p:blipFill>
          <a:blip r:embed="rId5"/>
          <a:stretch>
            <a:fillRect/>
          </a:stretch>
        </p:blipFill>
        <p:spPr>
          <a:xfrm>
            <a:off x="1855459" y="3454102"/>
            <a:ext cx="8058150" cy="981075"/>
          </a:xfrm>
          <a:prstGeom prst="rect">
            <a:avLst/>
          </a:prstGeom>
        </p:spPr>
      </p:pic>
      <p:sp>
        <p:nvSpPr>
          <p:cNvPr id="8" name="TextBox 7">
            <a:extLst>
              <a:ext uri="{FF2B5EF4-FFF2-40B4-BE49-F238E27FC236}">
                <a16:creationId xmlns:a16="http://schemas.microsoft.com/office/drawing/2014/main" id="{8DDAA8B9-3BA4-43AB-B9DB-08C10C45D691}"/>
              </a:ext>
            </a:extLst>
          </p:cNvPr>
          <p:cNvSpPr txBox="1"/>
          <p:nvPr/>
        </p:nvSpPr>
        <p:spPr>
          <a:xfrm>
            <a:off x="619492" y="1433803"/>
            <a:ext cx="11572508" cy="5016758"/>
          </a:xfrm>
          <a:prstGeom prst="rect">
            <a:avLst/>
          </a:prstGeom>
          <a:solidFill>
            <a:schemeClr val="bg1"/>
          </a:solidFill>
          <a:ln w="38100">
            <a:solidFill>
              <a:srgbClr val="FF0000"/>
            </a:solidFill>
          </a:ln>
          <a:effectLst>
            <a:softEdge rad="12700"/>
          </a:effectLst>
        </p:spPr>
        <p:txBody>
          <a:bodyPr wrap="square" rtlCol="0">
            <a:spAutoFit/>
          </a:bodyPr>
          <a:lstStyle/>
          <a:p>
            <a:r>
              <a:rPr lang="en-GB" sz="3200" b="1" dirty="0"/>
              <a:t>Prediction models </a:t>
            </a:r>
            <a:r>
              <a:rPr lang="en-GB" sz="3200" dirty="0"/>
              <a:t>can be used to forecast the number of orders placed next month and determine the required number of drivers.</a:t>
            </a:r>
          </a:p>
          <a:p>
            <a:endParaRPr lang="en-GB" sz="3200" dirty="0"/>
          </a:p>
          <a:p>
            <a:endParaRPr lang="en-GB" sz="3200" dirty="0"/>
          </a:p>
          <a:p>
            <a:endParaRPr lang="en-GB" sz="3200" dirty="0"/>
          </a:p>
          <a:p>
            <a:endParaRPr lang="en-GB" sz="3200" dirty="0"/>
          </a:p>
          <a:p>
            <a:endParaRPr lang="en-GB" sz="3200" dirty="0"/>
          </a:p>
          <a:p>
            <a:endParaRPr lang="en-GB" sz="3200" dirty="0"/>
          </a:p>
          <a:p>
            <a:endParaRPr lang="en-GB" sz="3200" dirty="0"/>
          </a:p>
        </p:txBody>
      </p:sp>
      <p:pic>
        <p:nvPicPr>
          <p:cNvPr id="20" name="Picture 19">
            <a:extLst>
              <a:ext uri="{FF2B5EF4-FFF2-40B4-BE49-F238E27FC236}">
                <a16:creationId xmlns:a16="http://schemas.microsoft.com/office/drawing/2014/main" id="{E26261E6-6967-44BC-BDCC-009EBC32B56D}"/>
              </a:ext>
            </a:extLst>
          </p:cNvPr>
          <p:cNvPicPr>
            <a:picLocks noChangeAspect="1"/>
          </p:cNvPicPr>
          <p:nvPr/>
        </p:nvPicPr>
        <p:blipFill>
          <a:blip r:embed="rId5"/>
          <a:stretch>
            <a:fillRect/>
          </a:stretch>
        </p:blipFill>
        <p:spPr>
          <a:xfrm>
            <a:off x="712389" y="3140122"/>
            <a:ext cx="8058150" cy="981075"/>
          </a:xfrm>
          <a:prstGeom prst="rect">
            <a:avLst/>
          </a:prstGeom>
        </p:spPr>
      </p:pic>
      <p:grpSp>
        <p:nvGrpSpPr>
          <p:cNvPr id="16" name="Group 15">
            <a:extLst>
              <a:ext uri="{FF2B5EF4-FFF2-40B4-BE49-F238E27FC236}">
                <a16:creationId xmlns:a16="http://schemas.microsoft.com/office/drawing/2014/main" id="{64C06722-C14A-4C74-82E1-89F25B8FF268}"/>
              </a:ext>
            </a:extLst>
          </p:cNvPr>
          <p:cNvGrpSpPr/>
          <p:nvPr/>
        </p:nvGrpSpPr>
        <p:grpSpPr>
          <a:xfrm>
            <a:off x="7598756" y="3186052"/>
            <a:ext cx="4504368" cy="2747159"/>
            <a:chOff x="3171933" y="3429000"/>
            <a:chExt cx="4991764" cy="3158867"/>
          </a:xfrm>
        </p:grpSpPr>
        <p:pic>
          <p:nvPicPr>
            <p:cNvPr id="17" name="Picture 16">
              <a:extLst>
                <a:ext uri="{FF2B5EF4-FFF2-40B4-BE49-F238E27FC236}">
                  <a16:creationId xmlns:a16="http://schemas.microsoft.com/office/drawing/2014/main" id="{D18C2243-5848-41E9-885B-497C0E9ABA3A}"/>
                </a:ext>
              </a:extLst>
            </p:cNvPr>
            <p:cNvPicPr>
              <a:picLocks noChangeAspect="1"/>
            </p:cNvPicPr>
            <p:nvPr/>
          </p:nvPicPr>
          <p:blipFill>
            <a:blip r:embed="rId3"/>
            <a:stretch>
              <a:fillRect/>
            </a:stretch>
          </p:blipFill>
          <p:spPr>
            <a:xfrm>
              <a:off x="3171933" y="3780000"/>
              <a:ext cx="4991764" cy="2807867"/>
            </a:xfrm>
            <a:prstGeom prst="rect">
              <a:avLst/>
            </a:prstGeom>
          </p:spPr>
        </p:pic>
        <p:sp>
          <p:nvSpPr>
            <p:cNvPr id="18" name="TextBox 17">
              <a:extLst>
                <a:ext uri="{FF2B5EF4-FFF2-40B4-BE49-F238E27FC236}">
                  <a16:creationId xmlns:a16="http://schemas.microsoft.com/office/drawing/2014/main" id="{292C64E2-FCC9-47CB-8932-A157ACC0C757}"/>
                </a:ext>
              </a:extLst>
            </p:cNvPr>
            <p:cNvSpPr txBox="1"/>
            <p:nvPr/>
          </p:nvSpPr>
          <p:spPr>
            <a:xfrm>
              <a:off x="3964066" y="3429000"/>
              <a:ext cx="3573556" cy="369332"/>
            </a:xfrm>
            <a:prstGeom prst="rect">
              <a:avLst/>
            </a:prstGeom>
            <a:noFill/>
          </p:spPr>
          <p:txBody>
            <a:bodyPr wrap="square" rtlCol="0">
              <a:spAutoFit/>
            </a:bodyPr>
            <a:lstStyle/>
            <a:p>
              <a:pPr algn="ctr"/>
              <a:r>
                <a:rPr lang="en-GB" dirty="0"/>
                <a:t>Prediction\Regression</a:t>
              </a:r>
            </a:p>
          </p:txBody>
        </p:sp>
      </p:grpSp>
    </p:spTree>
    <p:extLst>
      <p:ext uri="{BB962C8B-B14F-4D97-AF65-F5344CB8AC3E}">
        <p14:creationId xmlns:p14="http://schemas.microsoft.com/office/powerpoint/2010/main" val="359541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Business Intelligence Architectures</a:t>
            </a:r>
          </a:p>
        </p:txBody>
      </p:sp>
      <p:sp>
        <p:nvSpPr>
          <p:cNvPr id="3" name="Content Placeholder 2"/>
          <p:cNvSpPr>
            <a:spLocks noGrp="1"/>
          </p:cNvSpPr>
          <p:nvPr>
            <p:ph idx="1"/>
          </p:nvPr>
        </p:nvSpPr>
        <p:spPr/>
        <p:txBody>
          <a:bodyPr/>
          <a:lstStyle/>
          <a:p>
            <a:endParaRPr lang="en-GB"/>
          </a:p>
        </p:txBody>
      </p:sp>
      <p:sp>
        <p:nvSpPr>
          <p:cNvPr id="4" name="Slide Number Placeholder 3"/>
          <p:cNvSpPr>
            <a:spLocks noGrp="1"/>
          </p:cNvSpPr>
          <p:nvPr>
            <p:ph type="sldNum" sz="quarter" idx="12"/>
          </p:nvPr>
        </p:nvSpPr>
        <p:spPr/>
        <p:txBody>
          <a:bodyPr/>
          <a:lstStyle/>
          <a:p>
            <a:fld id="{7CC91C18-2D9D-461C-87BF-48086B644113}" type="slidenum">
              <a:rPr lang="en-GB" smtClean="0"/>
              <a:t>29</a:t>
            </a:fld>
            <a:endParaRPr lang="en-GB"/>
          </a:p>
        </p:txBody>
      </p:sp>
      <p:pic>
        <p:nvPicPr>
          <p:cNvPr id="5" name="Picture 4"/>
          <p:cNvPicPr>
            <a:picLocks noChangeAspect="1"/>
          </p:cNvPicPr>
          <p:nvPr/>
        </p:nvPicPr>
        <p:blipFill>
          <a:blip r:embed="rId2"/>
          <a:stretch>
            <a:fillRect/>
          </a:stretch>
        </p:blipFill>
        <p:spPr>
          <a:xfrm>
            <a:off x="1062519" y="1612621"/>
            <a:ext cx="10364734" cy="4334757"/>
          </a:xfrm>
          <a:prstGeom prst="rect">
            <a:avLst/>
          </a:prstGeom>
        </p:spPr>
      </p:pic>
      <p:sp>
        <p:nvSpPr>
          <p:cNvPr id="6" name="Rectangle 5">
            <a:extLst>
              <a:ext uri="{FF2B5EF4-FFF2-40B4-BE49-F238E27FC236}">
                <a16:creationId xmlns:a16="http://schemas.microsoft.com/office/drawing/2014/main" id="{5EB7EADB-EAE5-4123-8D0A-C9BFD58838A1}"/>
              </a:ext>
            </a:extLst>
          </p:cNvPr>
          <p:cNvSpPr/>
          <p:nvPr/>
        </p:nvSpPr>
        <p:spPr>
          <a:xfrm>
            <a:off x="5948516" y="1720645"/>
            <a:ext cx="5309419" cy="38053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671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Applications of BI</a:t>
            </a:r>
          </a:p>
        </p:txBody>
      </p:sp>
      <p:sp>
        <p:nvSpPr>
          <p:cNvPr id="4" name="Slide Number Placeholder 3"/>
          <p:cNvSpPr>
            <a:spLocks noGrp="1"/>
          </p:cNvSpPr>
          <p:nvPr>
            <p:ph type="sldNum" sz="quarter" idx="12"/>
          </p:nvPr>
        </p:nvSpPr>
        <p:spPr/>
        <p:txBody>
          <a:bodyPr/>
          <a:lstStyle/>
          <a:p>
            <a:fld id="{7CC91C18-2D9D-461C-87BF-48086B644113}" type="slidenum">
              <a:rPr lang="en-GB" smtClean="0"/>
              <a:t>30</a:t>
            </a:fld>
            <a:endParaRPr lang="en-GB"/>
          </a:p>
        </p:txBody>
      </p:sp>
      <p:sp>
        <p:nvSpPr>
          <p:cNvPr id="6" name="object 6"/>
          <p:cNvSpPr txBox="1">
            <a:spLocks noGrp="1"/>
          </p:cNvSpPr>
          <p:nvPr>
            <p:ph idx="1"/>
          </p:nvPr>
        </p:nvSpPr>
        <p:spPr>
          <a:xfrm>
            <a:off x="145510" y="1351701"/>
            <a:ext cx="8671112" cy="4759635"/>
          </a:xfrm>
          <a:prstGeom prst="rect">
            <a:avLst/>
          </a:prstGeom>
        </p:spPr>
        <p:txBody>
          <a:bodyPr vert="horz" wrap="square" lIns="0" tIns="55244" rIns="0" bIns="0" rtlCol="0">
            <a:spAutoFit/>
          </a:bodyPr>
          <a:lstStyle/>
          <a:p>
            <a:r>
              <a:rPr lang="en-GB" sz="2400" b="1" dirty="0"/>
              <a:t>Financial </a:t>
            </a:r>
            <a:r>
              <a:rPr lang="en-GB" sz="2400" dirty="0"/>
              <a:t>Data Analysis (classification of customers for targeted marking, loan payment prediction)</a:t>
            </a:r>
          </a:p>
          <a:p>
            <a:r>
              <a:rPr lang="en-GB" sz="2400" b="1" dirty="0"/>
              <a:t>Retail Industry </a:t>
            </a:r>
            <a:r>
              <a:rPr lang="en-GB" sz="2400" dirty="0"/>
              <a:t>(customer buying patterns)</a:t>
            </a:r>
          </a:p>
          <a:p>
            <a:r>
              <a:rPr lang="en-GB" sz="2400" b="1" dirty="0"/>
              <a:t>Telecommunication</a:t>
            </a:r>
            <a:r>
              <a:rPr lang="en-GB" sz="2400" dirty="0"/>
              <a:t> Industry (identifying the telecommunication patterns, improve quality of service)</a:t>
            </a:r>
          </a:p>
          <a:p>
            <a:r>
              <a:rPr lang="en-GB" sz="2400" b="1" dirty="0"/>
              <a:t>Biological Data Analysis </a:t>
            </a:r>
            <a:r>
              <a:rPr lang="en-GB" sz="2400" dirty="0"/>
              <a:t>(discovery of structural patterns and analysis of genetic networks and protein pathways)</a:t>
            </a:r>
          </a:p>
          <a:p>
            <a:endParaRPr lang="en-GB" sz="2400" dirty="0"/>
          </a:p>
          <a:p>
            <a:pPr marL="0" indent="0">
              <a:lnSpc>
                <a:spcPct val="100000"/>
              </a:lnSpc>
              <a:spcBef>
                <a:spcPts val="434"/>
              </a:spcBef>
              <a:buNone/>
            </a:pPr>
            <a:r>
              <a:rPr sz="2400" spc="-60" dirty="0">
                <a:latin typeface="Arial"/>
                <a:cs typeface="Arial"/>
              </a:rPr>
              <a:t>Subtypes:</a:t>
            </a:r>
            <a:endParaRPr sz="2400" dirty="0">
              <a:latin typeface="Arial"/>
              <a:cs typeface="Arial"/>
            </a:endParaRPr>
          </a:p>
          <a:p>
            <a:pPr marL="289560">
              <a:lnSpc>
                <a:spcPct val="100000"/>
              </a:lnSpc>
              <a:spcBef>
                <a:spcPts val="334"/>
              </a:spcBef>
            </a:pPr>
            <a:r>
              <a:rPr sz="2400" spc="-30" dirty="0">
                <a:latin typeface="Arial"/>
                <a:cs typeface="Arial"/>
              </a:rPr>
              <a:t>Text mining: </a:t>
            </a:r>
            <a:r>
              <a:rPr sz="2400" spc="-35" dirty="0">
                <a:latin typeface="Arial"/>
                <a:cs typeface="Arial"/>
              </a:rPr>
              <a:t>mining </a:t>
            </a:r>
            <a:r>
              <a:rPr sz="2400" spc="-20" dirty="0">
                <a:latin typeface="Arial"/>
                <a:cs typeface="Arial"/>
              </a:rPr>
              <a:t>of </a:t>
            </a:r>
            <a:r>
              <a:rPr sz="2400" spc="-35" dirty="0">
                <a:latin typeface="Arial"/>
                <a:cs typeface="Arial"/>
              </a:rPr>
              <a:t>patterns </a:t>
            </a:r>
            <a:r>
              <a:rPr sz="2400" spc="-25" dirty="0">
                <a:latin typeface="Arial"/>
                <a:cs typeface="Arial"/>
              </a:rPr>
              <a:t>from</a:t>
            </a:r>
            <a:r>
              <a:rPr sz="2400" spc="40" dirty="0">
                <a:latin typeface="Arial"/>
                <a:cs typeface="Arial"/>
              </a:rPr>
              <a:t> </a:t>
            </a:r>
            <a:r>
              <a:rPr sz="2400" dirty="0">
                <a:latin typeface="Arial"/>
                <a:cs typeface="Arial"/>
              </a:rPr>
              <a:t>text</a:t>
            </a:r>
          </a:p>
          <a:p>
            <a:pPr marL="289560">
              <a:lnSpc>
                <a:spcPct val="100000"/>
              </a:lnSpc>
              <a:spcBef>
                <a:spcPts val="330"/>
              </a:spcBef>
            </a:pPr>
            <a:r>
              <a:rPr sz="2400" spc="-75" dirty="0">
                <a:latin typeface="Arial"/>
                <a:cs typeface="Arial"/>
              </a:rPr>
              <a:t>Web </a:t>
            </a:r>
            <a:r>
              <a:rPr sz="2400" spc="-30" dirty="0">
                <a:latin typeface="Arial"/>
                <a:cs typeface="Arial"/>
              </a:rPr>
              <a:t>mining: </a:t>
            </a:r>
            <a:r>
              <a:rPr sz="2400" spc="-55" dirty="0">
                <a:latin typeface="Arial"/>
                <a:cs typeface="Arial"/>
              </a:rPr>
              <a:t>discovering </a:t>
            </a:r>
            <a:r>
              <a:rPr sz="2400" spc="-35" dirty="0">
                <a:latin typeface="Arial"/>
                <a:cs typeface="Arial"/>
              </a:rPr>
              <a:t>patterns </a:t>
            </a:r>
            <a:r>
              <a:rPr sz="2400" spc="-25" dirty="0">
                <a:latin typeface="Arial"/>
                <a:cs typeface="Arial"/>
              </a:rPr>
              <a:t>from </a:t>
            </a:r>
            <a:r>
              <a:rPr sz="2400" spc="-30" dirty="0">
                <a:latin typeface="Arial"/>
                <a:cs typeface="Arial"/>
              </a:rPr>
              <a:t>the</a:t>
            </a:r>
            <a:r>
              <a:rPr sz="2400" spc="-75" dirty="0">
                <a:latin typeface="Arial"/>
                <a:cs typeface="Arial"/>
              </a:rPr>
              <a:t> </a:t>
            </a:r>
            <a:r>
              <a:rPr sz="2400" spc="-90" dirty="0">
                <a:latin typeface="Arial"/>
                <a:cs typeface="Arial"/>
              </a:rPr>
              <a:t>web</a:t>
            </a:r>
            <a:endParaRPr sz="2400" dirty="0">
              <a:latin typeface="Arial"/>
              <a:cs typeface="Arial"/>
            </a:endParaRPr>
          </a:p>
        </p:txBody>
      </p:sp>
      <p:pic>
        <p:nvPicPr>
          <p:cNvPr id="7" name="Picture 6"/>
          <p:cNvPicPr>
            <a:picLocks noChangeAspect="1"/>
          </p:cNvPicPr>
          <p:nvPr/>
        </p:nvPicPr>
        <p:blipFill>
          <a:blip r:embed="rId3"/>
          <a:stretch>
            <a:fillRect/>
          </a:stretch>
        </p:blipFill>
        <p:spPr>
          <a:xfrm>
            <a:off x="8816622" y="1661499"/>
            <a:ext cx="3228370" cy="3330626"/>
          </a:xfrm>
          <a:prstGeom prst="rect">
            <a:avLst/>
          </a:prstGeom>
        </p:spPr>
      </p:pic>
    </p:spTree>
    <p:extLst>
      <p:ext uri="{BB962C8B-B14F-4D97-AF65-F5344CB8AC3E}">
        <p14:creationId xmlns:p14="http://schemas.microsoft.com/office/powerpoint/2010/main" val="315766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000" y="325500"/>
            <a:ext cx="9596800" cy="795600"/>
          </a:xfrm>
        </p:spPr>
        <p:txBody>
          <a:bodyPr/>
          <a:lstStyle/>
          <a:p>
            <a:r>
              <a:rPr lang="en-GB" sz="3200" dirty="0"/>
              <a:t>Task for you: Retention in the mobile phone industry</a:t>
            </a:r>
          </a:p>
        </p:txBody>
      </p:sp>
      <p:sp>
        <p:nvSpPr>
          <p:cNvPr id="3" name="Content Placeholder 2"/>
          <p:cNvSpPr>
            <a:spLocks noGrp="1"/>
          </p:cNvSpPr>
          <p:nvPr>
            <p:ph idx="1"/>
          </p:nvPr>
        </p:nvSpPr>
        <p:spPr/>
        <p:txBody>
          <a:bodyPr/>
          <a:lstStyle/>
          <a:p>
            <a:pPr marL="457200" indent="-457200">
              <a:buFont typeface="+mj-lt"/>
              <a:buAutoNum type="arabicPeriod"/>
            </a:pPr>
            <a:r>
              <a:rPr lang="en-GB" sz="2000" dirty="0"/>
              <a:t>The marketing manager of a mobile phone company realizes that a large number of customers are discontinuing their service, leaving her company in favour of some competing provider. </a:t>
            </a:r>
          </a:p>
          <a:p>
            <a:pPr marL="457200" indent="-457200">
              <a:buFont typeface="+mj-lt"/>
              <a:buAutoNum type="arabicPeriod"/>
            </a:pPr>
            <a:r>
              <a:rPr lang="en-GB" sz="2000" dirty="0"/>
              <a:t>Suppose that the marketing manager can rely on a budget adequate to pursue a customer retention campaign aimed at </a:t>
            </a:r>
            <a:r>
              <a:rPr lang="en-GB" sz="2000" b="1" dirty="0"/>
              <a:t>2000 individuals </a:t>
            </a:r>
            <a:r>
              <a:rPr lang="en-GB" sz="2000" dirty="0"/>
              <a:t>out of a total customer base of </a:t>
            </a:r>
            <a:r>
              <a:rPr lang="en-GB" sz="2000" b="1" dirty="0"/>
              <a:t>2 million people</a:t>
            </a:r>
            <a:r>
              <a:rPr lang="en-GB" sz="2000" dirty="0"/>
              <a:t>. </a:t>
            </a:r>
          </a:p>
          <a:p>
            <a:pPr marL="457200" indent="-457200">
              <a:buFont typeface="+mj-lt"/>
              <a:buAutoNum type="arabicPeriod"/>
            </a:pPr>
            <a:r>
              <a:rPr lang="en-GB" sz="2000" dirty="0"/>
              <a:t>Hence, the question naturally arises of </a:t>
            </a:r>
            <a:r>
              <a:rPr lang="en-GB" sz="2000" b="1" dirty="0"/>
              <a:t>how she should go about choosing those customers </a:t>
            </a:r>
            <a:r>
              <a:rPr lang="en-GB" sz="2000" dirty="0"/>
              <a:t>to be contacted so as to optimize the effectiveness of the campaign. In other words, how can the probability that each single customer will discontinue the service be estimated so as to target the best group of customers and thus reduce churning and maximize customer retention? </a:t>
            </a:r>
          </a:p>
          <a:p>
            <a:pPr marL="457200" indent="-457200">
              <a:buFont typeface="+mj-lt"/>
              <a:buAutoNum type="arabicPeriod"/>
            </a:pPr>
            <a:endParaRPr lang="en-GB" sz="2000" dirty="0"/>
          </a:p>
          <a:p>
            <a:pPr marL="0" indent="0">
              <a:buNone/>
            </a:pPr>
            <a:r>
              <a:rPr lang="en-GB" sz="2000" dirty="0"/>
              <a:t> </a:t>
            </a:r>
            <a:r>
              <a:rPr lang="en-GB" sz="2000" b="1" dirty="0"/>
              <a:t>How would you choose these customers?</a:t>
            </a:r>
          </a:p>
          <a:p>
            <a:pPr marL="0" indent="0">
              <a:buNone/>
            </a:pPr>
            <a:endParaRPr lang="en-GB" sz="2000" dirty="0"/>
          </a:p>
          <a:p>
            <a:pPr marL="0" indent="0">
              <a:buNone/>
            </a:pPr>
            <a:r>
              <a:rPr lang="en-GB" sz="2000" dirty="0"/>
              <a:t>							</a:t>
            </a:r>
          </a:p>
        </p:txBody>
      </p:sp>
      <p:sp>
        <p:nvSpPr>
          <p:cNvPr id="4" name="Slide Number Placeholder 3"/>
          <p:cNvSpPr>
            <a:spLocks noGrp="1"/>
          </p:cNvSpPr>
          <p:nvPr>
            <p:ph type="sldNum" sz="quarter" idx="12"/>
          </p:nvPr>
        </p:nvSpPr>
        <p:spPr/>
        <p:txBody>
          <a:bodyPr/>
          <a:lstStyle/>
          <a:p>
            <a:fld id="{7CC91C18-2D9D-461C-87BF-48086B644113}" type="slidenum">
              <a:rPr lang="en-GB" smtClean="0"/>
              <a:t>31</a:t>
            </a:fld>
            <a:endParaRPr lang="en-GB"/>
          </a:p>
        </p:txBody>
      </p:sp>
    </p:spTree>
    <p:extLst>
      <p:ext uri="{BB962C8B-B14F-4D97-AF65-F5344CB8AC3E}">
        <p14:creationId xmlns:p14="http://schemas.microsoft.com/office/powerpoint/2010/main" val="1089268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000" y="325500"/>
            <a:ext cx="9596800" cy="795600"/>
          </a:xfrm>
        </p:spPr>
        <p:txBody>
          <a:bodyPr/>
          <a:lstStyle/>
          <a:p>
            <a:r>
              <a:rPr lang="en-GB" sz="3200"/>
              <a:t>Example: Retention in the mobile phone industry</a:t>
            </a:r>
          </a:p>
        </p:txBody>
      </p:sp>
      <p:sp>
        <p:nvSpPr>
          <p:cNvPr id="3" name="Content Placeholder 2"/>
          <p:cNvSpPr>
            <a:spLocks noGrp="1"/>
          </p:cNvSpPr>
          <p:nvPr>
            <p:ph idx="1"/>
          </p:nvPr>
        </p:nvSpPr>
        <p:spPr/>
        <p:txBody>
          <a:bodyPr/>
          <a:lstStyle/>
          <a:p>
            <a:pPr marL="457200" indent="-457200">
              <a:buFont typeface="+mj-lt"/>
              <a:buAutoNum type="arabicPeriod"/>
            </a:pPr>
            <a:r>
              <a:rPr lang="en-GB" sz="2000" dirty="0"/>
              <a:t>The marketing manager of a mobile phone company realizes that a large number of customers are discontinuing their service, leaving her company in favour of some competing provider. </a:t>
            </a:r>
          </a:p>
          <a:p>
            <a:pPr marL="457200" indent="-457200">
              <a:buFont typeface="+mj-lt"/>
              <a:buAutoNum type="arabicPeriod"/>
            </a:pPr>
            <a:r>
              <a:rPr lang="en-GB" sz="2000" dirty="0"/>
              <a:t>Suppose that the marketing manager can rely on a budget adequate to pursue a customer retention campaign aimed at </a:t>
            </a:r>
            <a:r>
              <a:rPr lang="en-GB" sz="2000" b="1" dirty="0"/>
              <a:t>2000 individuals </a:t>
            </a:r>
            <a:r>
              <a:rPr lang="en-GB" sz="2000" dirty="0"/>
              <a:t>out of a total customer base of </a:t>
            </a:r>
            <a:r>
              <a:rPr lang="en-GB" sz="2000" b="1" dirty="0"/>
              <a:t>2 million people</a:t>
            </a:r>
            <a:r>
              <a:rPr lang="en-GB" sz="2000" dirty="0"/>
              <a:t>. </a:t>
            </a:r>
          </a:p>
          <a:p>
            <a:pPr marL="457200" indent="-457200">
              <a:buFont typeface="+mj-lt"/>
              <a:buAutoNum type="arabicPeriod"/>
            </a:pPr>
            <a:r>
              <a:rPr lang="en-GB" sz="2000" dirty="0"/>
              <a:t>Hence, the question naturally arises of </a:t>
            </a:r>
            <a:r>
              <a:rPr lang="en-GB" sz="2000" b="1" dirty="0"/>
              <a:t>how she should go about choosing those customers </a:t>
            </a:r>
            <a:r>
              <a:rPr lang="en-GB" sz="2000" dirty="0"/>
              <a:t>to be contacted so as to optimize the effectiveness of the campaign. In other words, how can the probability that each single customer will discontinue the service be estimated so as to target the best group of customers and thus reduce churning and maximize customer retention? </a:t>
            </a:r>
          </a:p>
          <a:p>
            <a:pPr marL="457200" indent="-457200">
              <a:buFont typeface="+mj-lt"/>
              <a:buAutoNum type="arabicPeriod"/>
            </a:pPr>
            <a:r>
              <a:rPr lang="en-GB" sz="2000" b="1" dirty="0"/>
              <a:t>By knowing these probabilities</a:t>
            </a:r>
            <a:r>
              <a:rPr lang="en-GB" sz="2000" dirty="0"/>
              <a:t>, the target group can be chosen as the 2000 people having the highest churn likelihood among the customers of high business value. </a:t>
            </a:r>
          </a:p>
          <a:p>
            <a:pPr marL="457200" indent="-457200">
              <a:buFont typeface="+mj-lt"/>
              <a:buAutoNum type="arabicPeriod"/>
            </a:pPr>
            <a:r>
              <a:rPr lang="en-GB" sz="2000" dirty="0"/>
              <a:t>Without the support of advanced </a:t>
            </a:r>
            <a:r>
              <a:rPr lang="en-GB" sz="2000" b="1" dirty="0"/>
              <a:t>mathematical models </a:t>
            </a:r>
            <a:r>
              <a:rPr lang="en-GB" sz="2000" dirty="0"/>
              <a:t>and </a:t>
            </a:r>
            <a:r>
              <a:rPr lang="en-GB" sz="2000" b="1" dirty="0"/>
              <a:t>data mining </a:t>
            </a:r>
            <a:r>
              <a:rPr lang="en-GB" sz="2000" dirty="0"/>
              <a:t>techniques, it would be arduous to derive a reliable estimate of the churn probability and to determine the best recipients of a specific marketing campaign.</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C91C18-2D9D-461C-87BF-48086B644113}" type="slidenum">
              <a:rPr kumimoji="0" lang="en-GB" sz="11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1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517376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a:p>
        </p:txBody>
      </p:sp>
      <p:sp>
        <p:nvSpPr>
          <p:cNvPr id="4" name="Slide Number Placeholder 3"/>
          <p:cNvSpPr>
            <a:spLocks noGrp="1"/>
          </p:cNvSpPr>
          <p:nvPr>
            <p:ph type="sldNum" sz="quarter" idx="12"/>
          </p:nvPr>
        </p:nvSpPr>
        <p:spPr/>
        <p:txBody>
          <a:bodyPr/>
          <a:lstStyle/>
          <a:p>
            <a:fld id="{7CC91C18-2D9D-461C-87BF-48086B644113}" type="slidenum">
              <a:rPr lang="en-GB" smtClean="0"/>
              <a:t>33</a:t>
            </a:fld>
            <a:endParaRPr lang="en-GB"/>
          </a:p>
        </p:txBody>
      </p:sp>
      <p:sp>
        <p:nvSpPr>
          <p:cNvPr id="5" name="Title 1"/>
          <p:cNvSpPr>
            <a:spLocks noGrp="1"/>
          </p:cNvSpPr>
          <p:nvPr>
            <p:ph type="title"/>
          </p:nvPr>
        </p:nvSpPr>
        <p:spPr>
          <a:xfrm>
            <a:off x="360000" y="325500"/>
            <a:ext cx="9596800" cy="795600"/>
          </a:xfrm>
        </p:spPr>
        <p:txBody>
          <a:bodyPr/>
          <a:lstStyle/>
          <a:p>
            <a:r>
              <a:rPr lang="en-GB" sz="3200"/>
              <a:t>Example: Retention in the mobile phone industry</a:t>
            </a:r>
          </a:p>
        </p:txBody>
      </p:sp>
      <p:pic>
        <p:nvPicPr>
          <p:cNvPr id="6" name="Picture 5"/>
          <p:cNvPicPr>
            <a:picLocks noChangeAspect="1"/>
          </p:cNvPicPr>
          <p:nvPr/>
        </p:nvPicPr>
        <p:blipFill>
          <a:blip r:embed="rId2"/>
          <a:stretch>
            <a:fillRect/>
          </a:stretch>
        </p:blipFill>
        <p:spPr>
          <a:xfrm>
            <a:off x="219603" y="1121100"/>
            <a:ext cx="6334125" cy="2314575"/>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p:cNvPicPr>
          <p:nvPr/>
        </p:nvPicPr>
        <p:blipFill>
          <a:blip r:embed="rId3"/>
          <a:stretch>
            <a:fillRect/>
          </a:stretch>
        </p:blipFill>
        <p:spPr>
          <a:xfrm>
            <a:off x="4616450" y="3646575"/>
            <a:ext cx="6819900" cy="25050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6499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21844-CFB7-847C-B07A-9BA35B1CB605}"/>
              </a:ext>
            </a:extLst>
          </p:cNvPr>
          <p:cNvSpPr>
            <a:spLocks noGrp="1"/>
          </p:cNvSpPr>
          <p:nvPr>
            <p:ph type="title"/>
          </p:nvPr>
        </p:nvSpPr>
        <p:spPr/>
        <p:txBody>
          <a:bodyPr/>
          <a:lstStyle/>
          <a:p>
            <a:r>
              <a:rPr lang="en-GB" dirty="0"/>
              <a:t>Quizzes</a:t>
            </a:r>
          </a:p>
        </p:txBody>
      </p:sp>
      <p:sp>
        <p:nvSpPr>
          <p:cNvPr id="3" name="Content Placeholder 2">
            <a:extLst>
              <a:ext uri="{FF2B5EF4-FFF2-40B4-BE49-F238E27FC236}">
                <a16:creationId xmlns:a16="http://schemas.microsoft.com/office/drawing/2014/main" id="{ECD5E413-7B09-05D7-C4E5-9A066A8C1F0E}"/>
              </a:ext>
            </a:extLst>
          </p:cNvPr>
          <p:cNvSpPr>
            <a:spLocks noGrp="1"/>
          </p:cNvSpPr>
          <p:nvPr>
            <p:ph idx="1"/>
          </p:nvPr>
        </p:nvSpPr>
        <p:spPr/>
        <p:txBody>
          <a:bodyPr/>
          <a:lstStyle/>
          <a:p>
            <a:endParaRPr lang="en-GB" dirty="0"/>
          </a:p>
          <a:p>
            <a:endParaRPr lang="en-GB" dirty="0"/>
          </a:p>
          <a:p>
            <a:endParaRPr lang="en-GB" dirty="0"/>
          </a:p>
          <a:p>
            <a:endParaRPr lang="en-GB" dirty="0"/>
          </a:p>
          <a:p>
            <a:endParaRPr lang="en-GB" dirty="0"/>
          </a:p>
          <a:p>
            <a:endParaRPr lang="en-GB" dirty="0"/>
          </a:p>
          <a:p>
            <a:endParaRPr lang="en-GB" dirty="0"/>
          </a:p>
          <a:p>
            <a:pPr marL="0" indent="0">
              <a:buNone/>
            </a:pPr>
            <a:r>
              <a:rPr lang="en-GB" dirty="0">
                <a:hlinkClick r:id="rId2"/>
              </a:rPr>
              <a:t>https://quizizz.com/admin/quiz/633188c0bd862d001d55c4bf</a:t>
            </a:r>
            <a:r>
              <a:rPr lang="en-GB" dirty="0"/>
              <a:t> </a:t>
            </a:r>
          </a:p>
        </p:txBody>
      </p:sp>
      <p:sp>
        <p:nvSpPr>
          <p:cNvPr id="4" name="Slide Number Placeholder 3">
            <a:extLst>
              <a:ext uri="{FF2B5EF4-FFF2-40B4-BE49-F238E27FC236}">
                <a16:creationId xmlns:a16="http://schemas.microsoft.com/office/drawing/2014/main" id="{E60CA953-61FE-BF22-EF12-13CF83E222BD}"/>
              </a:ext>
            </a:extLst>
          </p:cNvPr>
          <p:cNvSpPr>
            <a:spLocks noGrp="1"/>
          </p:cNvSpPr>
          <p:nvPr>
            <p:ph type="sldNum" sz="quarter" idx="12"/>
          </p:nvPr>
        </p:nvSpPr>
        <p:spPr/>
        <p:txBody>
          <a:bodyPr/>
          <a:lstStyle/>
          <a:p>
            <a:fld id="{7CC91C18-2D9D-461C-87BF-48086B644113}" type="slidenum">
              <a:rPr lang="en-GB" smtClean="0"/>
              <a:t>34</a:t>
            </a:fld>
            <a:endParaRPr lang="en-GB"/>
          </a:p>
        </p:txBody>
      </p:sp>
      <p:pic>
        <p:nvPicPr>
          <p:cNvPr id="6" name="Picture 5">
            <a:extLst>
              <a:ext uri="{FF2B5EF4-FFF2-40B4-BE49-F238E27FC236}">
                <a16:creationId xmlns:a16="http://schemas.microsoft.com/office/drawing/2014/main" id="{2640909C-9608-833E-4A1E-6F9EE90A8420}"/>
              </a:ext>
            </a:extLst>
          </p:cNvPr>
          <p:cNvPicPr>
            <a:picLocks noChangeAspect="1"/>
          </p:cNvPicPr>
          <p:nvPr/>
        </p:nvPicPr>
        <p:blipFill>
          <a:blip r:embed="rId3"/>
          <a:stretch>
            <a:fillRect/>
          </a:stretch>
        </p:blipFill>
        <p:spPr>
          <a:xfrm>
            <a:off x="4320267" y="2379889"/>
            <a:ext cx="4171950" cy="1200150"/>
          </a:xfrm>
          <a:prstGeom prst="rect">
            <a:avLst/>
          </a:prstGeom>
        </p:spPr>
      </p:pic>
      <p:pic>
        <p:nvPicPr>
          <p:cNvPr id="1026" name="Picture 2" descr="Quizizz: Play to learn - Apps on Google Play">
            <a:extLst>
              <a:ext uri="{FF2B5EF4-FFF2-40B4-BE49-F238E27FC236}">
                <a16:creationId xmlns:a16="http://schemas.microsoft.com/office/drawing/2014/main" id="{2185C637-4224-BE08-6BE2-FDC0ACBFAF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834" y="1752599"/>
            <a:ext cx="2129515" cy="2129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41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23E4-CD67-48CF-B195-33D32C463B38}"/>
              </a:ext>
            </a:extLst>
          </p:cNvPr>
          <p:cNvSpPr>
            <a:spLocks noGrp="1"/>
          </p:cNvSpPr>
          <p:nvPr>
            <p:ph type="title"/>
          </p:nvPr>
        </p:nvSpPr>
        <p:spPr/>
        <p:txBody>
          <a:bodyPr/>
          <a:lstStyle/>
          <a:p>
            <a:r>
              <a:rPr lang="en-GB" dirty="0"/>
              <a:t>Today’s Key Concepts</a:t>
            </a:r>
          </a:p>
        </p:txBody>
      </p:sp>
      <p:sp>
        <p:nvSpPr>
          <p:cNvPr id="3" name="Content Placeholder 2">
            <a:extLst>
              <a:ext uri="{FF2B5EF4-FFF2-40B4-BE49-F238E27FC236}">
                <a16:creationId xmlns:a16="http://schemas.microsoft.com/office/drawing/2014/main" id="{C1FF838B-C8EC-4718-8D03-6669E7E947BE}"/>
              </a:ext>
            </a:extLst>
          </p:cNvPr>
          <p:cNvSpPr>
            <a:spLocks noGrp="1"/>
          </p:cNvSpPr>
          <p:nvPr>
            <p:ph idx="1"/>
          </p:nvPr>
        </p:nvSpPr>
        <p:spPr/>
        <p:txBody>
          <a:bodyPr/>
          <a:lstStyle/>
          <a:p>
            <a:r>
              <a:rPr lang="en-GB" dirty="0"/>
              <a:t>Data Types and Modern Data Warehouse</a:t>
            </a:r>
          </a:p>
          <a:p>
            <a:r>
              <a:rPr lang="en-GB"/>
              <a:t>BI Models</a:t>
            </a:r>
            <a:endParaRPr lang="en-GB" dirty="0"/>
          </a:p>
        </p:txBody>
      </p:sp>
      <p:sp>
        <p:nvSpPr>
          <p:cNvPr id="4" name="Slide Number Placeholder 3">
            <a:extLst>
              <a:ext uri="{FF2B5EF4-FFF2-40B4-BE49-F238E27FC236}">
                <a16:creationId xmlns:a16="http://schemas.microsoft.com/office/drawing/2014/main" id="{858439F1-28AE-4067-9F93-9F180B3233FC}"/>
              </a:ext>
            </a:extLst>
          </p:cNvPr>
          <p:cNvSpPr>
            <a:spLocks noGrp="1"/>
          </p:cNvSpPr>
          <p:nvPr>
            <p:ph type="sldNum" sz="quarter" idx="12"/>
          </p:nvPr>
        </p:nvSpPr>
        <p:spPr/>
        <p:txBody>
          <a:bodyPr/>
          <a:lstStyle/>
          <a:p>
            <a:fld id="{7CC91C18-2D9D-461C-87BF-48086B644113}" type="slidenum">
              <a:rPr lang="en-GB" smtClean="0"/>
              <a:t>35</a:t>
            </a:fld>
            <a:endParaRPr lang="en-GB"/>
          </a:p>
        </p:txBody>
      </p:sp>
      <p:sp>
        <p:nvSpPr>
          <p:cNvPr id="5" name="Title 5">
            <a:extLst>
              <a:ext uri="{FF2B5EF4-FFF2-40B4-BE49-F238E27FC236}">
                <a16:creationId xmlns:a16="http://schemas.microsoft.com/office/drawing/2014/main" id="{6891E364-CEBA-4EDB-B0A1-38581F2BD235}"/>
              </a:ext>
            </a:extLst>
          </p:cNvPr>
          <p:cNvSpPr txBox="1">
            <a:spLocks/>
          </p:cNvSpPr>
          <p:nvPr/>
        </p:nvSpPr>
        <p:spPr>
          <a:xfrm>
            <a:off x="6534279" y="2950239"/>
            <a:ext cx="3045646" cy="1115248"/>
          </a:xfrm>
          <a:prstGeom prst="rect">
            <a:avLst/>
          </a:prstGeom>
        </p:spPr>
        <p:txBody>
          <a:bodyPr vert="horz" lIns="91440" tIns="45720" rIns="91440" bIns="45720" rtlCol="0" anchor="t">
            <a:normAutofit fontScale="45000" lnSpcReduction="20000"/>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lgn="ctr"/>
            <a:r>
              <a:rPr lang="en-GB" sz="7200" dirty="0"/>
              <a:t>Questions?</a:t>
            </a:r>
            <a:br>
              <a:rPr lang="en-GB" sz="7200" dirty="0"/>
            </a:br>
            <a:br>
              <a:rPr lang="en-GB" sz="7200" dirty="0"/>
            </a:br>
            <a:endParaRPr lang="en-GB" dirty="0"/>
          </a:p>
        </p:txBody>
      </p:sp>
      <p:sp>
        <p:nvSpPr>
          <p:cNvPr id="6" name="TextBox 5">
            <a:extLst>
              <a:ext uri="{FF2B5EF4-FFF2-40B4-BE49-F238E27FC236}">
                <a16:creationId xmlns:a16="http://schemas.microsoft.com/office/drawing/2014/main" id="{8CBD3C1E-8A6D-4729-AC9F-E214E9DADA64}"/>
              </a:ext>
            </a:extLst>
          </p:cNvPr>
          <p:cNvSpPr txBox="1"/>
          <p:nvPr/>
        </p:nvSpPr>
        <p:spPr>
          <a:xfrm>
            <a:off x="6926858" y="3705113"/>
            <a:ext cx="347078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sng" strike="noStrike" kern="1200" cap="none" spc="0" normalizeH="0" baseline="0" noProof="0" dirty="0">
                <a:ln>
                  <a:noFill/>
                </a:ln>
                <a:effectLst/>
                <a:uLnTx/>
                <a:uFillTx/>
                <a:latin typeface="Calibri" panose="020F0502020204030204"/>
                <a:ea typeface="+mn-ea"/>
                <a:cs typeface="+mn-cs"/>
              </a:rPr>
              <a:t>a.occhipinti@tees.ac.uk</a:t>
            </a:r>
          </a:p>
        </p:txBody>
      </p:sp>
      <p:pic>
        <p:nvPicPr>
          <p:cNvPr id="7" name="Picture 6">
            <a:extLst>
              <a:ext uri="{FF2B5EF4-FFF2-40B4-BE49-F238E27FC236}">
                <a16:creationId xmlns:a16="http://schemas.microsoft.com/office/drawing/2014/main" id="{50E3C9BF-60E2-4E53-8B45-CA23C507D692}"/>
              </a:ext>
            </a:extLst>
          </p:cNvPr>
          <p:cNvPicPr>
            <a:picLocks noChangeAspect="1"/>
          </p:cNvPicPr>
          <p:nvPr/>
        </p:nvPicPr>
        <p:blipFill>
          <a:blip r:embed="rId2"/>
          <a:stretch>
            <a:fillRect/>
          </a:stretch>
        </p:blipFill>
        <p:spPr>
          <a:xfrm>
            <a:off x="4067030" y="2903370"/>
            <a:ext cx="2466975" cy="1238250"/>
          </a:xfrm>
          <a:prstGeom prst="rect">
            <a:avLst/>
          </a:prstGeom>
        </p:spPr>
      </p:pic>
      <p:grpSp>
        <p:nvGrpSpPr>
          <p:cNvPr id="8" name="Group 7">
            <a:extLst>
              <a:ext uri="{FF2B5EF4-FFF2-40B4-BE49-F238E27FC236}">
                <a16:creationId xmlns:a16="http://schemas.microsoft.com/office/drawing/2014/main" id="{B949535B-8214-45C8-AA0D-337D28F7E9F5}"/>
              </a:ext>
            </a:extLst>
          </p:cNvPr>
          <p:cNvGrpSpPr/>
          <p:nvPr/>
        </p:nvGrpSpPr>
        <p:grpSpPr>
          <a:xfrm>
            <a:off x="1225899" y="4360307"/>
            <a:ext cx="9950244" cy="1967296"/>
            <a:chOff x="-9924241" y="2781459"/>
            <a:chExt cx="20057649" cy="3349661"/>
          </a:xfrm>
        </p:grpSpPr>
        <p:sp>
          <p:nvSpPr>
            <p:cNvPr id="9" name="TextBox 8">
              <a:extLst>
                <a:ext uri="{FF2B5EF4-FFF2-40B4-BE49-F238E27FC236}">
                  <a16:creationId xmlns:a16="http://schemas.microsoft.com/office/drawing/2014/main" id="{6042B540-2752-4BEB-9BC0-F0757215FA29}"/>
                </a:ext>
              </a:extLst>
            </p:cNvPr>
            <p:cNvSpPr txBox="1"/>
            <p:nvPr/>
          </p:nvSpPr>
          <p:spPr>
            <a:xfrm>
              <a:off x="-2753827" y="3513191"/>
              <a:ext cx="12887235" cy="2253383"/>
            </a:xfrm>
            <a:prstGeom prst="rect">
              <a:avLst/>
            </a:prstGeom>
            <a:noFill/>
          </p:spPr>
          <p:txBody>
            <a:bodyPr wrap="square" rtlCol="0">
              <a:spAutoFit/>
            </a:bodyPr>
            <a:lstStyle/>
            <a:p>
              <a:pPr algn="ctr"/>
              <a:r>
                <a:rPr lang="en-GB" sz="2000" dirty="0"/>
                <a:t>We’d love to hear your feedback! </a:t>
              </a:r>
            </a:p>
            <a:p>
              <a:r>
                <a:rPr lang="en-GB" sz="2000" dirty="0"/>
                <a:t>Use the link on BB to let us know about any issues, anything you’d like to change in the module, or just that you’re loving it!</a:t>
              </a:r>
            </a:p>
          </p:txBody>
        </p:sp>
        <p:pic>
          <p:nvPicPr>
            <p:cNvPr id="10" name="Picture 9">
              <a:extLst>
                <a:ext uri="{FF2B5EF4-FFF2-40B4-BE49-F238E27FC236}">
                  <a16:creationId xmlns:a16="http://schemas.microsoft.com/office/drawing/2014/main" id="{A4C5FD45-057D-44F6-BF7B-D90073FE2A59}"/>
                </a:ext>
              </a:extLst>
            </p:cNvPr>
            <p:cNvPicPr>
              <a:picLocks noChangeAspect="1"/>
            </p:cNvPicPr>
            <p:nvPr/>
          </p:nvPicPr>
          <p:blipFill>
            <a:blip r:embed="rId3"/>
            <a:stretch>
              <a:fillRect/>
            </a:stretch>
          </p:blipFill>
          <p:spPr>
            <a:xfrm>
              <a:off x="-9924241" y="2781459"/>
              <a:ext cx="6828158" cy="3349661"/>
            </a:xfrm>
            <a:prstGeom prst="rect">
              <a:avLst/>
            </a:prstGeom>
          </p:spPr>
        </p:pic>
        <p:sp>
          <p:nvSpPr>
            <p:cNvPr id="11" name="Rectangle 10">
              <a:extLst>
                <a:ext uri="{FF2B5EF4-FFF2-40B4-BE49-F238E27FC236}">
                  <a16:creationId xmlns:a16="http://schemas.microsoft.com/office/drawing/2014/main" id="{49CE5C36-CCF8-4D96-86D0-4ED45695A2C6}"/>
                </a:ext>
              </a:extLst>
            </p:cNvPr>
            <p:cNvSpPr/>
            <p:nvPr/>
          </p:nvSpPr>
          <p:spPr>
            <a:xfrm>
              <a:off x="-9863545" y="5108410"/>
              <a:ext cx="6576458" cy="8836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extBox 11">
            <a:extLst>
              <a:ext uri="{FF2B5EF4-FFF2-40B4-BE49-F238E27FC236}">
                <a16:creationId xmlns:a16="http://schemas.microsoft.com/office/drawing/2014/main" id="{6C8F6598-2A2C-4E24-8A34-934DFD1F1DAA}"/>
              </a:ext>
            </a:extLst>
          </p:cNvPr>
          <p:cNvSpPr txBox="1"/>
          <p:nvPr/>
        </p:nvSpPr>
        <p:spPr>
          <a:xfrm>
            <a:off x="7636404" y="203485"/>
            <a:ext cx="4388981" cy="646331"/>
          </a:xfrm>
          <a:prstGeom prst="rect">
            <a:avLst/>
          </a:prstGeom>
          <a:solidFill>
            <a:schemeClr val="bg1"/>
          </a:solidFill>
        </p:spPr>
        <p:txBody>
          <a:bodyPr wrap="square" rtlCol="0">
            <a:spAutoFit/>
          </a:bodyPr>
          <a:lstStyle/>
          <a:p>
            <a:r>
              <a:rPr lang="en-GB" dirty="0"/>
              <a:t>Quiz </a:t>
            </a:r>
            <a:r>
              <a:rPr lang="en-GB"/>
              <a:t>time?</a:t>
            </a:r>
            <a:endParaRPr lang="en-GB" dirty="0"/>
          </a:p>
          <a:p>
            <a:r>
              <a:rPr lang="en-GB" dirty="0" err="1"/>
              <a:t>Quizzis</a:t>
            </a:r>
            <a:r>
              <a:rPr lang="en-GB" dirty="0"/>
              <a:t>!</a:t>
            </a:r>
          </a:p>
        </p:txBody>
      </p:sp>
    </p:spTree>
    <p:extLst>
      <p:ext uri="{BB962C8B-B14F-4D97-AF65-F5344CB8AC3E}">
        <p14:creationId xmlns:p14="http://schemas.microsoft.com/office/powerpoint/2010/main" val="1167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Extra Resources – Summary Video</a:t>
            </a:r>
          </a:p>
        </p:txBody>
      </p:sp>
      <p:sp>
        <p:nvSpPr>
          <p:cNvPr id="3" name="Content Placeholder 2"/>
          <p:cNvSpPr>
            <a:spLocks noGrp="1"/>
          </p:cNvSpPr>
          <p:nvPr>
            <p:ph idx="1"/>
          </p:nvPr>
        </p:nvSpPr>
        <p:spPr>
          <a:xfrm>
            <a:off x="360000" y="5434700"/>
            <a:ext cx="11477506" cy="628711"/>
          </a:xfrm>
        </p:spPr>
        <p:txBody>
          <a:bodyPr/>
          <a:lstStyle/>
          <a:p>
            <a:pPr marL="0" indent="0" algn="ctr">
              <a:buNone/>
            </a:pPr>
            <a:r>
              <a:rPr lang="en-GB">
                <a:hlinkClick r:id="rId2"/>
              </a:rPr>
              <a:t>https://www.youtube.com/watch?v=hDJdkcdG1iA</a:t>
            </a:r>
            <a:endParaRPr lang="en-GB"/>
          </a:p>
        </p:txBody>
      </p:sp>
      <p:sp>
        <p:nvSpPr>
          <p:cNvPr id="4" name="Slide Number Placeholder 3"/>
          <p:cNvSpPr>
            <a:spLocks noGrp="1"/>
          </p:cNvSpPr>
          <p:nvPr>
            <p:ph type="sldNum" sz="quarter" idx="12"/>
          </p:nvPr>
        </p:nvSpPr>
        <p:spPr/>
        <p:txBody>
          <a:bodyPr/>
          <a:lstStyle/>
          <a:p>
            <a:fld id="{7CC91C18-2D9D-461C-87BF-48086B644113}" type="slidenum">
              <a:rPr lang="en-GB" smtClean="0"/>
              <a:t>36</a:t>
            </a:fld>
            <a:endParaRPr lang="en-GB"/>
          </a:p>
        </p:txBody>
      </p:sp>
      <p:pic>
        <p:nvPicPr>
          <p:cNvPr id="5" name="Picture 4"/>
          <p:cNvPicPr>
            <a:picLocks noChangeAspect="1"/>
          </p:cNvPicPr>
          <p:nvPr/>
        </p:nvPicPr>
        <p:blipFill>
          <a:blip r:embed="rId3"/>
          <a:stretch>
            <a:fillRect/>
          </a:stretch>
        </p:blipFill>
        <p:spPr>
          <a:xfrm>
            <a:off x="2533669" y="1284622"/>
            <a:ext cx="7130168" cy="3986556"/>
          </a:xfrm>
          <a:prstGeom prst="rect">
            <a:avLst/>
          </a:prstGeom>
        </p:spPr>
      </p:pic>
    </p:spTree>
    <p:extLst>
      <p:ext uri="{BB962C8B-B14F-4D97-AF65-F5344CB8AC3E}">
        <p14:creationId xmlns:p14="http://schemas.microsoft.com/office/powerpoint/2010/main" val="120986535"/>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8970A9"/>
      </a:dk2>
      <a:lt2>
        <a:srgbClr val="BFBFBF"/>
      </a:lt2>
      <a:accent1>
        <a:srgbClr val="6C2787"/>
      </a:accent1>
      <a:accent2>
        <a:srgbClr val="F79646"/>
      </a:accent2>
      <a:accent3>
        <a:srgbClr val="9BBB59"/>
      </a:accent3>
      <a:accent4>
        <a:srgbClr val="C0504D"/>
      </a:accent4>
      <a:accent5>
        <a:srgbClr val="4F81BD"/>
      </a:accent5>
      <a:accent6>
        <a:srgbClr val="4BACC6"/>
      </a:accent6>
      <a:hlink>
        <a:srgbClr val="0563C1"/>
      </a:hlink>
      <a:folHlink>
        <a:srgbClr val="F7964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S4G">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ro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5.xml><?xml version="1.0" encoding="utf-8"?>
<a:theme xmlns:a="http://schemas.openxmlformats.org/drawingml/2006/main" name="1_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6.xml><?xml version="1.0" encoding="utf-8"?>
<a:theme xmlns:a="http://schemas.openxmlformats.org/drawingml/2006/main" name="2_Office Theme">
  <a:themeElements>
    <a:clrScheme name="SCM Colours">
      <a:dk1>
        <a:sysClr val="windowText" lastClr="000000"/>
      </a:dk1>
      <a:lt1>
        <a:sysClr val="window" lastClr="FFFFFF"/>
      </a:lt1>
      <a:dk2>
        <a:srgbClr val="8970A9"/>
      </a:dk2>
      <a:lt2>
        <a:srgbClr val="BFBFBF"/>
      </a:lt2>
      <a:accent1>
        <a:srgbClr val="6C2787"/>
      </a:accent1>
      <a:accent2>
        <a:srgbClr val="F79646"/>
      </a:accent2>
      <a:accent3>
        <a:srgbClr val="9BBB59"/>
      </a:accent3>
      <a:accent4>
        <a:srgbClr val="C0504D"/>
      </a:accent4>
      <a:accent5>
        <a:srgbClr val="4F81BD"/>
      </a:accent5>
      <a:accent6>
        <a:srgbClr val="4BACC6"/>
      </a:accent6>
      <a:hlink>
        <a:srgbClr val="6C2787"/>
      </a:hlink>
      <a:folHlink>
        <a:srgbClr val="F79646"/>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a-com3041-lecture-template.potx" id="{09F266B8-037D-4960-B683-4D141DDD58CF}" vid="{54ED4B27-7A9F-4E1F-B0CB-1BA09105F62F}"/>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796365E366AAB4F8280D86F3228324F" ma:contentTypeVersion="13" ma:contentTypeDescription="Create a new document." ma:contentTypeScope="" ma:versionID="5c5b465db9100d98d28a02708a555443">
  <xsd:schema xmlns:xsd="http://www.w3.org/2001/XMLSchema" xmlns:xs="http://www.w3.org/2001/XMLSchema" xmlns:p="http://schemas.microsoft.com/office/2006/metadata/properties" xmlns:ns3="def758ac-9196-4ec0-90cb-261ed6d7bf05" xmlns:ns4="8cca14b1-3cdd-4e98-976b-f7aa99511c27" targetNamespace="http://schemas.microsoft.com/office/2006/metadata/properties" ma:root="true" ma:fieldsID="ac5964ee864234c2e920e035a64218e2" ns3:_="" ns4:_="">
    <xsd:import namespace="def758ac-9196-4ec0-90cb-261ed6d7bf05"/>
    <xsd:import namespace="8cca14b1-3cdd-4e98-976b-f7aa99511c2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f758ac-9196-4ec0-90cb-261ed6d7bf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ca14b1-3cdd-4e98-976b-f7aa99511c27"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213C7C-BF2D-434B-B6CF-47D66E88FB8E}">
  <ds:schemaRefs>
    <ds:schemaRef ds:uri="http://purl.org/dc/terms/"/>
    <ds:schemaRef ds:uri="8cca14b1-3cdd-4e98-976b-f7aa99511c27"/>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def758ac-9196-4ec0-90cb-261ed6d7bf05"/>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9616377-5B39-4695-B7F6-57FEA35EC0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f758ac-9196-4ec0-90cb-261ed6d7bf05"/>
    <ds:schemaRef ds:uri="8cca14b1-3cdd-4e98-976b-f7aa99511c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39C3B0F-E285-4F68-B2AD-768DE55488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2672</TotalTime>
  <Words>3629</Words>
  <Application>Microsoft Office PowerPoint</Application>
  <PresentationFormat>Widescreen</PresentationFormat>
  <Paragraphs>471</Paragraphs>
  <Slides>36</Slides>
  <Notes>13</Notes>
  <HiddenSlides>6</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36</vt:i4>
      </vt:variant>
    </vt:vector>
  </HeadingPairs>
  <TitlesOfParts>
    <vt:vector size="50" baseType="lpstr">
      <vt:lpstr>Segoe UI Semibold</vt:lpstr>
      <vt:lpstr>Segoe UI Light</vt:lpstr>
      <vt:lpstr>Consolas</vt:lpstr>
      <vt:lpstr>Arial</vt:lpstr>
      <vt:lpstr>Segoe UI</vt:lpstr>
      <vt:lpstr>Calibri</vt:lpstr>
      <vt:lpstr>Wingdings</vt:lpstr>
      <vt:lpstr>Calibri Light</vt:lpstr>
      <vt:lpstr>1_Office Theme</vt:lpstr>
      <vt:lpstr>DS4G</vt:lpstr>
      <vt:lpstr>Intro slide</vt:lpstr>
      <vt:lpstr>Microsoft Azure Template</vt:lpstr>
      <vt:lpstr>1_Microsoft Azure Template</vt:lpstr>
      <vt:lpstr>2_Office Theme</vt:lpstr>
      <vt:lpstr>PowerPoint Presentation</vt:lpstr>
      <vt:lpstr>Don’t forget to check the Assessment Area on BB</vt:lpstr>
      <vt:lpstr>Outline</vt:lpstr>
      <vt:lpstr>Data Warehouse</vt:lpstr>
      <vt:lpstr>What is data?</vt:lpstr>
      <vt:lpstr>Structured Data</vt:lpstr>
      <vt:lpstr>Semi-Structured</vt:lpstr>
      <vt:lpstr>Unstructured Data</vt:lpstr>
      <vt:lpstr>Example: graph database</vt:lpstr>
      <vt:lpstr>PowerPoint Presentation</vt:lpstr>
      <vt:lpstr>PowerPoint Presentation</vt:lpstr>
      <vt:lpstr>Knowledge check</vt:lpstr>
      <vt:lpstr>To store Big Data you need Modern data warehouse components</vt:lpstr>
      <vt:lpstr>Defining Features of a Data Warehouse</vt:lpstr>
      <vt:lpstr>What is modern data warehousing?</vt:lpstr>
      <vt:lpstr>Data Load: Batch data/streaming data</vt:lpstr>
      <vt:lpstr>Combine batch and stream processing</vt:lpstr>
      <vt:lpstr>Transactional vs analytical data stores</vt:lpstr>
      <vt:lpstr>Analytical system</vt:lpstr>
      <vt:lpstr>Terminology check</vt:lpstr>
      <vt:lpstr>Business Intelligence Models</vt:lpstr>
      <vt:lpstr>Recap: What is Business Intelligence?</vt:lpstr>
      <vt:lpstr>Why BI?</vt:lpstr>
      <vt:lpstr>The main steps of BI</vt:lpstr>
      <vt:lpstr>BI Analysis Models</vt:lpstr>
      <vt:lpstr>Example1: Customer behaviour</vt:lpstr>
      <vt:lpstr>Example: Business Network Traffic</vt:lpstr>
      <vt:lpstr>Example : Drivers Required</vt:lpstr>
      <vt:lpstr>Business Intelligence Architectures</vt:lpstr>
      <vt:lpstr>Applications of BI</vt:lpstr>
      <vt:lpstr>Task for you: Retention in the mobile phone industry</vt:lpstr>
      <vt:lpstr>Example: Retention in the mobile phone industry</vt:lpstr>
      <vt:lpstr>Example: Retention in the mobile phone industry</vt:lpstr>
      <vt:lpstr>Quizzes</vt:lpstr>
      <vt:lpstr>Today’s Key Concepts</vt:lpstr>
      <vt:lpstr>Extra Resources – Summary Video</vt:lpstr>
    </vt:vector>
  </TitlesOfParts>
  <Company>Teesside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Business Intelligence?</dc:title>
  <dc:creator>Occhipinti, Annalisa</dc:creator>
  <cp:lastModifiedBy>Occhipinti, Annalisa</cp:lastModifiedBy>
  <cp:revision>4</cp:revision>
  <dcterms:created xsi:type="dcterms:W3CDTF">2020-04-14T11:37:20Z</dcterms:created>
  <dcterms:modified xsi:type="dcterms:W3CDTF">2024-09-27T14:58:46Z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0x0101005796365E366AAB4F8280D86F3228324F</vt:lpwstr>
  </property>
</Properties>
</file>