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3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  <p:sldMasterId id="2147483660" r:id="rId2"/>
    <p:sldMasterId id="2147483663" r:id="rId3"/>
    <p:sldMasterId id="2147483666" r:id="rId4"/>
  </p:sldMasterIdLst>
  <p:notesMasterIdLst>
    <p:notesMasterId r:id="rId53"/>
  </p:notesMasterIdLst>
  <p:sldIdLst>
    <p:sldId id="261" r:id="rId5"/>
    <p:sldId id="323" r:id="rId6"/>
    <p:sldId id="315" r:id="rId7"/>
    <p:sldId id="342" r:id="rId8"/>
    <p:sldId id="341" r:id="rId9"/>
    <p:sldId id="343" r:id="rId10"/>
    <p:sldId id="316" r:id="rId11"/>
    <p:sldId id="334" r:id="rId12"/>
    <p:sldId id="336" r:id="rId13"/>
    <p:sldId id="337" r:id="rId14"/>
    <p:sldId id="338" r:id="rId15"/>
    <p:sldId id="339" r:id="rId16"/>
    <p:sldId id="340" r:id="rId17"/>
    <p:sldId id="321" r:id="rId18"/>
    <p:sldId id="344" r:id="rId19"/>
    <p:sldId id="333" r:id="rId20"/>
    <p:sldId id="318" r:id="rId21"/>
    <p:sldId id="324" r:id="rId22"/>
    <p:sldId id="325" r:id="rId23"/>
    <p:sldId id="326" r:id="rId24"/>
    <p:sldId id="327" r:id="rId25"/>
    <p:sldId id="328" r:id="rId26"/>
    <p:sldId id="329" r:id="rId27"/>
    <p:sldId id="330" r:id="rId28"/>
    <p:sldId id="331" r:id="rId29"/>
    <p:sldId id="347" r:id="rId30"/>
    <p:sldId id="346" r:id="rId31"/>
    <p:sldId id="262" r:id="rId32"/>
    <p:sldId id="258" r:id="rId33"/>
    <p:sldId id="265" r:id="rId34"/>
    <p:sldId id="266" r:id="rId35"/>
    <p:sldId id="269" r:id="rId36"/>
    <p:sldId id="264" r:id="rId37"/>
    <p:sldId id="271" r:id="rId38"/>
    <p:sldId id="267" r:id="rId39"/>
    <p:sldId id="270" r:id="rId40"/>
    <p:sldId id="354" r:id="rId41"/>
    <p:sldId id="348" r:id="rId42"/>
    <p:sldId id="314" r:id="rId43"/>
    <p:sldId id="350" r:id="rId44"/>
    <p:sldId id="351" r:id="rId45"/>
    <p:sldId id="317" r:id="rId46"/>
    <p:sldId id="352" r:id="rId47"/>
    <p:sldId id="322" r:id="rId48"/>
    <p:sldId id="353" r:id="rId49"/>
    <p:sldId id="320" r:id="rId50"/>
    <p:sldId id="319" r:id="rId51"/>
    <p:sldId id="268" r:id="rId52"/>
  </p:sldIdLst>
  <p:sldSz cx="12192000" cy="6858000"/>
  <p:notesSz cx="6858000" cy="9144000"/>
  <p:embeddedFontLst>
    <p:embeddedFont>
      <p:font typeface="Calibri" panose="020F0502020204030204" pitchFamily="34" charset="0"/>
      <p:regular r:id="rId54"/>
      <p:bold r:id="rId55"/>
      <p:italic r:id="rId56"/>
      <p:boldItalic r:id="rId57"/>
    </p:embeddedFont>
    <p:embeddedFont>
      <p:font typeface="Calibri Light" panose="020F0302020204030204" pitchFamily="34" charset="0"/>
      <p:regular r:id="rId58"/>
      <p:italic r:id="rId5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6696473-6048-439D-BBAD-3AF025631112}" v="2" dt="2021-10-11T12:59:03.4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5297" autoAdjust="0"/>
  </p:normalViewPr>
  <p:slideViewPr>
    <p:cSldViewPr snapToGrid="0">
      <p:cViewPr varScale="1">
        <p:scale>
          <a:sx n="118" d="100"/>
          <a:sy n="118" d="100"/>
        </p:scale>
        <p:origin x="114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font" Target="fonts/font2.fntdata"/><Relationship Id="rId63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notesMaster" Target="notesMasters/notesMaster1.xml"/><Relationship Id="rId58" Type="http://schemas.openxmlformats.org/officeDocument/2006/relationships/font" Target="fonts/font5.fntdata"/><Relationship Id="rId5" Type="http://schemas.openxmlformats.org/officeDocument/2006/relationships/slide" Target="slides/slide1.xml"/><Relationship Id="rId61" Type="http://schemas.openxmlformats.org/officeDocument/2006/relationships/viewProps" Target="viewProps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font" Target="fonts/font3.fntdata"/><Relationship Id="rId64" Type="http://schemas.microsoft.com/office/2016/11/relationships/changesInfo" Target="changesInfos/changesInfo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font" Target="fonts/font6.fntdata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font" Target="fonts/font1.fntdata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font" Target="fonts/font4.fntdata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presProps" Target="presProps.xml"/><Relationship Id="rId65" Type="http://schemas.microsoft.com/office/2015/10/relationships/revisionInfo" Target="revisionInfo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cchipinti, Annalisa" userId="a66fcd2b-4181-400a-8ca1-7fdb013d8d8c" providerId="ADAL" clId="{36696473-6048-439D-BBAD-3AF025631112}"/>
    <pc:docChg chg="undo custSel addSld delSld modSld sldOrd modMainMaster">
      <pc:chgData name="Occhipinti, Annalisa" userId="a66fcd2b-4181-400a-8ca1-7fdb013d8d8c" providerId="ADAL" clId="{36696473-6048-439D-BBAD-3AF025631112}" dt="2021-10-11T13:38:06.717" v="677" actId="20577"/>
      <pc:docMkLst>
        <pc:docMk/>
      </pc:docMkLst>
      <pc:sldChg chg="modSp add setBg">
        <pc:chgData name="Occhipinti, Annalisa" userId="a66fcd2b-4181-400a-8ca1-7fdb013d8d8c" providerId="ADAL" clId="{36696473-6048-439D-BBAD-3AF025631112}" dt="2021-10-05T15:47:07.356" v="565" actId="113"/>
        <pc:sldMkLst>
          <pc:docMk/>
          <pc:sldMk cId="1087843831" sldId="258"/>
        </pc:sldMkLst>
        <pc:spChg chg="mod">
          <ac:chgData name="Occhipinti, Annalisa" userId="a66fcd2b-4181-400a-8ca1-7fdb013d8d8c" providerId="ADAL" clId="{36696473-6048-439D-BBAD-3AF025631112}" dt="2021-10-05T15:47:07.356" v="565" actId="113"/>
          <ac:spMkLst>
            <pc:docMk/>
            <pc:sldMk cId="1087843831" sldId="258"/>
            <ac:spMk id="3" creationId="{00000000-0000-0000-0000-000000000000}"/>
          </ac:spMkLst>
        </pc:spChg>
      </pc:sldChg>
      <pc:sldChg chg="modSp mod setBg">
        <pc:chgData name="Occhipinti, Annalisa" userId="a66fcd2b-4181-400a-8ca1-7fdb013d8d8c" providerId="ADAL" clId="{36696473-6048-439D-BBAD-3AF025631112}" dt="2021-10-05T15:33:48.881" v="407" actId="20577"/>
        <pc:sldMkLst>
          <pc:docMk/>
          <pc:sldMk cId="4287778871" sldId="261"/>
        </pc:sldMkLst>
        <pc:spChg chg="mod">
          <ac:chgData name="Occhipinti, Annalisa" userId="a66fcd2b-4181-400a-8ca1-7fdb013d8d8c" providerId="ADAL" clId="{36696473-6048-439D-BBAD-3AF025631112}" dt="2021-10-05T15:33:48.881" v="407" actId="20577"/>
          <ac:spMkLst>
            <pc:docMk/>
            <pc:sldMk cId="4287778871" sldId="261"/>
            <ac:spMk id="11" creationId="{00000000-0000-0000-0000-000000000000}"/>
          </ac:spMkLst>
        </pc:spChg>
        <pc:spChg chg="mod">
          <ac:chgData name="Occhipinti, Annalisa" userId="a66fcd2b-4181-400a-8ca1-7fdb013d8d8c" providerId="ADAL" clId="{36696473-6048-439D-BBAD-3AF025631112}" dt="2021-10-05T14:47:22.398" v="90" actId="207"/>
          <ac:spMkLst>
            <pc:docMk/>
            <pc:sldMk cId="4287778871" sldId="261"/>
            <ac:spMk id="14" creationId="{00000000-0000-0000-0000-000000000000}"/>
          </ac:spMkLst>
        </pc:spChg>
      </pc:sldChg>
      <pc:sldChg chg="add setBg">
        <pc:chgData name="Occhipinti, Annalisa" userId="a66fcd2b-4181-400a-8ca1-7fdb013d8d8c" providerId="ADAL" clId="{36696473-6048-439D-BBAD-3AF025631112}" dt="2021-10-05T14:44:56.886" v="11"/>
        <pc:sldMkLst>
          <pc:docMk/>
          <pc:sldMk cId="3900942772" sldId="262"/>
        </pc:sldMkLst>
      </pc:sldChg>
      <pc:sldChg chg="add setBg">
        <pc:chgData name="Occhipinti, Annalisa" userId="a66fcd2b-4181-400a-8ca1-7fdb013d8d8c" providerId="ADAL" clId="{36696473-6048-439D-BBAD-3AF025631112}" dt="2021-10-05T14:44:56.886" v="11"/>
        <pc:sldMkLst>
          <pc:docMk/>
          <pc:sldMk cId="394557020" sldId="264"/>
        </pc:sldMkLst>
      </pc:sldChg>
      <pc:sldChg chg="add setBg">
        <pc:chgData name="Occhipinti, Annalisa" userId="a66fcd2b-4181-400a-8ca1-7fdb013d8d8c" providerId="ADAL" clId="{36696473-6048-439D-BBAD-3AF025631112}" dt="2021-10-05T14:44:56.886" v="11"/>
        <pc:sldMkLst>
          <pc:docMk/>
          <pc:sldMk cId="966226159" sldId="265"/>
        </pc:sldMkLst>
      </pc:sldChg>
      <pc:sldChg chg="addSp modSp add mod setBg">
        <pc:chgData name="Occhipinti, Annalisa" userId="a66fcd2b-4181-400a-8ca1-7fdb013d8d8c" providerId="ADAL" clId="{36696473-6048-439D-BBAD-3AF025631112}" dt="2021-10-11T13:35:48.605" v="607" actId="6549"/>
        <pc:sldMkLst>
          <pc:docMk/>
          <pc:sldMk cId="583786557" sldId="266"/>
        </pc:sldMkLst>
        <pc:spChg chg="mod">
          <ac:chgData name="Occhipinti, Annalisa" userId="a66fcd2b-4181-400a-8ca1-7fdb013d8d8c" providerId="ADAL" clId="{36696473-6048-439D-BBAD-3AF025631112}" dt="2021-10-05T15:28:27.951" v="313" actId="1076"/>
          <ac:spMkLst>
            <pc:docMk/>
            <pc:sldMk cId="583786557" sldId="266"/>
            <ac:spMk id="2" creationId="{00000000-0000-0000-0000-000000000000}"/>
          </ac:spMkLst>
        </pc:spChg>
        <pc:spChg chg="mod">
          <ac:chgData name="Occhipinti, Annalisa" userId="a66fcd2b-4181-400a-8ca1-7fdb013d8d8c" providerId="ADAL" clId="{36696473-6048-439D-BBAD-3AF025631112}" dt="2021-10-11T13:35:48.605" v="607" actId="6549"/>
          <ac:spMkLst>
            <pc:docMk/>
            <pc:sldMk cId="583786557" sldId="266"/>
            <ac:spMk id="3" creationId="{00000000-0000-0000-0000-000000000000}"/>
          </ac:spMkLst>
        </pc:spChg>
        <pc:picChg chg="add mod">
          <ac:chgData name="Occhipinti, Annalisa" userId="a66fcd2b-4181-400a-8ca1-7fdb013d8d8c" providerId="ADAL" clId="{36696473-6048-439D-BBAD-3AF025631112}" dt="2021-10-05T15:28:20.015" v="309" actId="14100"/>
          <ac:picMkLst>
            <pc:docMk/>
            <pc:sldMk cId="583786557" sldId="266"/>
            <ac:picMk id="6" creationId="{2238B10A-33DE-4204-BCEC-5028DE97025F}"/>
          </ac:picMkLst>
        </pc:picChg>
      </pc:sldChg>
      <pc:sldChg chg="modSp add mod setBg">
        <pc:chgData name="Occhipinti, Annalisa" userId="a66fcd2b-4181-400a-8ca1-7fdb013d8d8c" providerId="ADAL" clId="{36696473-6048-439D-BBAD-3AF025631112}" dt="2021-10-05T15:32:02.874" v="385" actId="20577"/>
        <pc:sldMkLst>
          <pc:docMk/>
          <pc:sldMk cId="409880203" sldId="267"/>
        </pc:sldMkLst>
        <pc:spChg chg="mod">
          <ac:chgData name="Occhipinti, Annalisa" userId="a66fcd2b-4181-400a-8ca1-7fdb013d8d8c" providerId="ADAL" clId="{36696473-6048-439D-BBAD-3AF025631112}" dt="2021-10-05T15:32:02.874" v="385" actId="20577"/>
          <ac:spMkLst>
            <pc:docMk/>
            <pc:sldMk cId="409880203" sldId="267"/>
            <ac:spMk id="3" creationId="{00000000-0000-0000-0000-000000000000}"/>
          </ac:spMkLst>
        </pc:spChg>
      </pc:sldChg>
      <pc:sldChg chg="modSp add mod setBg">
        <pc:chgData name="Occhipinti, Annalisa" userId="a66fcd2b-4181-400a-8ca1-7fdb013d8d8c" providerId="ADAL" clId="{36696473-6048-439D-BBAD-3AF025631112}" dt="2021-10-05T15:32:16.442" v="389" actId="20577"/>
        <pc:sldMkLst>
          <pc:docMk/>
          <pc:sldMk cId="146603645" sldId="268"/>
        </pc:sldMkLst>
        <pc:spChg chg="mod">
          <ac:chgData name="Occhipinti, Annalisa" userId="a66fcd2b-4181-400a-8ca1-7fdb013d8d8c" providerId="ADAL" clId="{36696473-6048-439D-BBAD-3AF025631112}" dt="2021-10-05T15:32:16.442" v="389" actId="20577"/>
          <ac:spMkLst>
            <pc:docMk/>
            <pc:sldMk cId="146603645" sldId="268"/>
            <ac:spMk id="3" creationId="{00000000-0000-0000-0000-000000000000}"/>
          </ac:spMkLst>
        </pc:spChg>
      </pc:sldChg>
      <pc:sldChg chg="add mod setBg modShow">
        <pc:chgData name="Occhipinti, Annalisa" userId="a66fcd2b-4181-400a-8ca1-7fdb013d8d8c" providerId="ADAL" clId="{36696473-6048-439D-BBAD-3AF025631112}" dt="2021-10-05T15:29:19.490" v="374" actId="729"/>
        <pc:sldMkLst>
          <pc:docMk/>
          <pc:sldMk cId="1428735243" sldId="269"/>
        </pc:sldMkLst>
      </pc:sldChg>
      <pc:sldChg chg="add ord setBg">
        <pc:chgData name="Occhipinti, Annalisa" userId="a66fcd2b-4181-400a-8ca1-7fdb013d8d8c" providerId="ADAL" clId="{36696473-6048-439D-BBAD-3AF025631112}" dt="2021-10-05T15:32:09.498" v="387"/>
        <pc:sldMkLst>
          <pc:docMk/>
          <pc:sldMk cId="3506935826" sldId="270"/>
        </pc:sldMkLst>
      </pc:sldChg>
      <pc:sldChg chg="add mod setBg modShow">
        <pc:chgData name="Occhipinti, Annalisa" userId="a66fcd2b-4181-400a-8ca1-7fdb013d8d8c" providerId="ADAL" clId="{36696473-6048-439D-BBAD-3AF025631112}" dt="2021-10-05T15:31:38.123" v="375" actId="729"/>
        <pc:sldMkLst>
          <pc:docMk/>
          <pc:sldMk cId="3878581728" sldId="271"/>
        </pc:sldMkLst>
      </pc:sldChg>
      <pc:sldChg chg="del">
        <pc:chgData name="Occhipinti, Annalisa" userId="a66fcd2b-4181-400a-8ca1-7fdb013d8d8c" providerId="ADAL" clId="{36696473-6048-439D-BBAD-3AF025631112}" dt="2021-10-05T14:39:14.386" v="0" actId="2696"/>
        <pc:sldMkLst>
          <pc:docMk/>
          <pc:sldMk cId="1089268918" sldId="277"/>
        </pc:sldMkLst>
      </pc:sldChg>
      <pc:sldChg chg="del">
        <pc:chgData name="Occhipinti, Annalisa" userId="a66fcd2b-4181-400a-8ca1-7fdb013d8d8c" providerId="ADAL" clId="{36696473-6048-439D-BBAD-3AF025631112}" dt="2021-10-05T14:39:14.386" v="0" actId="2696"/>
        <pc:sldMkLst>
          <pc:docMk/>
          <pc:sldMk cId="2564998385" sldId="278"/>
        </pc:sldMkLst>
      </pc:sldChg>
      <pc:sldChg chg="del setBg">
        <pc:chgData name="Occhipinti, Annalisa" userId="a66fcd2b-4181-400a-8ca1-7fdb013d8d8c" providerId="ADAL" clId="{36696473-6048-439D-BBAD-3AF025631112}" dt="2021-10-05T14:53:40.527" v="158" actId="47"/>
        <pc:sldMkLst>
          <pc:docMk/>
          <pc:sldMk cId="3211700475" sldId="314"/>
        </pc:sldMkLst>
      </pc:sldChg>
      <pc:sldChg chg="setBg">
        <pc:chgData name="Occhipinti, Annalisa" userId="a66fcd2b-4181-400a-8ca1-7fdb013d8d8c" providerId="ADAL" clId="{36696473-6048-439D-BBAD-3AF025631112}" dt="2021-10-05T15:41:20.933" v="523"/>
        <pc:sldMkLst>
          <pc:docMk/>
          <pc:sldMk cId="3787120792" sldId="314"/>
        </pc:sldMkLst>
      </pc:sldChg>
      <pc:sldChg chg="setBg">
        <pc:chgData name="Occhipinti, Annalisa" userId="a66fcd2b-4181-400a-8ca1-7fdb013d8d8c" providerId="ADAL" clId="{36696473-6048-439D-BBAD-3AF025631112}" dt="2021-10-05T14:44:56.886" v="11"/>
        <pc:sldMkLst>
          <pc:docMk/>
          <pc:sldMk cId="1464242535" sldId="315"/>
        </pc:sldMkLst>
      </pc:sldChg>
      <pc:sldChg chg="modSp mod setBg">
        <pc:chgData name="Occhipinti, Annalisa" userId="a66fcd2b-4181-400a-8ca1-7fdb013d8d8c" providerId="ADAL" clId="{36696473-6048-439D-BBAD-3AF025631112}" dt="2021-10-05T14:49:20.423" v="129" actId="20577"/>
        <pc:sldMkLst>
          <pc:docMk/>
          <pc:sldMk cId="405747393" sldId="316"/>
        </pc:sldMkLst>
        <pc:spChg chg="mod">
          <ac:chgData name="Occhipinti, Annalisa" userId="a66fcd2b-4181-400a-8ca1-7fdb013d8d8c" providerId="ADAL" clId="{36696473-6048-439D-BBAD-3AF025631112}" dt="2021-10-05T14:49:20.423" v="129" actId="20577"/>
          <ac:spMkLst>
            <pc:docMk/>
            <pc:sldMk cId="405747393" sldId="316"/>
            <ac:spMk id="2" creationId="{00000000-0000-0000-0000-000000000000}"/>
          </ac:spMkLst>
        </pc:spChg>
      </pc:sldChg>
      <pc:sldChg chg="modSp mod setBg">
        <pc:chgData name="Occhipinti, Annalisa" userId="a66fcd2b-4181-400a-8ca1-7fdb013d8d8c" providerId="ADAL" clId="{36696473-6048-439D-BBAD-3AF025631112}" dt="2021-10-05T15:41:51.462" v="524" actId="20577"/>
        <pc:sldMkLst>
          <pc:docMk/>
          <pc:sldMk cId="164405991" sldId="317"/>
        </pc:sldMkLst>
        <pc:spChg chg="mod">
          <ac:chgData name="Occhipinti, Annalisa" userId="a66fcd2b-4181-400a-8ca1-7fdb013d8d8c" providerId="ADAL" clId="{36696473-6048-439D-BBAD-3AF025631112}" dt="2021-10-05T15:41:51.462" v="524" actId="20577"/>
          <ac:spMkLst>
            <pc:docMk/>
            <pc:sldMk cId="164405991" sldId="317"/>
            <ac:spMk id="2" creationId="{00000000-0000-0000-0000-000000000000}"/>
          </ac:spMkLst>
        </pc:spChg>
      </pc:sldChg>
      <pc:sldChg chg="add del setBg">
        <pc:chgData name="Occhipinti, Annalisa" userId="a66fcd2b-4181-400a-8ca1-7fdb013d8d8c" providerId="ADAL" clId="{36696473-6048-439D-BBAD-3AF025631112}" dt="2021-10-05T14:54:23.391" v="218" actId="47"/>
        <pc:sldMkLst>
          <pc:docMk/>
          <pc:sldMk cId="1825155632" sldId="317"/>
        </pc:sldMkLst>
      </pc:sldChg>
      <pc:sldChg chg="del setBg">
        <pc:chgData name="Occhipinti, Annalisa" userId="a66fcd2b-4181-400a-8ca1-7fdb013d8d8c" providerId="ADAL" clId="{36696473-6048-439D-BBAD-3AF025631112}" dt="2021-10-05T14:48:54.312" v="98" actId="2696"/>
        <pc:sldMkLst>
          <pc:docMk/>
          <pc:sldMk cId="4278499000" sldId="317"/>
        </pc:sldMkLst>
      </pc:sldChg>
      <pc:sldChg chg="modSp mod ord setBg modAnim">
        <pc:chgData name="Occhipinti, Annalisa" userId="a66fcd2b-4181-400a-8ca1-7fdb013d8d8c" providerId="ADAL" clId="{36696473-6048-439D-BBAD-3AF025631112}" dt="2021-10-11T12:59:05.958" v="577" actId="1076"/>
        <pc:sldMkLst>
          <pc:docMk/>
          <pc:sldMk cId="3383733292" sldId="318"/>
        </pc:sldMkLst>
        <pc:spChg chg="mod">
          <ac:chgData name="Occhipinti, Annalisa" userId="a66fcd2b-4181-400a-8ca1-7fdb013d8d8c" providerId="ADAL" clId="{36696473-6048-439D-BBAD-3AF025631112}" dt="2021-10-11T12:59:03.488" v="576" actId="113"/>
          <ac:spMkLst>
            <pc:docMk/>
            <pc:sldMk cId="3383733292" sldId="318"/>
            <ac:spMk id="3" creationId="{00000000-0000-0000-0000-000000000000}"/>
          </ac:spMkLst>
        </pc:spChg>
        <pc:picChg chg="mod">
          <ac:chgData name="Occhipinti, Annalisa" userId="a66fcd2b-4181-400a-8ca1-7fdb013d8d8c" providerId="ADAL" clId="{36696473-6048-439D-BBAD-3AF025631112}" dt="2021-10-05T15:35:45.450" v="436" actId="1076"/>
          <ac:picMkLst>
            <pc:docMk/>
            <pc:sldMk cId="3383733292" sldId="318"/>
            <ac:picMk id="5" creationId="{00000000-0000-0000-0000-000000000000}"/>
          </ac:picMkLst>
        </pc:picChg>
        <pc:picChg chg="mod">
          <ac:chgData name="Occhipinti, Annalisa" userId="a66fcd2b-4181-400a-8ca1-7fdb013d8d8c" providerId="ADAL" clId="{36696473-6048-439D-BBAD-3AF025631112}" dt="2021-10-11T12:59:05.958" v="577" actId="1076"/>
          <ac:picMkLst>
            <pc:docMk/>
            <pc:sldMk cId="3383733292" sldId="318"/>
            <ac:picMk id="6" creationId="{00000000-0000-0000-0000-000000000000}"/>
          </ac:picMkLst>
        </pc:picChg>
      </pc:sldChg>
      <pc:sldChg chg="setBg">
        <pc:chgData name="Occhipinti, Annalisa" userId="a66fcd2b-4181-400a-8ca1-7fdb013d8d8c" providerId="ADAL" clId="{36696473-6048-439D-BBAD-3AF025631112}" dt="2021-10-05T15:41:20.933" v="523"/>
        <pc:sldMkLst>
          <pc:docMk/>
          <pc:sldMk cId="1923038503" sldId="319"/>
        </pc:sldMkLst>
      </pc:sldChg>
      <pc:sldChg chg="modSp mod ord setBg">
        <pc:chgData name="Occhipinti, Annalisa" userId="a66fcd2b-4181-400a-8ca1-7fdb013d8d8c" providerId="ADAL" clId="{36696473-6048-439D-BBAD-3AF025631112}" dt="2021-10-05T15:44:10.233" v="554" actId="27636"/>
        <pc:sldMkLst>
          <pc:docMk/>
          <pc:sldMk cId="920624230" sldId="320"/>
        </pc:sldMkLst>
        <pc:spChg chg="mod">
          <ac:chgData name="Occhipinti, Annalisa" userId="a66fcd2b-4181-400a-8ca1-7fdb013d8d8c" providerId="ADAL" clId="{36696473-6048-439D-BBAD-3AF025631112}" dt="2021-10-05T15:44:10.233" v="554" actId="27636"/>
          <ac:spMkLst>
            <pc:docMk/>
            <pc:sldMk cId="920624230" sldId="320"/>
            <ac:spMk id="4" creationId="{00000000-0000-0000-0000-000000000000}"/>
          </ac:spMkLst>
        </pc:spChg>
      </pc:sldChg>
      <pc:sldChg chg="add setBg">
        <pc:chgData name="Occhipinti, Annalisa" userId="a66fcd2b-4181-400a-8ca1-7fdb013d8d8c" providerId="ADAL" clId="{36696473-6048-439D-BBAD-3AF025631112}" dt="2021-10-05T15:37:12.940" v="442"/>
        <pc:sldMkLst>
          <pc:docMk/>
          <pc:sldMk cId="908601390" sldId="321"/>
        </pc:sldMkLst>
      </pc:sldChg>
      <pc:sldChg chg="modSp del mod setBg">
        <pc:chgData name="Occhipinti, Annalisa" userId="a66fcd2b-4181-400a-8ca1-7fdb013d8d8c" providerId="ADAL" clId="{36696473-6048-439D-BBAD-3AF025631112}" dt="2021-10-05T15:37:05.965" v="441" actId="2696"/>
        <pc:sldMkLst>
          <pc:docMk/>
          <pc:sldMk cId="1643830567" sldId="321"/>
        </pc:sldMkLst>
        <pc:spChg chg="mod">
          <ac:chgData name="Occhipinti, Annalisa" userId="a66fcd2b-4181-400a-8ca1-7fdb013d8d8c" providerId="ADAL" clId="{36696473-6048-439D-BBAD-3AF025631112}" dt="2021-10-05T14:53:58.078" v="183" actId="20577"/>
          <ac:spMkLst>
            <pc:docMk/>
            <pc:sldMk cId="1643830567" sldId="321"/>
            <ac:spMk id="2" creationId="{00000000-0000-0000-0000-000000000000}"/>
          </ac:spMkLst>
        </pc:spChg>
      </pc:sldChg>
      <pc:sldChg chg="addSp delSp modSp mod setBg">
        <pc:chgData name="Occhipinti, Annalisa" userId="a66fcd2b-4181-400a-8ca1-7fdb013d8d8c" providerId="ADAL" clId="{36696473-6048-439D-BBAD-3AF025631112}" dt="2021-10-05T15:43:23.532" v="530" actId="1076"/>
        <pc:sldMkLst>
          <pc:docMk/>
          <pc:sldMk cId="181237688" sldId="322"/>
        </pc:sldMkLst>
        <pc:spChg chg="add mod">
          <ac:chgData name="Occhipinti, Annalisa" userId="a66fcd2b-4181-400a-8ca1-7fdb013d8d8c" providerId="ADAL" clId="{36696473-6048-439D-BBAD-3AF025631112}" dt="2021-10-05T15:43:07.609" v="525" actId="478"/>
          <ac:spMkLst>
            <pc:docMk/>
            <pc:sldMk cId="181237688" sldId="322"/>
            <ac:spMk id="7" creationId="{4AEC4AE8-A2C7-4704-AD4B-73B18A776232}"/>
          </ac:spMkLst>
        </pc:spChg>
        <pc:picChg chg="del">
          <ac:chgData name="Occhipinti, Annalisa" userId="a66fcd2b-4181-400a-8ca1-7fdb013d8d8c" providerId="ADAL" clId="{36696473-6048-439D-BBAD-3AF025631112}" dt="2021-10-05T15:43:07.609" v="525" actId="478"/>
          <ac:picMkLst>
            <pc:docMk/>
            <pc:sldMk cId="181237688" sldId="322"/>
            <ac:picMk id="6" creationId="{00000000-0000-0000-0000-000000000000}"/>
          </ac:picMkLst>
        </pc:picChg>
        <pc:picChg chg="add mod">
          <ac:chgData name="Occhipinti, Annalisa" userId="a66fcd2b-4181-400a-8ca1-7fdb013d8d8c" providerId="ADAL" clId="{36696473-6048-439D-BBAD-3AF025631112}" dt="2021-10-05T15:43:23.532" v="530" actId="1076"/>
          <ac:picMkLst>
            <pc:docMk/>
            <pc:sldMk cId="181237688" sldId="322"/>
            <ac:picMk id="1026" creationId="{6F840409-81CB-4AA7-BBDF-4E89536E2618}"/>
          </ac:picMkLst>
        </pc:picChg>
      </pc:sldChg>
      <pc:sldChg chg="modSp mod setBg">
        <pc:chgData name="Occhipinti, Annalisa" userId="a66fcd2b-4181-400a-8ca1-7fdb013d8d8c" providerId="ADAL" clId="{36696473-6048-439D-BBAD-3AF025631112}" dt="2021-10-11T13:38:06.717" v="677" actId="20577"/>
        <pc:sldMkLst>
          <pc:docMk/>
          <pc:sldMk cId="1986364188" sldId="323"/>
        </pc:sldMkLst>
        <pc:spChg chg="mod">
          <ac:chgData name="Occhipinti, Annalisa" userId="a66fcd2b-4181-400a-8ca1-7fdb013d8d8c" providerId="ADAL" clId="{36696473-6048-439D-BBAD-3AF025631112}" dt="2021-10-05T14:43:50.725" v="2" actId="20577"/>
          <ac:spMkLst>
            <pc:docMk/>
            <pc:sldMk cId="1986364188" sldId="323"/>
            <ac:spMk id="2" creationId="{00000000-0000-0000-0000-000000000000}"/>
          </ac:spMkLst>
        </pc:spChg>
        <pc:spChg chg="mod">
          <ac:chgData name="Occhipinti, Annalisa" userId="a66fcd2b-4181-400a-8ca1-7fdb013d8d8c" providerId="ADAL" clId="{36696473-6048-439D-BBAD-3AF025631112}" dt="2021-10-11T13:38:06.717" v="677" actId="20577"/>
          <ac:spMkLst>
            <pc:docMk/>
            <pc:sldMk cId="1986364188" sldId="323"/>
            <ac:spMk id="3" creationId="{00000000-0000-0000-0000-000000000000}"/>
          </ac:spMkLst>
        </pc:spChg>
        <pc:picChg chg="mod">
          <ac:chgData name="Occhipinti, Annalisa" userId="a66fcd2b-4181-400a-8ca1-7fdb013d8d8c" providerId="ADAL" clId="{36696473-6048-439D-BBAD-3AF025631112}" dt="2021-10-05T14:45:17.074" v="58" actId="1076"/>
          <ac:picMkLst>
            <pc:docMk/>
            <pc:sldMk cId="1986364188" sldId="323"/>
            <ac:picMk id="5" creationId="{54D775BD-452B-491F-85A8-3CCFF7CBE14D}"/>
          </ac:picMkLst>
        </pc:picChg>
      </pc:sldChg>
      <pc:sldChg chg="addSp modSp setBg modAnim">
        <pc:chgData name="Occhipinti, Annalisa" userId="a66fcd2b-4181-400a-8ca1-7fdb013d8d8c" providerId="ADAL" clId="{36696473-6048-439D-BBAD-3AF025631112}" dt="2021-10-05T15:36:18.652" v="440"/>
        <pc:sldMkLst>
          <pc:docMk/>
          <pc:sldMk cId="117800732" sldId="324"/>
        </pc:sldMkLst>
        <pc:picChg chg="add mod">
          <ac:chgData name="Occhipinti, Annalisa" userId="a66fcd2b-4181-400a-8ca1-7fdb013d8d8c" providerId="ADAL" clId="{36696473-6048-439D-BBAD-3AF025631112}" dt="2021-10-05T14:49:55.306" v="130"/>
          <ac:picMkLst>
            <pc:docMk/>
            <pc:sldMk cId="117800732" sldId="324"/>
            <ac:picMk id="5" creationId="{E6416750-C12C-4A59-84DF-0DB6274C3C79}"/>
          </ac:picMkLst>
        </pc:picChg>
      </pc:sldChg>
      <pc:sldChg chg="modSp setBg">
        <pc:chgData name="Occhipinti, Annalisa" userId="a66fcd2b-4181-400a-8ca1-7fdb013d8d8c" providerId="ADAL" clId="{36696473-6048-439D-BBAD-3AF025631112}" dt="2021-10-05T14:52:11.250" v="153" actId="113"/>
        <pc:sldMkLst>
          <pc:docMk/>
          <pc:sldMk cId="730360550" sldId="325"/>
        </pc:sldMkLst>
        <pc:spChg chg="mod">
          <ac:chgData name="Occhipinti, Annalisa" userId="a66fcd2b-4181-400a-8ca1-7fdb013d8d8c" providerId="ADAL" clId="{36696473-6048-439D-BBAD-3AF025631112}" dt="2021-10-05T14:52:11.250" v="153" actId="113"/>
          <ac:spMkLst>
            <pc:docMk/>
            <pc:sldMk cId="730360550" sldId="325"/>
            <ac:spMk id="3" creationId="{00000000-0000-0000-0000-000000000000}"/>
          </ac:spMkLst>
        </pc:spChg>
      </pc:sldChg>
      <pc:sldChg chg="setBg">
        <pc:chgData name="Occhipinti, Annalisa" userId="a66fcd2b-4181-400a-8ca1-7fdb013d8d8c" providerId="ADAL" clId="{36696473-6048-439D-BBAD-3AF025631112}" dt="2021-10-05T14:44:56.886" v="11"/>
        <pc:sldMkLst>
          <pc:docMk/>
          <pc:sldMk cId="1223197716" sldId="326"/>
        </pc:sldMkLst>
      </pc:sldChg>
      <pc:sldChg chg="setBg">
        <pc:chgData name="Occhipinti, Annalisa" userId="a66fcd2b-4181-400a-8ca1-7fdb013d8d8c" providerId="ADAL" clId="{36696473-6048-439D-BBAD-3AF025631112}" dt="2021-10-05T14:44:56.886" v="11"/>
        <pc:sldMkLst>
          <pc:docMk/>
          <pc:sldMk cId="2240077503" sldId="327"/>
        </pc:sldMkLst>
      </pc:sldChg>
      <pc:sldChg chg="addSp delSp modSp mod setBg">
        <pc:chgData name="Occhipinti, Annalisa" userId="a66fcd2b-4181-400a-8ca1-7fdb013d8d8c" providerId="ADAL" clId="{36696473-6048-439D-BBAD-3AF025631112}" dt="2021-10-05T14:52:48.013" v="157" actId="478"/>
        <pc:sldMkLst>
          <pc:docMk/>
          <pc:sldMk cId="3112596914" sldId="328"/>
        </pc:sldMkLst>
        <pc:picChg chg="mod">
          <ac:chgData name="Occhipinti, Annalisa" userId="a66fcd2b-4181-400a-8ca1-7fdb013d8d8c" providerId="ADAL" clId="{36696473-6048-439D-BBAD-3AF025631112}" dt="2021-10-05T14:52:46.789" v="156" actId="1076"/>
          <ac:picMkLst>
            <pc:docMk/>
            <pc:sldMk cId="3112596914" sldId="328"/>
            <ac:picMk id="5" creationId="{00000000-0000-0000-0000-000000000000}"/>
          </ac:picMkLst>
        </pc:picChg>
        <pc:picChg chg="add del mod">
          <ac:chgData name="Occhipinti, Annalisa" userId="a66fcd2b-4181-400a-8ca1-7fdb013d8d8c" providerId="ADAL" clId="{36696473-6048-439D-BBAD-3AF025631112}" dt="2021-10-05T14:52:48.013" v="157" actId="478"/>
          <ac:picMkLst>
            <pc:docMk/>
            <pc:sldMk cId="3112596914" sldId="328"/>
            <ac:picMk id="7" creationId="{574D8B45-FA16-41D7-A908-186FD035357F}"/>
          </ac:picMkLst>
        </pc:picChg>
      </pc:sldChg>
      <pc:sldChg chg="modSp mod setBg">
        <pc:chgData name="Occhipinti, Annalisa" userId="a66fcd2b-4181-400a-8ca1-7fdb013d8d8c" providerId="ADAL" clId="{36696473-6048-439D-BBAD-3AF025631112}" dt="2021-10-05T14:52:34.789" v="154" actId="1076"/>
        <pc:sldMkLst>
          <pc:docMk/>
          <pc:sldMk cId="614141103" sldId="329"/>
        </pc:sldMkLst>
        <pc:picChg chg="mod">
          <ac:chgData name="Occhipinti, Annalisa" userId="a66fcd2b-4181-400a-8ca1-7fdb013d8d8c" providerId="ADAL" clId="{36696473-6048-439D-BBAD-3AF025631112}" dt="2021-10-05T14:52:34.789" v="154" actId="1076"/>
          <ac:picMkLst>
            <pc:docMk/>
            <pc:sldMk cId="614141103" sldId="329"/>
            <ac:picMk id="5" creationId="{00000000-0000-0000-0000-000000000000}"/>
          </ac:picMkLst>
        </pc:picChg>
      </pc:sldChg>
      <pc:sldChg chg="setBg">
        <pc:chgData name="Occhipinti, Annalisa" userId="a66fcd2b-4181-400a-8ca1-7fdb013d8d8c" providerId="ADAL" clId="{36696473-6048-439D-BBAD-3AF025631112}" dt="2021-10-05T14:44:56.886" v="11"/>
        <pc:sldMkLst>
          <pc:docMk/>
          <pc:sldMk cId="3707667010" sldId="330"/>
        </pc:sldMkLst>
      </pc:sldChg>
      <pc:sldChg chg="setBg">
        <pc:chgData name="Occhipinti, Annalisa" userId="a66fcd2b-4181-400a-8ca1-7fdb013d8d8c" providerId="ADAL" clId="{36696473-6048-439D-BBAD-3AF025631112}" dt="2021-10-05T14:44:56.886" v="11"/>
        <pc:sldMkLst>
          <pc:docMk/>
          <pc:sldMk cId="2630194076" sldId="331"/>
        </pc:sldMkLst>
      </pc:sldChg>
      <pc:sldChg chg="setBg">
        <pc:chgData name="Occhipinti, Annalisa" userId="a66fcd2b-4181-400a-8ca1-7fdb013d8d8c" providerId="ADAL" clId="{36696473-6048-439D-BBAD-3AF025631112}" dt="2021-10-05T14:44:56.886" v="11"/>
        <pc:sldMkLst>
          <pc:docMk/>
          <pc:sldMk cId="2774325503" sldId="333"/>
        </pc:sldMkLst>
      </pc:sldChg>
      <pc:sldChg chg="setBg">
        <pc:chgData name="Occhipinti, Annalisa" userId="a66fcd2b-4181-400a-8ca1-7fdb013d8d8c" providerId="ADAL" clId="{36696473-6048-439D-BBAD-3AF025631112}" dt="2021-10-05T14:44:56.886" v="11"/>
        <pc:sldMkLst>
          <pc:docMk/>
          <pc:sldMk cId="590767316" sldId="334"/>
        </pc:sldMkLst>
      </pc:sldChg>
      <pc:sldChg chg="addSp delSp modSp mod setBg">
        <pc:chgData name="Occhipinti, Annalisa" userId="a66fcd2b-4181-400a-8ca1-7fdb013d8d8c" providerId="ADAL" clId="{36696473-6048-439D-BBAD-3AF025631112}" dt="2021-10-05T15:46:41.069" v="562" actId="1076"/>
        <pc:sldMkLst>
          <pc:docMk/>
          <pc:sldMk cId="78343650" sldId="336"/>
        </pc:sldMkLst>
        <pc:picChg chg="add del">
          <ac:chgData name="Occhipinti, Annalisa" userId="a66fcd2b-4181-400a-8ca1-7fdb013d8d8c" providerId="ADAL" clId="{36696473-6048-439D-BBAD-3AF025631112}" dt="2021-10-05T15:46:25.748" v="555" actId="478"/>
          <ac:picMkLst>
            <pc:docMk/>
            <pc:sldMk cId="78343650" sldId="336"/>
            <ac:picMk id="5" creationId="{00000000-0000-0000-0000-000000000000}"/>
          </ac:picMkLst>
        </pc:picChg>
        <pc:picChg chg="add del mod">
          <ac:chgData name="Occhipinti, Annalisa" userId="a66fcd2b-4181-400a-8ca1-7fdb013d8d8c" providerId="ADAL" clId="{36696473-6048-439D-BBAD-3AF025631112}" dt="2021-10-05T14:50:59.992" v="140"/>
          <ac:picMkLst>
            <pc:docMk/>
            <pc:sldMk cId="78343650" sldId="336"/>
            <ac:picMk id="1026" creationId="{E0C38B70-42C3-4FAF-821E-B42468CD0EA8}"/>
          </ac:picMkLst>
        </pc:picChg>
        <pc:picChg chg="add mod">
          <ac:chgData name="Occhipinti, Annalisa" userId="a66fcd2b-4181-400a-8ca1-7fdb013d8d8c" providerId="ADAL" clId="{36696473-6048-439D-BBAD-3AF025631112}" dt="2021-10-05T15:46:41.069" v="562" actId="1076"/>
          <ac:picMkLst>
            <pc:docMk/>
            <pc:sldMk cId="78343650" sldId="336"/>
            <ac:picMk id="2050" creationId="{EC495C2C-7E49-42CA-B337-E84E6808395F}"/>
          </ac:picMkLst>
        </pc:picChg>
      </pc:sldChg>
      <pc:sldChg chg="setBg">
        <pc:chgData name="Occhipinti, Annalisa" userId="a66fcd2b-4181-400a-8ca1-7fdb013d8d8c" providerId="ADAL" clId="{36696473-6048-439D-BBAD-3AF025631112}" dt="2021-10-05T14:44:56.886" v="11"/>
        <pc:sldMkLst>
          <pc:docMk/>
          <pc:sldMk cId="538004796" sldId="337"/>
        </pc:sldMkLst>
      </pc:sldChg>
      <pc:sldChg chg="setBg">
        <pc:chgData name="Occhipinti, Annalisa" userId="a66fcd2b-4181-400a-8ca1-7fdb013d8d8c" providerId="ADAL" clId="{36696473-6048-439D-BBAD-3AF025631112}" dt="2021-10-05T14:44:56.886" v="11"/>
        <pc:sldMkLst>
          <pc:docMk/>
          <pc:sldMk cId="3391928675" sldId="338"/>
        </pc:sldMkLst>
      </pc:sldChg>
      <pc:sldChg chg="setBg">
        <pc:chgData name="Occhipinti, Annalisa" userId="a66fcd2b-4181-400a-8ca1-7fdb013d8d8c" providerId="ADAL" clId="{36696473-6048-439D-BBAD-3AF025631112}" dt="2021-10-05T14:44:56.886" v="11"/>
        <pc:sldMkLst>
          <pc:docMk/>
          <pc:sldMk cId="42739535" sldId="339"/>
        </pc:sldMkLst>
      </pc:sldChg>
      <pc:sldChg chg="setBg">
        <pc:chgData name="Occhipinti, Annalisa" userId="a66fcd2b-4181-400a-8ca1-7fdb013d8d8c" providerId="ADAL" clId="{36696473-6048-439D-BBAD-3AF025631112}" dt="2021-10-05T14:44:56.886" v="11"/>
        <pc:sldMkLst>
          <pc:docMk/>
          <pc:sldMk cId="3088149484" sldId="340"/>
        </pc:sldMkLst>
      </pc:sldChg>
      <pc:sldChg chg="del setBg">
        <pc:chgData name="Occhipinti, Annalisa" userId="a66fcd2b-4181-400a-8ca1-7fdb013d8d8c" providerId="ADAL" clId="{36696473-6048-439D-BBAD-3AF025631112}" dt="2021-10-05T14:48:11.466" v="93" actId="2696"/>
        <pc:sldMkLst>
          <pc:docMk/>
          <pc:sldMk cId="300788072" sldId="341"/>
        </pc:sldMkLst>
      </pc:sldChg>
      <pc:sldChg chg="addSp delSp modSp add mod setBg">
        <pc:chgData name="Occhipinti, Annalisa" userId="a66fcd2b-4181-400a-8ca1-7fdb013d8d8c" providerId="ADAL" clId="{36696473-6048-439D-BBAD-3AF025631112}" dt="2021-10-11T12:58:42.919" v="574" actId="1076"/>
        <pc:sldMkLst>
          <pc:docMk/>
          <pc:sldMk cId="2201981180" sldId="341"/>
        </pc:sldMkLst>
        <pc:spChg chg="mod">
          <ac:chgData name="Occhipinti, Annalisa" userId="a66fcd2b-4181-400a-8ca1-7fdb013d8d8c" providerId="ADAL" clId="{36696473-6048-439D-BBAD-3AF025631112}" dt="2021-10-05T14:48:38.812" v="97"/>
          <ac:spMkLst>
            <pc:docMk/>
            <pc:sldMk cId="2201981180" sldId="341"/>
            <ac:spMk id="2" creationId="{00000000-0000-0000-0000-000000000000}"/>
          </ac:spMkLst>
        </pc:spChg>
        <pc:picChg chg="del">
          <ac:chgData name="Occhipinti, Annalisa" userId="a66fcd2b-4181-400a-8ca1-7fdb013d8d8c" providerId="ADAL" clId="{36696473-6048-439D-BBAD-3AF025631112}" dt="2021-10-11T12:58:34.696" v="567" actId="478"/>
          <ac:picMkLst>
            <pc:docMk/>
            <pc:sldMk cId="2201981180" sldId="341"/>
            <ac:picMk id="5" creationId="{00000000-0000-0000-0000-000000000000}"/>
          </ac:picMkLst>
        </pc:picChg>
        <pc:picChg chg="add mod">
          <ac:chgData name="Occhipinti, Annalisa" userId="a66fcd2b-4181-400a-8ca1-7fdb013d8d8c" providerId="ADAL" clId="{36696473-6048-439D-BBAD-3AF025631112}" dt="2021-10-11T12:58:42.919" v="574" actId="1076"/>
          <ac:picMkLst>
            <pc:docMk/>
            <pc:sldMk cId="2201981180" sldId="341"/>
            <ac:picMk id="7" creationId="{956B304F-0CDF-45B6-8511-EEDDD3552C19}"/>
          </ac:picMkLst>
        </pc:picChg>
      </pc:sldChg>
      <pc:sldChg chg="modSp mod ord setBg">
        <pc:chgData name="Occhipinti, Annalisa" userId="a66fcd2b-4181-400a-8ca1-7fdb013d8d8c" providerId="ADAL" clId="{36696473-6048-439D-BBAD-3AF025631112}" dt="2021-10-05T14:48:30.492" v="96" actId="20577"/>
        <pc:sldMkLst>
          <pc:docMk/>
          <pc:sldMk cId="1285955612" sldId="342"/>
        </pc:sldMkLst>
        <pc:spChg chg="mod">
          <ac:chgData name="Occhipinti, Annalisa" userId="a66fcd2b-4181-400a-8ca1-7fdb013d8d8c" providerId="ADAL" clId="{36696473-6048-439D-BBAD-3AF025631112}" dt="2021-10-05T14:48:30.492" v="96" actId="20577"/>
          <ac:spMkLst>
            <pc:docMk/>
            <pc:sldMk cId="1285955612" sldId="342"/>
            <ac:spMk id="2" creationId="{00000000-0000-0000-0000-000000000000}"/>
          </ac:spMkLst>
        </pc:spChg>
      </pc:sldChg>
      <pc:sldChg chg="del setBg">
        <pc:chgData name="Occhipinti, Annalisa" userId="a66fcd2b-4181-400a-8ca1-7fdb013d8d8c" providerId="ADAL" clId="{36696473-6048-439D-BBAD-3AF025631112}" dt="2021-10-05T14:48:11.466" v="93" actId="2696"/>
        <pc:sldMkLst>
          <pc:docMk/>
          <pc:sldMk cId="941451585" sldId="343"/>
        </pc:sldMkLst>
      </pc:sldChg>
      <pc:sldChg chg="add setBg">
        <pc:chgData name="Occhipinti, Annalisa" userId="a66fcd2b-4181-400a-8ca1-7fdb013d8d8c" providerId="ADAL" clId="{36696473-6048-439D-BBAD-3AF025631112}" dt="2021-10-05T14:48:13.378" v="94"/>
        <pc:sldMkLst>
          <pc:docMk/>
          <pc:sldMk cId="1605286529" sldId="343"/>
        </pc:sldMkLst>
      </pc:sldChg>
      <pc:sldChg chg="add setBg">
        <pc:chgData name="Occhipinti, Annalisa" userId="a66fcd2b-4181-400a-8ca1-7fdb013d8d8c" providerId="ADAL" clId="{36696473-6048-439D-BBAD-3AF025631112}" dt="2021-10-05T15:37:12.940" v="442"/>
        <pc:sldMkLst>
          <pc:docMk/>
          <pc:sldMk cId="2046526123" sldId="344"/>
        </pc:sldMkLst>
      </pc:sldChg>
      <pc:sldChg chg="modSp del mod setBg">
        <pc:chgData name="Occhipinti, Annalisa" userId="a66fcd2b-4181-400a-8ca1-7fdb013d8d8c" providerId="ADAL" clId="{36696473-6048-439D-BBAD-3AF025631112}" dt="2021-10-05T15:37:05.965" v="441" actId="2696"/>
        <pc:sldMkLst>
          <pc:docMk/>
          <pc:sldMk cId="2792911139" sldId="344"/>
        </pc:sldMkLst>
        <pc:spChg chg="mod">
          <ac:chgData name="Occhipinti, Annalisa" userId="a66fcd2b-4181-400a-8ca1-7fdb013d8d8c" providerId="ADAL" clId="{36696473-6048-439D-BBAD-3AF025631112}" dt="2021-10-05T14:54:03.094" v="190" actId="20577"/>
          <ac:spMkLst>
            <pc:docMk/>
            <pc:sldMk cId="2792911139" sldId="344"/>
            <ac:spMk id="2" creationId="{00000000-0000-0000-0000-000000000000}"/>
          </ac:spMkLst>
        </pc:spChg>
      </pc:sldChg>
      <pc:sldChg chg="add del setBg">
        <pc:chgData name="Occhipinti, Annalisa" userId="a66fcd2b-4181-400a-8ca1-7fdb013d8d8c" providerId="ADAL" clId="{36696473-6048-439D-BBAD-3AF025631112}" dt="2021-10-05T14:54:20.043" v="217" actId="47"/>
        <pc:sldMkLst>
          <pc:docMk/>
          <pc:sldMk cId="1047029753" sldId="345"/>
        </pc:sldMkLst>
      </pc:sldChg>
      <pc:sldChg chg="modSp new mod">
        <pc:chgData name="Occhipinti, Annalisa" userId="a66fcd2b-4181-400a-8ca1-7fdb013d8d8c" providerId="ADAL" clId="{36696473-6048-439D-BBAD-3AF025631112}" dt="2021-10-05T14:54:15.094" v="216" actId="20577"/>
        <pc:sldMkLst>
          <pc:docMk/>
          <pc:sldMk cId="3903835398" sldId="346"/>
        </pc:sldMkLst>
        <pc:spChg chg="mod">
          <ac:chgData name="Occhipinti, Annalisa" userId="a66fcd2b-4181-400a-8ca1-7fdb013d8d8c" providerId="ADAL" clId="{36696473-6048-439D-BBAD-3AF025631112}" dt="2021-10-05T14:54:15.094" v="216" actId="20577"/>
          <ac:spMkLst>
            <pc:docMk/>
            <pc:sldMk cId="3903835398" sldId="346"/>
            <ac:spMk id="2" creationId="{21A1D7D3-48DD-4B86-9DF3-5EFC569EF269}"/>
          </ac:spMkLst>
        </pc:spChg>
      </pc:sldChg>
      <pc:sldChg chg="modSp add mod setBg">
        <pc:chgData name="Occhipinti, Annalisa" userId="a66fcd2b-4181-400a-8ca1-7fdb013d8d8c" providerId="ADAL" clId="{36696473-6048-439D-BBAD-3AF025631112}" dt="2021-10-11T13:30:37.399" v="600" actId="20577"/>
        <pc:sldMkLst>
          <pc:docMk/>
          <pc:sldMk cId="1675004695" sldId="347"/>
        </pc:sldMkLst>
        <pc:spChg chg="mod">
          <ac:chgData name="Occhipinti, Annalisa" userId="a66fcd2b-4181-400a-8ca1-7fdb013d8d8c" providerId="ADAL" clId="{36696473-6048-439D-BBAD-3AF025631112}" dt="2021-10-05T15:37:52.670" v="448" actId="20577"/>
          <ac:spMkLst>
            <pc:docMk/>
            <pc:sldMk cId="1675004695" sldId="347"/>
            <ac:spMk id="2" creationId="{00000000-0000-0000-0000-000000000000}"/>
          </ac:spMkLst>
        </pc:spChg>
        <pc:spChg chg="mod">
          <ac:chgData name="Occhipinti, Annalisa" userId="a66fcd2b-4181-400a-8ca1-7fdb013d8d8c" providerId="ADAL" clId="{36696473-6048-439D-BBAD-3AF025631112}" dt="2021-10-11T13:30:37.399" v="600" actId="20577"/>
          <ac:spMkLst>
            <pc:docMk/>
            <pc:sldMk cId="1675004695" sldId="347"/>
            <ac:spMk id="3" creationId="{00000000-0000-0000-0000-000000000000}"/>
          </ac:spMkLst>
        </pc:spChg>
        <pc:picChg chg="mod">
          <ac:chgData name="Occhipinti, Annalisa" userId="a66fcd2b-4181-400a-8ca1-7fdb013d8d8c" providerId="ADAL" clId="{36696473-6048-439D-BBAD-3AF025631112}" dt="2021-10-05T15:38:10.106" v="488" actId="14100"/>
          <ac:picMkLst>
            <pc:docMk/>
            <pc:sldMk cId="1675004695" sldId="347"/>
            <ac:picMk id="6" creationId="{2238B10A-33DE-4204-BCEC-5028DE97025F}"/>
          </ac:picMkLst>
        </pc:picChg>
      </pc:sldChg>
      <pc:sldChg chg="modSp new mod">
        <pc:chgData name="Occhipinti, Annalisa" userId="a66fcd2b-4181-400a-8ca1-7fdb013d8d8c" providerId="ADAL" clId="{36696473-6048-439D-BBAD-3AF025631112}" dt="2021-10-05T15:41:01.931" v="519" actId="20577"/>
        <pc:sldMkLst>
          <pc:docMk/>
          <pc:sldMk cId="1468338994" sldId="348"/>
        </pc:sldMkLst>
        <pc:spChg chg="mod">
          <ac:chgData name="Occhipinti, Annalisa" userId="a66fcd2b-4181-400a-8ca1-7fdb013d8d8c" providerId="ADAL" clId="{36696473-6048-439D-BBAD-3AF025631112}" dt="2021-10-05T15:41:01.931" v="519" actId="20577"/>
          <ac:spMkLst>
            <pc:docMk/>
            <pc:sldMk cId="1468338994" sldId="348"/>
            <ac:spMk id="2" creationId="{5B4CCF76-CDFD-4782-BFF4-3564A08397B0}"/>
          </ac:spMkLst>
        </pc:spChg>
      </pc:sldChg>
      <pc:sldChg chg="del">
        <pc:chgData name="Occhipinti, Annalisa" userId="a66fcd2b-4181-400a-8ca1-7fdb013d8d8c" providerId="ADAL" clId="{36696473-6048-439D-BBAD-3AF025631112}" dt="2021-10-05T15:47:31.239" v="566" actId="47"/>
        <pc:sldMkLst>
          <pc:docMk/>
          <pc:sldMk cId="1091119813" sldId="349"/>
        </pc:sldMkLst>
      </pc:sldChg>
      <pc:sldChg chg="ord setBg">
        <pc:chgData name="Occhipinti, Annalisa" userId="a66fcd2b-4181-400a-8ca1-7fdb013d8d8c" providerId="ADAL" clId="{36696473-6048-439D-BBAD-3AF025631112}" dt="2021-10-05T15:43:39.748" v="534"/>
        <pc:sldMkLst>
          <pc:docMk/>
          <pc:sldMk cId="2632396314" sldId="350"/>
        </pc:sldMkLst>
      </pc:sldChg>
      <pc:sldChg chg="setBg">
        <pc:chgData name="Occhipinti, Annalisa" userId="a66fcd2b-4181-400a-8ca1-7fdb013d8d8c" providerId="ADAL" clId="{36696473-6048-439D-BBAD-3AF025631112}" dt="2021-10-05T15:41:20.933" v="523"/>
        <pc:sldMkLst>
          <pc:docMk/>
          <pc:sldMk cId="3055539290" sldId="351"/>
        </pc:sldMkLst>
      </pc:sldChg>
      <pc:sldChg chg="setBg">
        <pc:chgData name="Occhipinti, Annalisa" userId="a66fcd2b-4181-400a-8ca1-7fdb013d8d8c" providerId="ADAL" clId="{36696473-6048-439D-BBAD-3AF025631112}" dt="2021-10-05T15:41:20.933" v="523"/>
        <pc:sldMkLst>
          <pc:docMk/>
          <pc:sldMk cId="3666289773" sldId="352"/>
        </pc:sldMkLst>
      </pc:sldChg>
      <pc:sldChg chg="setBg">
        <pc:chgData name="Occhipinti, Annalisa" userId="a66fcd2b-4181-400a-8ca1-7fdb013d8d8c" providerId="ADAL" clId="{36696473-6048-439D-BBAD-3AF025631112}" dt="2021-10-05T15:41:20.933" v="523"/>
        <pc:sldMkLst>
          <pc:docMk/>
          <pc:sldMk cId="1198257979" sldId="353"/>
        </pc:sldMkLst>
      </pc:sldChg>
      <pc:sldChg chg="modSp mod">
        <pc:chgData name="Occhipinti, Annalisa" userId="a66fcd2b-4181-400a-8ca1-7fdb013d8d8c" providerId="ADAL" clId="{36696473-6048-439D-BBAD-3AF025631112}" dt="2021-10-11T13:37:53.219" v="665" actId="6549"/>
        <pc:sldMkLst>
          <pc:docMk/>
          <pc:sldMk cId="1357815990" sldId="354"/>
        </pc:sldMkLst>
        <pc:spChg chg="mod">
          <ac:chgData name="Occhipinti, Annalisa" userId="a66fcd2b-4181-400a-8ca1-7fdb013d8d8c" providerId="ADAL" clId="{36696473-6048-439D-BBAD-3AF025631112}" dt="2021-10-11T13:37:53.219" v="665" actId="6549"/>
          <ac:spMkLst>
            <pc:docMk/>
            <pc:sldMk cId="1357815990" sldId="354"/>
            <ac:spMk id="3" creationId="{00000000-0000-0000-0000-000000000000}"/>
          </ac:spMkLst>
        </pc:spChg>
      </pc:sldChg>
      <pc:sldMasterChg chg="setBg modSldLayout">
        <pc:chgData name="Occhipinti, Annalisa" userId="a66fcd2b-4181-400a-8ca1-7fdb013d8d8c" providerId="ADAL" clId="{36696473-6048-439D-BBAD-3AF025631112}" dt="2021-10-05T14:44:56.886" v="11"/>
        <pc:sldMasterMkLst>
          <pc:docMk/>
          <pc:sldMasterMk cId="2293038099" sldId="2147483648"/>
        </pc:sldMasterMkLst>
        <pc:sldLayoutChg chg="setBg">
          <pc:chgData name="Occhipinti, Annalisa" userId="a66fcd2b-4181-400a-8ca1-7fdb013d8d8c" providerId="ADAL" clId="{36696473-6048-439D-BBAD-3AF025631112}" dt="2021-10-05T14:44:56.886" v="11"/>
          <pc:sldLayoutMkLst>
            <pc:docMk/>
            <pc:sldMasterMk cId="2293038099" sldId="2147483648"/>
            <pc:sldLayoutMk cId="82749265" sldId="2147483649"/>
          </pc:sldLayoutMkLst>
        </pc:sldLayoutChg>
        <pc:sldLayoutChg chg="setBg">
          <pc:chgData name="Occhipinti, Annalisa" userId="a66fcd2b-4181-400a-8ca1-7fdb013d8d8c" providerId="ADAL" clId="{36696473-6048-439D-BBAD-3AF025631112}" dt="2021-10-05T14:44:56.886" v="11"/>
          <pc:sldLayoutMkLst>
            <pc:docMk/>
            <pc:sldMasterMk cId="2293038099" sldId="2147483648"/>
            <pc:sldLayoutMk cId="1513603545" sldId="2147483650"/>
          </pc:sldLayoutMkLst>
        </pc:sldLayoutChg>
        <pc:sldLayoutChg chg="setBg">
          <pc:chgData name="Occhipinti, Annalisa" userId="a66fcd2b-4181-400a-8ca1-7fdb013d8d8c" providerId="ADAL" clId="{36696473-6048-439D-BBAD-3AF025631112}" dt="2021-10-05T14:44:56.886" v="11"/>
          <pc:sldLayoutMkLst>
            <pc:docMk/>
            <pc:sldMasterMk cId="2293038099" sldId="2147483648"/>
            <pc:sldLayoutMk cId="3910511044" sldId="2147483651"/>
          </pc:sldLayoutMkLst>
        </pc:sldLayoutChg>
        <pc:sldLayoutChg chg="setBg">
          <pc:chgData name="Occhipinti, Annalisa" userId="a66fcd2b-4181-400a-8ca1-7fdb013d8d8c" providerId="ADAL" clId="{36696473-6048-439D-BBAD-3AF025631112}" dt="2021-10-05T14:44:56.886" v="11"/>
          <pc:sldLayoutMkLst>
            <pc:docMk/>
            <pc:sldMasterMk cId="2293038099" sldId="2147483648"/>
            <pc:sldLayoutMk cId="1611867902" sldId="2147483652"/>
          </pc:sldLayoutMkLst>
        </pc:sldLayoutChg>
        <pc:sldLayoutChg chg="setBg">
          <pc:chgData name="Occhipinti, Annalisa" userId="a66fcd2b-4181-400a-8ca1-7fdb013d8d8c" providerId="ADAL" clId="{36696473-6048-439D-BBAD-3AF025631112}" dt="2021-10-05T14:44:56.886" v="11"/>
          <pc:sldLayoutMkLst>
            <pc:docMk/>
            <pc:sldMasterMk cId="2293038099" sldId="2147483648"/>
            <pc:sldLayoutMk cId="2708257643" sldId="2147483653"/>
          </pc:sldLayoutMkLst>
        </pc:sldLayoutChg>
        <pc:sldLayoutChg chg="setBg">
          <pc:chgData name="Occhipinti, Annalisa" userId="a66fcd2b-4181-400a-8ca1-7fdb013d8d8c" providerId="ADAL" clId="{36696473-6048-439D-BBAD-3AF025631112}" dt="2021-10-05T14:44:56.886" v="11"/>
          <pc:sldLayoutMkLst>
            <pc:docMk/>
            <pc:sldMasterMk cId="2293038099" sldId="2147483648"/>
            <pc:sldLayoutMk cId="256937100" sldId="2147483654"/>
          </pc:sldLayoutMkLst>
        </pc:sldLayoutChg>
        <pc:sldLayoutChg chg="setBg">
          <pc:chgData name="Occhipinti, Annalisa" userId="a66fcd2b-4181-400a-8ca1-7fdb013d8d8c" providerId="ADAL" clId="{36696473-6048-439D-BBAD-3AF025631112}" dt="2021-10-05T14:44:56.886" v="11"/>
          <pc:sldLayoutMkLst>
            <pc:docMk/>
            <pc:sldMasterMk cId="2293038099" sldId="2147483648"/>
            <pc:sldLayoutMk cId="2060495821" sldId="2147483655"/>
          </pc:sldLayoutMkLst>
        </pc:sldLayoutChg>
        <pc:sldLayoutChg chg="setBg">
          <pc:chgData name="Occhipinti, Annalisa" userId="a66fcd2b-4181-400a-8ca1-7fdb013d8d8c" providerId="ADAL" clId="{36696473-6048-439D-BBAD-3AF025631112}" dt="2021-10-05T14:44:56.886" v="11"/>
          <pc:sldLayoutMkLst>
            <pc:docMk/>
            <pc:sldMasterMk cId="2293038099" sldId="2147483648"/>
            <pc:sldLayoutMk cId="2946445727" sldId="2147483656"/>
          </pc:sldLayoutMkLst>
        </pc:sldLayoutChg>
        <pc:sldLayoutChg chg="setBg">
          <pc:chgData name="Occhipinti, Annalisa" userId="a66fcd2b-4181-400a-8ca1-7fdb013d8d8c" providerId="ADAL" clId="{36696473-6048-439D-BBAD-3AF025631112}" dt="2021-10-05T14:44:56.886" v="11"/>
          <pc:sldLayoutMkLst>
            <pc:docMk/>
            <pc:sldMasterMk cId="2293038099" sldId="2147483648"/>
            <pc:sldLayoutMk cId="3951092007" sldId="2147483657"/>
          </pc:sldLayoutMkLst>
        </pc:sldLayoutChg>
        <pc:sldLayoutChg chg="setBg">
          <pc:chgData name="Occhipinti, Annalisa" userId="a66fcd2b-4181-400a-8ca1-7fdb013d8d8c" providerId="ADAL" clId="{36696473-6048-439D-BBAD-3AF025631112}" dt="2021-10-05T14:44:56.886" v="11"/>
          <pc:sldLayoutMkLst>
            <pc:docMk/>
            <pc:sldMasterMk cId="2293038099" sldId="2147483648"/>
            <pc:sldLayoutMk cId="3267167127" sldId="2147483658"/>
          </pc:sldLayoutMkLst>
        </pc:sldLayoutChg>
        <pc:sldLayoutChg chg="setBg">
          <pc:chgData name="Occhipinti, Annalisa" userId="a66fcd2b-4181-400a-8ca1-7fdb013d8d8c" providerId="ADAL" clId="{36696473-6048-439D-BBAD-3AF025631112}" dt="2021-10-05T14:44:56.886" v="11"/>
          <pc:sldLayoutMkLst>
            <pc:docMk/>
            <pc:sldMasterMk cId="2293038099" sldId="2147483648"/>
            <pc:sldLayoutMk cId="3098932615" sldId="2147483659"/>
          </pc:sldLayoutMkLst>
        </pc:sldLayoutChg>
      </pc:sldMasterChg>
      <pc:sldMasterChg chg="setBg modSldLayout">
        <pc:chgData name="Occhipinti, Annalisa" userId="a66fcd2b-4181-400a-8ca1-7fdb013d8d8c" providerId="ADAL" clId="{36696473-6048-439D-BBAD-3AF025631112}" dt="2021-10-05T14:44:56.886" v="11"/>
        <pc:sldMasterMkLst>
          <pc:docMk/>
          <pc:sldMasterMk cId="2976378469" sldId="2147483660"/>
        </pc:sldMasterMkLst>
        <pc:sldLayoutChg chg="setBg">
          <pc:chgData name="Occhipinti, Annalisa" userId="a66fcd2b-4181-400a-8ca1-7fdb013d8d8c" providerId="ADAL" clId="{36696473-6048-439D-BBAD-3AF025631112}" dt="2021-10-05T14:44:56.886" v="11"/>
          <pc:sldLayoutMkLst>
            <pc:docMk/>
            <pc:sldMasterMk cId="2976378469" sldId="2147483660"/>
            <pc:sldLayoutMk cId="1250961844" sldId="2147483661"/>
          </pc:sldLayoutMkLst>
        </pc:sldLayoutChg>
        <pc:sldLayoutChg chg="setBg">
          <pc:chgData name="Occhipinti, Annalisa" userId="a66fcd2b-4181-400a-8ca1-7fdb013d8d8c" providerId="ADAL" clId="{36696473-6048-439D-BBAD-3AF025631112}" dt="2021-10-05T14:44:56.886" v="11"/>
          <pc:sldLayoutMkLst>
            <pc:docMk/>
            <pc:sldMasterMk cId="2976378469" sldId="2147483660"/>
            <pc:sldLayoutMk cId="1618309307" sldId="2147483662"/>
          </pc:sldLayoutMkLst>
        </pc:sldLayoutChg>
      </pc:sldMasterChg>
      <pc:sldMasterChg chg="setBg modSldLayout">
        <pc:chgData name="Occhipinti, Annalisa" userId="a66fcd2b-4181-400a-8ca1-7fdb013d8d8c" providerId="ADAL" clId="{36696473-6048-439D-BBAD-3AF025631112}" dt="2021-10-05T14:44:56.886" v="11"/>
        <pc:sldMasterMkLst>
          <pc:docMk/>
          <pc:sldMasterMk cId="1657688852" sldId="2147483663"/>
        </pc:sldMasterMkLst>
        <pc:sldLayoutChg chg="setBg">
          <pc:chgData name="Occhipinti, Annalisa" userId="a66fcd2b-4181-400a-8ca1-7fdb013d8d8c" providerId="ADAL" clId="{36696473-6048-439D-BBAD-3AF025631112}" dt="2021-10-05T14:44:56.886" v="11"/>
          <pc:sldLayoutMkLst>
            <pc:docMk/>
            <pc:sldMasterMk cId="1657688852" sldId="2147483663"/>
            <pc:sldLayoutMk cId="667890832" sldId="2147483664"/>
          </pc:sldLayoutMkLst>
        </pc:sldLayoutChg>
        <pc:sldLayoutChg chg="setBg">
          <pc:chgData name="Occhipinti, Annalisa" userId="a66fcd2b-4181-400a-8ca1-7fdb013d8d8c" providerId="ADAL" clId="{36696473-6048-439D-BBAD-3AF025631112}" dt="2021-10-05T14:44:56.886" v="11"/>
          <pc:sldLayoutMkLst>
            <pc:docMk/>
            <pc:sldMasterMk cId="1657688852" sldId="2147483663"/>
            <pc:sldLayoutMk cId="3666670583" sldId="2147483665"/>
          </pc:sldLayoutMkLst>
        </pc:sldLayoutChg>
      </pc:sldMasterChg>
    </pc:docChg>
  </pc:docChgLst>
  <pc:docChgLst>
    <pc:chgData name="Occhipinti, Annalisa" userId="a66fcd2b-4181-400a-8ca1-7fdb013d8d8c" providerId="ADAL" clId="{C6E152B3-4F8E-4E9C-BD67-47601732123B}"/>
    <pc:docChg chg="undo custSel addSld modSld sldOrd">
      <pc:chgData name="Occhipinti, Annalisa" userId="a66fcd2b-4181-400a-8ca1-7fdb013d8d8c" providerId="ADAL" clId="{C6E152B3-4F8E-4E9C-BD67-47601732123B}" dt="2021-10-09T09:24:14.773" v="90"/>
      <pc:docMkLst>
        <pc:docMk/>
      </pc:docMkLst>
      <pc:sldChg chg="addSp modSp mod">
        <pc:chgData name="Occhipinti, Annalisa" userId="a66fcd2b-4181-400a-8ca1-7fdb013d8d8c" providerId="ADAL" clId="{C6E152B3-4F8E-4E9C-BD67-47601732123B}" dt="2021-10-09T09:23:19.212" v="86" actId="166"/>
        <pc:sldMkLst>
          <pc:docMk/>
          <pc:sldMk cId="394557020" sldId="264"/>
        </pc:sldMkLst>
        <pc:spChg chg="ord">
          <ac:chgData name="Occhipinti, Annalisa" userId="a66fcd2b-4181-400a-8ca1-7fdb013d8d8c" providerId="ADAL" clId="{C6E152B3-4F8E-4E9C-BD67-47601732123B}" dt="2021-10-09T09:23:03.144" v="85" actId="166"/>
          <ac:spMkLst>
            <pc:docMk/>
            <pc:sldMk cId="394557020" sldId="264"/>
            <ac:spMk id="2" creationId="{00000000-0000-0000-0000-000000000000}"/>
          </ac:spMkLst>
        </pc:spChg>
        <pc:picChg chg="ord">
          <ac:chgData name="Occhipinti, Annalisa" userId="a66fcd2b-4181-400a-8ca1-7fdb013d8d8c" providerId="ADAL" clId="{C6E152B3-4F8E-4E9C-BD67-47601732123B}" dt="2021-10-09T09:23:19.212" v="86" actId="166"/>
          <ac:picMkLst>
            <pc:docMk/>
            <pc:sldMk cId="394557020" sldId="264"/>
            <ac:picMk id="6" creationId="{00000000-0000-0000-0000-000000000000}"/>
          </ac:picMkLst>
        </pc:picChg>
        <pc:picChg chg="add mod">
          <ac:chgData name="Occhipinti, Annalisa" userId="a66fcd2b-4181-400a-8ca1-7fdb013d8d8c" providerId="ADAL" clId="{C6E152B3-4F8E-4E9C-BD67-47601732123B}" dt="2021-10-09T09:22:57.653" v="84" actId="1076"/>
          <ac:picMkLst>
            <pc:docMk/>
            <pc:sldMk cId="394557020" sldId="264"/>
            <ac:picMk id="9" creationId="{256D8904-E365-4864-9626-71E69A7CB289}"/>
          </ac:picMkLst>
        </pc:picChg>
      </pc:sldChg>
      <pc:sldChg chg="ord">
        <pc:chgData name="Occhipinti, Annalisa" userId="a66fcd2b-4181-400a-8ca1-7fdb013d8d8c" providerId="ADAL" clId="{C6E152B3-4F8E-4E9C-BD67-47601732123B}" dt="2021-10-09T09:24:14.773" v="90"/>
        <pc:sldMkLst>
          <pc:docMk/>
          <pc:sldMk cId="1923038503" sldId="319"/>
        </pc:sldMkLst>
      </pc:sldChg>
      <pc:sldChg chg="modSp mod">
        <pc:chgData name="Occhipinti, Annalisa" userId="a66fcd2b-4181-400a-8ca1-7fdb013d8d8c" providerId="ADAL" clId="{C6E152B3-4F8E-4E9C-BD67-47601732123B}" dt="2021-10-09T09:03:29.277" v="3" actId="1076"/>
        <pc:sldMkLst>
          <pc:docMk/>
          <pc:sldMk cId="1986364188" sldId="323"/>
        </pc:sldMkLst>
        <pc:spChg chg="mod">
          <ac:chgData name="Occhipinti, Annalisa" userId="a66fcd2b-4181-400a-8ca1-7fdb013d8d8c" providerId="ADAL" clId="{C6E152B3-4F8E-4E9C-BD67-47601732123B}" dt="2021-10-09T09:03:27.403" v="2" actId="1076"/>
          <ac:spMkLst>
            <pc:docMk/>
            <pc:sldMk cId="1986364188" sldId="323"/>
            <ac:spMk id="2" creationId="{00000000-0000-0000-0000-000000000000}"/>
          </ac:spMkLst>
        </pc:spChg>
        <pc:spChg chg="mod">
          <ac:chgData name="Occhipinti, Annalisa" userId="a66fcd2b-4181-400a-8ca1-7fdb013d8d8c" providerId="ADAL" clId="{C6E152B3-4F8E-4E9C-BD67-47601732123B}" dt="2021-10-09T09:03:29.277" v="3" actId="1076"/>
          <ac:spMkLst>
            <pc:docMk/>
            <pc:sldMk cId="1986364188" sldId="323"/>
            <ac:spMk id="3" creationId="{00000000-0000-0000-0000-000000000000}"/>
          </ac:spMkLst>
        </pc:spChg>
      </pc:sldChg>
      <pc:sldChg chg="addSp modSp mod modAnim">
        <pc:chgData name="Occhipinti, Annalisa" userId="a66fcd2b-4181-400a-8ca1-7fdb013d8d8c" providerId="ADAL" clId="{C6E152B3-4F8E-4E9C-BD67-47601732123B}" dt="2021-10-09T09:06:15.018" v="47" actId="1076"/>
        <pc:sldMkLst>
          <pc:docMk/>
          <pc:sldMk cId="730360550" sldId="325"/>
        </pc:sldMkLst>
        <pc:spChg chg="add mod ord">
          <ac:chgData name="Occhipinti, Annalisa" userId="a66fcd2b-4181-400a-8ca1-7fdb013d8d8c" providerId="ADAL" clId="{C6E152B3-4F8E-4E9C-BD67-47601732123B}" dt="2021-10-09T09:06:06.264" v="44" actId="167"/>
          <ac:spMkLst>
            <pc:docMk/>
            <pc:sldMk cId="730360550" sldId="325"/>
            <ac:spMk id="8" creationId="{9AFA55AD-8964-40E9-A733-F48697404B50}"/>
          </ac:spMkLst>
        </pc:spChg>
        <pc:picChg chg="mod ord">
          <ac:chgData name="Occhipinti, Annalisa" userId="a66fcd2b-4181-400a-8ca1-7fdb013d8d8c" providerId="ADAL" clId="{C6E152B3-4F8E-4E9C-BD67-47601732123B}" dt="2021-10-09T09:06:10.413" v="45" actId="166"/>
          <ac:picMkLst>
            <pc:docMk/>
            <pc:sldMk cId="730360550" sldId="325"/>
            <ac:picMk id="6" creationId="{00000000-0000-0000-0000-000000000000}"/>
          </ac:picMkLst>
        </pc:picChg>
        <pc:picChg chg="mod ord">
          <ac:chgData name="Occhipinti, Annalisa" userId="a66fcd2b-4181-400a-8ca1-7fdb013d8d8c" providerId="ADAL" clId="{C6E152B3-4F8E-4E9C-BD67-47601732123B}" dt="2021-10-09T09:06:15.018" v="47" actId="1076"/>
          <ac:picMkLst>
            <pc:docMk/>
            <pc:sldMk cId="730360550" sldId="325"/>
            <ac:picMk id="7" creationId="{00000000-0000-0000-0000-000000000000}"/>
          </ac:picMkLst>
        </pc:picChg>
      </pc:sldChg>
      <pc:sldChg chg="modSp mod">
        <pc:chgData name="Occhipinti, Annalisa" userId="a66fcd2b-4181-400a-8ca1-7fdb013d8d8c" providerId="ADAL" clId="{C6E152B3-4F8E-4E9C-BD67-47601732123B}" dt="2021-10-09T09:13:23.173" v="81" actId="20577"/>
        <pc:sldMkLst>
          <pc:docMk/>
          <pc:sldMk cId="1675004695" sldId="347"/>
        </pc:sldMkLst>
        <pc:spChg chg="mod">
          <ac:chgData name="Occhipinti, Annalisa" userId="a66fcd2b-4181-400a-8ca1-7fdb013d8d8c" providerId="ADAL" clId="{C6E152B3-4F8E-4E9C-BD67-47601732123B}" dt="2021-10-09T09:13:23.173" v="81" actId="20577"/>
          <ac:spMkLst>
            <pc:docMk/>
            <pc:sldMk cId="1675004695" sldId="347"/>
            <ac:spMk id="3" creationId="{00000000-0000-0000-0000-000000000000}"/>
          </ac:spMkLst>
        </pc:spChg>
      </pc:sldChg>
      <pc:sldChg chg="modSp add mod setBg">
        <pc:chgData name="Occhipinti, Annalisa" userId="a66fcd2b-4181-400a-8ca1-7fdb013d8d8c" providerId="ADAL" clId="{C6E152B3-4F8E-4E9C-BD67-47601732123B}" dt="2021-10-09T09:03:59.937" v="26" actId="20577"/>
        <pc:sldMkLst>
          <pc:docMk/>
          <pc:sldMk cId="1357815990" sldId="354"/>
        </pc:sldMkLst>
        <pc:spChg chg="mod">
          <ac:chgData name="Occhipinti, Annalisa" userId="a66fcd2b-4181-400a-8ca1-7fdb013d8d8c" providerId="ADAL" clId="{C6E152B3-4F8E-4E9C-BD67-47601732123B}" dt="2021-10-09T09:03:59.937" v="26" actId="20577"/>
          <ac:spMkLst>
            <pc:docMk/>
            <pc:sldMk cId="1357815990" sldId="354"/>
            <ac:spMk id="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31C917-DDE5-4C3A-ACDA-04B184AAA28A}" type="datetimeFigureOut">
              <a:rPr lang="en-GB" smtClean="0"/>
              <a:t>11/10/2021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29293A-89C9-45C4-8EC7-C6D739491CE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34254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pvIVMEFQokE&amp;list=PL7GQQXV5Z8efbHd_ITKTALtncsqhBAqZt&amp;index=1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mUtAPbb1ECM&amp;t=23s" TargetMode="External"/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xoTyrdT9SZI" TargetMode="External"/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xoTyrdT9SZI" TargetMode="External"/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>
                <a:hlinkClick r:id="rId3"/>
              </a:rPr>
              <a:t>https://www.youtube.com/watch?v=pvIVMEFQokE&amp;list=PL7GQQXV5Z8efbHd_ITKTALtncsqhBAqZt&amp;index=1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29293A-89C9-45C4-8EC7-C6D739491CE2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10418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snowflake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29293A-89C9-45C4-8EC7-C6D739491CE2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62054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star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29293A-89C9-45C4-8EC7-C6D739491CE2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43136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1</a:t>
            </a:r>
            <a:r>
              <a:rPr lang="en-GB" baseline="30000" dirty="0"/>
              <a:t>st</a:t>
            </a:r>
            <a:r>
              <a:rPr lang="en-GB" dirty="0"/>
              <a:t> normal form</a:t>
            </a:r>
            <a:r>
              <a:rPr lang="en-GB" baseline="0" dirty="0"/>
              <a:t> video </a:t>
            </a:r>
            <a:r>
              <a:rPr lang="en-GB" dirty="0">
                <a:hlinkClick r:id="rId3"/>
              </a:rPr>
              <a:t>https://www.youtube.com/watch?v=mUtAPbb1ECM&amp;t=23s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29293A-89C9-45C4-8EC7-C6D739491CE2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44242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>
                <a:hlinkClick r:id="rId3"/>
              </a:rPr>
              <a:t>https://www.youtube.com/watch?v=xoTyrdT9SZI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29293A-89C9-45C4-8EC7-C6D739491CE2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7023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29293A-89C9-45C4-8EC7-C6D739491CE2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88444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>
                <a:hlinkClick r:id="rId3"/>
              </a:rPr>
              <a:t>https://www.youtube.com/watch?v=xoTyrdT9SZI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29293A-89C9-45C4-8EC7-C6D739491CE2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91352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Trim – removes blanks</a:t>
            </a:r>
          </a:p>
          <a:p>
            <a:r>
              <a:rPr lang="en-GB" dirty="0"/>
              <a:t>2)</a:t>
            </a:r>
            <a:r>
              <a:rPr lang="en-GB" baseline="0" dirty="0"/>
              <a:t> Extract the last characters</a:t>
            </a:r>
          </a:p>
          <a:p>
            <a:r>
              <a:rPr lang="en-GB" baseline="0" dirty="0"/>
              <a:t>3) Correct</a:t>
            </a:r>
          </a:p>
          <a:p>
            <a:r>
              <a:rPr lang="en-GB" baseline="0" dirty="0"/>
              <a:t>4) You will end up with two columns, but this is not what you want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29293A-89C9-45C4-8EC7-C6D739491CE2}" type="slidenum">
              <a:rPr lang="en-GB" smtClean="0"/>
              <a:t>35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8726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7492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36035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0511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59999" y="1295400"/>
            <a:ext cx="5659801" cy="488156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295400"/>
            <a:ext cx="5665306" cy="488156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1867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0000" y="1352551"/>
            <a:ext cx="5637576" cy="502338"/>
          </a:xfrm>
        </p:spPr>
        <p:txBody>
          <a:bodyPr anchor="ctr"/>
          <a:lstStyle>
            <a:lvl1pPr marL="0" indent="0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0000" y="1981200"/>
            <a:ext cx="5637576" cy="4208463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352551"/>
            <a:ext cx="5665306" cy="502338"/>
          </a:xfrm>
        </p:spPr>
        <p:txBody>
          <a:bodyPr anchor="ctr"/>
          <a:lstStyle>
            <a:lvl1pPr marL="0" indent="0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1981200"/>
            <a:ext cx="5665306" cy="4208463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Title Placeholder 1"/>
          <p:cNvSpPr>
            <a:spLocks noGrp="1"/>
          </p:cNvSpPr>
          <p:nvPr>
            <p:ph type="title"/>
          </p:nvPr>
        </p:nvSpPr>
        <p:spPr>
          <a:xfrm>
            <a:off x="360000" y="325500"/>
            <a:ext cx="9470895" cy="795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082576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9371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04958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64457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000" y="457200"/>
            <a:ext cx="5507400" cy="160020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067425" y="1247775"/>
            <a:ext cx="5770081" cy="48863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60000" y="2057400"/>
            <a:ext cx="550740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10920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71671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34600" y="1190625"/>
            <a:ext cx="1702906" cy="49863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59999" y="365125"/>
            <a:ext cx="9574575" cy="5811838"/>
          </a:xfrm>
        </p:spPr>
        <p:txBody>
          <a:bodyPr vert="eaVert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89326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scription"/>
          <p:cNvSpPr>
            <a:spLocks noGrp="1"/>
          </p:cNvSpPr>
          <p:nvPr>
            <p:ph type="body" sz="quarter" idx="15" hasCustomPrompt="1"/>
          </p:nvPr>
        </p:nvSpPr>
        <p:spPr>
          <a:xfrm>
            <a:off x="383720" y="4354365"/>
            <a:ext cx="11408230" cy="1101726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buFontTx/>
              <a:buNone/>
              <a:defRPr sz="2200" b="0" baseline="0"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9" name="Title"/>
          <p:cNvSpPr>
            <a:spLocks noGrp="1"/>
          </p:cNvSpPr>
          <p:nvPr>
            <p:ph type="body" sz="quarter" idx="14" hasCustomPrompt="1"/>
          </p:nvPr>
        </p:nvSpPr>
        <p:spPr>
          <a:xfrm>
            <a:off x="383720" y="3113371"/>
            <a:ext cx="11408230" cy="1101726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buFontTx/>
              <a:buNone/>
              <a:defRPr sz="3200" b="0" baseline="0"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title</a:t>
            </a:r>
          </a:p>
        </p:txBody>
      </p:sp>
      <p:sp>
        <p:nvSpPr>
          <p:cNvPr id="6" name="Name"/>
          <p:cNvSpPr>
            <a:spLocks noGrp="1"/>
          </p:cNvSpPr>
          <p:nvPr>
            <p:ph type="body" sz="quarter" idx="13" hasCustomPrompt="1"/>
          </p:nvPr>
        </p:nvSpPr>
        <p:spPr>
          <a:xfrm>
            <a:off x="383720" y="2045571"/>
            <a:ext cx="11408230" cy="98509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FontTx/>
              <a:buNone/>
              <a:defRPr sz="3200" b="1" baseline="0"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module name</a:t>
            </a:r>
          </a:p>
        </p:txBody>
      </p:sp>
    </p:spTree>
    <p:extLst>
      <p:ext uri="{BB962C8B-B14F-4D97-AF65-F5344CB8AC3E}">
        <p14:creationId xmlns:p14="http://schemas.microsoft.com/office/powerpoint/2010/main" val="12509618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im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0" y="2030818"/>
            <a:ext cx="12192000" cy="373202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3093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676275" y="3771900"/>
            <a:ext cx="10801350" cy="14859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2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676275" y="1122363"/>
            <a:ext cx="10801350" cy="2387600"/>
          </a:xfrm>
          <a:prstGeom prst="rect">
            <a:avLst/>
          </a:prstGeom>
        </p:spPr>
        <p:txBody>
          <a:bodyPr anchor="b"/>
          <a:lstStyle>
            <a:lvl1pPr algn="ctr">
              <a:defRPr sz="48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7" name="Picture 6" descr="Main Event Image"/>
          <p:cNvPicPr/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88"/>
          <a:stretch/>
        </p:blipFill>
        <p:spPr bwMode="auto">
          <a:xfrm>
            <a:off x="4897299" y="4753206"/>
            <a:ext cx="2065179" cy="123169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6678908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00" y="2238700"/>
            <a:ext cx="11477506" cy="39893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itle 1"/>
          <p:cNvSpPr txBox="1">
            <a:spLocks/>
          </p:cNvSpPr>
          <p:nvPr userDrawn="1"/>
        </p:nvSpPr>
        <p:spPr>
          <a:xfrm>
            <a:off x="360000" y="1443100"/>
            <a:ext cx="11477506" cy="7956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666705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83720" y="3113371"/>
            <a:ext cx="11408230" cy="1101726"/>
          </a:xfrm>
        </p:spPr>
        <p:txBody>
          <a:bodyPr anchor="b">
            <a:normAutofit/>
          </a:bodyPr>
          <a:lstStyle>
            <a:lvl1pPr algn="ctr">
              <a:defRPr sz="3600" baseline="0"/>
            </a:lvl1pPr>
          </a:lstStyle>
          <a:p>
            <a:r>
              <a:rPr lang="en-US" dirty="0"/>
              <a:t>Click to edit lecture title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83720" y="4268030"/>
            <a:ext cx="11408230" cy="1063691"/>
          </a:xfrm>
        </p:spPr>
        <p:txBody>
          <a:bodyPr/>
          <a:lstStyle>
            <a:lvl1pPr marL="0" indent="0" algn="ctr">
              <a:buNone/>
              <a:defRPr sz="24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lecture description</a:t>
            </a:r>
            <a:endParaRPr lang="en-GB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3" hasCustomPrompt="1"/>
          </p:nvPr>
        </p:nvSpPr>
        <p:spPr>
          <a:xfrm>
            <a:off x="383720" y="2045571"/>
            <a:ext cx="11408230" cy="985094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3600" b="1" baseline="0"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module title</a:t>
            </a:r>
          </a:p>
        </p:txBody>
      </p:sp>
    </p:spTree>
    <p:extLst>
      <p:ext uri="{BB962C8B-B14F-4D97-AF65-F5344CB8AC3E}">
        <p14:creationId xmlns:p14="http://schemas.microsoft.com/office/powerpoint/2010/main" val="447561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3EEBC-8848-48BC-9E86-2856C4334E59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GB" dirty="0"/>
              <a:t>School of Computing , Engineering and Digital Technologies</a:t>
            </a:r>
          </a:p>
        </p:txBody>
      </p:sp>
    </p:spTree>
    <p:extLst>
      <p:ext uri="{BB962C8B-B14F-4D97-AF65-F5344CB8AC3E}">
        <p14:creationId xmlns:p14="http://schemas.microsoft.com/office/powerpoint/2010/main" val="263972075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School of Computing , Engineering and Digital Technologies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3EEBC-8848-48BC-9E86-2856C4334E5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943785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3719" y="365126"/>
            <a:ext cx="9496881" cy="7954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3720" y="1380067"/>
            <a:ext cx="5636080" cy="479689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199" y="1380067"/>
            <a:ext cx="5690508" cy="479689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School of Computing , Engineering and Digital Technologies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3EEBC-8848-48BC-9E86-2856C4334E5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654662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3719" y="365125"/>
            <a:ext cx="9505347" cy="80327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3719" y="1262063"/>
            <a:ext cx="5613856" cy="4984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3720" y="1854202"/>
            <a:ext cx="5613856" cy="433546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198" y="1262063"/>
            <a:ext cx="5690507" cy="4984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199" y="1854202"/>
            <a:ext cx="5690507" cy="433546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School of Computing , Engineering and Digital Technologies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3EEBC-8848-48BC-9E86-2856C4334E5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1045030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3719" y="365126"/>
            <a:ext cx="9513813" cy="7954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School of Computing , Engineering and Digital Technologies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3EEBC-8848-48BC-9E86-2856C4334E5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4427599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School of Computing , Engineering and Digital Technologies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3EEBC-8848-48BC-9E86-2856C4334E5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9914874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3720" y="457200"/>
            <a:ext cx="438830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7" y="1337733"/>
            <a:ext cx="6679519" cy="452331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3720" y="2057400"/>
            <a:ext cx="438830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School of Computing , Engineering and Digital Technologies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3EEBC-8848-48BC-9E86-2856C4334E5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8043421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3720" y="457200"/>
            <a:ext cx="438830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7" y="1329267"/>
            <a:ext cx="6679519" cy="453178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3720" y="2057400"/>
            <a:ext cx="438830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School of Computing , Engineering and Digital Technologies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3EEBC-8848-48BC-9E86-2856C4334E5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294879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3720" y="365126"/>
            <a:ext cx="9496880" cy="7954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3721" y="1337734"/>
            <a:ext cx="11478986" cy="483923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School of Computing , Engineering and Digital Technologies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3EEBC-8848-48BC-9E86-2856C4334E5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4755343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19733" y="1346199"/>
            <a:ext cx="2142973" cy="48307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3721" y="365125"/>
            <a:ext cx="9209012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School of Computing , Engineering and Digital Technologies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3EEBC-8848-48BC-9E86-2856C4334E5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779554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7" Type="http://schemas.openxmlformats.org/officeDocument/2006/relationships/image" Target="../media/image6.png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936" y="6384470"/>
            <a:ext cx="12191064" cy="47352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2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60000" y="325500"/>
            <a:ext cx="9470895" cy="795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0000" y="1332000"/>
            <a:ext cx="11477506" cy="4896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9999" y="6516000"/>
            <a:ext cx="10912206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36942" y="6516000"/>
            <a:ext cx="500564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C91C18-2D9D-461C-87BF-48086B644113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8" name="Picture 1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74743" y="325500"/>
            <a:ext cx="1787964" cy="795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93038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63784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0">
              <a:schemeClr val="accent3">
                <a:lumMod val="0"/>
                <a:lumOff val="100000"/>
              </a:schemeClr>
            </a:gs>
            <a:gs pos="74000">
              <a:schemeClr val="accent3">
                <a:lumMod val="30000"/>
                <a:lumOff val="70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85000"/>
                <a:lumOff val="1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 userDrawn="1"/>
        </p:nvSpPr>
        <p:spPr>
          <a:xfrm rot="10800000">
            <a:off x="11516008" y="45131"/>
            <a:ext cx="285461" cy="285461"/>
          </a:xfrm>
          <a:prstGeom prst="roundRect">
            <a:avLst/>
          </a:prstGeom>
          <a:solidFill>
            <a:srgbClr val="713F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" name="Rounded Rectangle 7"/>
          <p:cNvSpPr/>
          <p:nvPr userDrawn="1"/>
        </p:nvSpPr>
        <p:spPr>
          <a:xfrm rot="10800000">
            <a:off x="11871106" y="392794"/>
            <a:ext cx="285461" cy="285461"/>
          </a:xfrm>
          <a:prstGeom prst="roundRect">
            <a:avLst/>
          </a:prstGeom>
          <a:solidFill>
            <a:srgbClr val="713F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Rounded Rectangle 8"/>
          <p:cNvSpPr/>
          <p:nvPr userDrawn="1"/>
        </p:nvSpPr>
        <p:spPr>
          <a:xfrm rot="10800000">
            <a:off x="11157308" y="45131"/>
            <a:ext cx="285461" cy="285461"/>
          </a:xfrm>
          <a:prstGeom prst="roundRect">
            <a:avLst/>
          </a:prstGeom>
          <a:solidFill>
            <a:srgbClr val="713F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Rounded Rectangle 9"/>
          <p:cNvSpPr/>
          <p:nvPr userDrawn="1"/>
        </p:nvSpPr>
        <p:spPr>
          <a:xfrm rot="10800000">
            <a:off x="11868432" y="1115106"/>
            <a:ext cx="285461" cy="285461"/>
          </a:xfrm>
          <a:prstGeom prst="roundRect">
            <a:avLst/>
          </a:prstGeom>
          <a:solidFill>
            <a:srgbClr val="713F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1" name="Rounded Rectangle 10"/>
          <p:cNvSpPr/>
          <p:nvPr userDrawn="1"/>
        </p:nvSpPr>
        <p:spPr>
          <a:xfrm rot="10800000">
            <a:off x="11516009" y="1115107"/>
            <a:ext cx="285461" cy="285461"/>
          </a:xfrm>
          <a:prstGeom prst="roundRect">
            <a:avLst/>
          </a:prstGeom>
          <a:solidFill>
            <a:srgbClr val="713F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Rounded Rectangle 11"/>
          <p:cNvSpPr/>
          <p:nvPr userDrawn="1"/>
        </p:nvSpPr>
        <p:spPr>
          <a:xfrm rot="10800000">
            <a:off x="11516010" y="759507"/>
            <a:ext cx="285461" cy="285461"/>
          </a:xfrm>
          <a:prstGeom prst="roundRect">
            <a:avLst/>
          </a:prstGeom>
          <a:solidFill>
            <a:srgbClr val="713F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3" name="Rounded Rectangle 12"/>
          <p:cNvSpPr/>
          <p:nvPr userDrawn="1"/>
        </p:nvSpPr>
        <p:spPr>
          <a:xfrm rot="10800000">
            <a:off x="11521860" y="1461182"/>
            <a:ext cx="285461" cy="285461"/>
          </a:xfrm>
          <a:prstGeom prst="roundRect">
            <a:avLst/>
          </a:prstGeom>
          <a:solidFill>
            <a:srgbClr val="713F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" name="Rounded Rectangle 13"/>
          <p:cNvSpPr/>
          <p:nvPr userDrawn="1"/>
        </p:nvSpPr>
        <p:spPr>
          <a:xfrm rot="10800000">
            <a:off x="10871846" y="392795"/>
            <a:ext cx="285461" cy="285461"/>
          </a:xfrm>
          <a:prstGeom prst="roundRect">
            <a:avLst/>
          </a:prstGeom>
          <a:solidFill>
            <a:srgbClr val="713F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5" name="Rounded Rectangle 14"/>
          <p:cNvSpPr/>
          <p:nvPr userDrawn="1"/>
        </p:nvSpPr>
        <p:spPr>
          <a:xfrm rot="10800000">
            <a:off x="11157307" y="759506"/>
            <a:ext cx="285461" cy="285461"/>
          </a:xfrm>
          <a:prstGeom prst="roundRect">
            <a:avLst/>
          </a:prstGeom>
          <a:solidFill>
            <a:srgbClr val="713F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" name="Rounded Rectangle 15"/>
          <p:cNvSpPr/>
          <p:nvPr userDrawn="1"/>
        </p:nvSpPr>
        <p:spPr>
          <a:xfrm>
            <a:off x="11874788" y="6544385"/>
            <a:ext cx="285461" cy="285461"/>
          </a:xfrm>
          <a:prstGeom prst="roundRect">
            <a:avLst/>
          </a:prstGeom>
          <a:solidFill>
            <a:srgbClr val="713F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7" name="Rounded Rectangle 16"/>
          <p:cNvSpPr/>
          <p:nvPr userDrawn="1"/>
        </p:nvSpPr>
        <p:spPr>
          <a:xfrm>
            <a:off x="11516013" y="6544384"/>
            <a:ext cx="285461" cy="285461"/>
          </a:xfrm>
          <a:prstGeom prst="roundRect">
            <a:avLst/>
          </a:prstGeom>
          <a:solidFill>
            <a:srgbClr val="713F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8" name="Rounded Rectangle 17"/>
          <p:cNvSpPr/>
          <p:nvPr userDrawn="1"/>
        </p:nvSpPr>
        <p:spPr>
          <a:xfrm>
            <a:off x="11160412" y="6544385"/>
            <a:ext cx="285461" cy="285461"/>
          </a:xfrm>
          <a:prstGeom prst="roundRect">
            <a:avLst/>
          </a:prstGeom>
          <a:solidFill>
            <a:srgbClr val="713F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9" name="Rounded Rectangle 18"/>
          <p:cNvSpPr/>
          <p:nvPr userDrawn="1"/>
        </p:nvSpPr>
        <p:spPr>
          <a:xfrm>
            <a:off x="11516012" y="6188502"/>
            <a:ext cx="285461" cy="285461"/>
          </a:xfrm>
          <a:prstGeom prst="roundRect">
            <a:avLst/>
          </a:prstGeom>
          <a:solidFill>
            <a:srgbClr val="713F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0" name="Rounded Rectangle 19"/>
          <p:cNvSpPr/>
          <p:nvPr userDrawn="1"/>
        </p:nvSpPr>
        <p:spPr>
          <a:xfrm>
            <a:off x="11516013" y="5830148"/>
            <a:ext cx="285461" cy="285461"/>
          </a:xfrm>
          <a:prstGeom prst="roundRect">
            <a:avLst/>
          </a:prstGeom>
          <a:solidFill>
            <a:srgbClr val="713F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1" name="Rounded Rectangle 20"/>
          <p:cNvSpPr/>
          <p:nvPr userDrawn="1"/>
        </p:nvSpPr>
        <p:spPr>
          <a:xfrm>
            <a:off x="11874788" y="5821786"/>
            <a:ext cx="285461" cy="285461"/>
          </a:xfrm>
          <a:prstGeom prst="roundRect">
            <a:avLst/>
          </a:prstGeom>
          <a:solidFill>
            <a:srgbClr val="713F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2" name="Rounded Rectangle 21"/>
          <p:cNvSpPr/>
          <p:nvPr userDrawn="1"/>
        </p:nvSpPr>
        <p:spPr>
          <a:xfrm>
            <a:off x="11160555" y="5830148"/>
            <a:ext cx="285461" cy="285461"/>
          </a:xfrm>
          <a:prstGeom prst="roundRect">
            <a:avLst/>
          </a:prstGeom>
          <a:solidFill>
            <a:srgbClr val="713F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3" name="Rounded Rectangle 22"/>
          <p:cNvSpPr/>
          <p:nvPr userDrawn="1"/>
        </p:nvSpPr>
        <p:spPr>
          <a:xfrm>
            <a:off x="10874951" y="6188502"/>
            <a:ext cx="285461" cy="285461"/>
          </a:xfrm>
          <a:prstGeom prst="roundRect">
            <a:avLst/>
          </a:prstGeom>
          <a:solidFill>
            <a:srgbClr val="713F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4" name="Rounded Rectangle 23"/>
          <p:cNvSpPr/>
          <p:nvPr userDrawn="1"/>
        </p:nvSpPr>
        <p:spPr>
          <a:xfrm>
            <a:off x="11516013" y="5475851"/>
            <a:ext cx="285461" cy="285461"/>
          </a:xfrm>
          <a:prstGeom prst="roundRect">
            <a:avLst/>
          </a:prstGeom>
          <a:solidFill>
            <a:srgbClr val="713F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5" name="Rounded Rectangle 24"/>
          <p:cNvSpPr/>
          <p:nvPr userDrawn="1"/>
        </p:nvSpPr>
        <p:spPr>
          <a:xfrm>
            <a:off x="11516011" y="5120113"/>
            <a:ext cx="285461" cy="285461"/>
          </a:xfrm>
          <a:prstGeom prst="roundRect">
            <a:avLst/>
          </a:prstGeom>
          <a:solidFill>
            <a:srgbClr val="713F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6" name="Rounded Rectangle 25"/>
          <p:cNvSpPr/>
          <p:nvPr userDrawn="1"/>
        </p:nvSpPr>
        <p:spPr>
          <a:xfrm>
            <a:off x="11874788" y="5120112"/>
            <a:ext cx="285461" cy="285461"/>
          </a:xfrm>
          <a:prstGeom prst="roundRect">
            <a:avLst/>
          </a:prstGeom>
          <a:solidFill>
            <a:srgbClr val="713F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7" name="Rounded Rectangle 26"/>
          <p:cNvSpPr/>
          <p:nvPr userDrawn="1"/>
        </p:nvSpPr>
        <p:spPr>
          <a:xfrm>
            <a:off x="10874950" y="5466188"/>
            <a:ext cx="285461" cy="285461"/>
          </a:xfrm>
          <a:prstGeom prst="roundRect">
            <a:avLst/>
          </a:prstGeom>
          <a:solidFill>
            <a:srgbClr val="713F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28" name="Picture 2" descr="European Social Fund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8439" y="86553"/>
            <a:ext cx="2350168" cy="5248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28" descr="Teesside University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8526" y="6256336"/>
            <a:ext cx="1409700" cy="542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8" descr="together with business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6987" y="6437311"/>
            <a:ext cx="1885950" cy="180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Rounded Rectangle 30"/>
          <p:cNvSpPr/>
          <p:nvPr userDrawn="1"/>
        </p:nvSpPr>
        <p:spPr>
          <a:xfrm>
            <a:off x="378472" y="6536165"/>
            <a:ext cx="285461" cy="285461"/>
          </a:xfrm>
          <a:prstGeom prst="roundRect">
            <a:avLst/>
          </a:prstGeom>
          <a:solidFill>
            <a:srgbClr val="713F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2" name="Rounded Rectangle 31"/>
          <p:cNvSpPr/>
          <p:nvPr userDrawn="1"/>
        </p:nvSpPr>
        <p:spPr>
          <a:xfrm>
            <a:off x="23374" y="6188502"/>
            <a:ext cx="285461" cy="285461"/>
          </a:xfrm>
          <a:prstGeom prst="roundRect">
            <a:avLst/>
          </a:prstGeom>
          <a:solidFill>
            <a:srgbClr val="713F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3" name="Rounded Rectangle 32"/>
          <p:cNvSpPr/>
          <p:nvPr userDrawn="1"/>
        </p:nvSpPr>
        <p:spPr>
          <a:xfrm>
            <a:off x="737172" y="6536165"/>
            <a:ext cx="285461" cy="285461"/>
          </a:xfrm>
          <a:prstGeom prst="roundRect">
            <a:avLst/>
          </a:prstGeom>
          <a:solidFill>
            <a:srgbClr val="713F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4" name="Rounded Rectangle 33"/>
          <p:cNvSpPr/>
          <p:nvPr userDrawn="1"/>
        </p:nvSpPr>
        <p:spPr>
          <a:xfrm>
            <a:off x="23373" y="5821790"/>
            <a:ext cx="285461" cy="285461"/>
          </a:xfrm>
          <a:prstGeom prst="roundRect">
            <a:avLst/>
          </a:prstGeom>
          <a:solidFill>
            <a:srgbClr val="713F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5" name="Rounded Rectangle 34"/>
          <p:cNvSpPr/>
          <p:nvPr userDrawn="1"/>
        </p:nvSpPr>
        <p:spPr>
          <a:xfrm>
            <a:off x="26048" y="5466190"/>
            <a:ext cx="285461" cy="285461"/>
          </a:xfrm>
          <a:prstGeom prst="roundRect">
            <a:avLst/>
          </a:prstGeom>
          <a:solidFill>
            <a:srgbClr val="713F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6" name="Rounded Rectangle 35"/>
          <p:cNvSpPr/>
          <p:nvPr userDrawn="1"/>
        </p:nvSpPr>
        <p:spPr>
          <a:xfrm>
            <a:off x="378471" y="5466189"/>
            <a:ext cx="285461" cy="285461"/>
          </a:xfrm>
          <a:prstGeom prst="roundRect">
            <a:avLst/>
          </a:prstGeom>
          <a:solidFill>
            <a:srgbClr val="713F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7" name="Rounded Rectangle 36"/>
          <p:cNvSpPr/>
          <p:nvPr userDrawn="1"/>
        </p:nvSpPr>
        <p:spPr>
          <a:xfrm>
            <a:off x="378470" y="5821789"/>
            <a:ext cx="285461" cy="285461"/>
          </a:xfrm>
          <a:prstGeom prst="roundRect">
            <a:avLst/>
          </a:prstGeom>
          <a:solidFill>
            <a:srgbClr val="713F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8" name="Rounded Rectangle 37"/>
          <p:cNvSpPr/>
          <p:nvPr userDrawn="1"/>
        </p:nvSpPr>
        <p:spPr>
          <a:xfrm>
            <a:off x="372620" y="5120114"/>
            <a:ext cx="285461" cy="285461"/>
          </a:xfrm>
          <a:prstGeom prst="roundRect">
            <a:avLst/>
          </a:prstGeom>
          <a:solidFill>
            <a:srgbClr val="713F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9" name="Rounded Rectangle 38"/>
          <p:cNvSpPr/>
          <p:nvPr userDrawn="1"/>
        </p:nvSpPr>
        <p:spPr>
          <a:xfrm>
            <a:off x="1022634" y="6188501"/>
            <a:ext cx="285461" cy="285461"/>
          </a:xfrm>
          <a:prstGeom prst="roundRect">
            <a:avLst/>
          </a:prstGeom>
          <a:solidFill>
            <a:srgbClr val="713F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0" name="Rounded Rectangle 39"/>
          <p:cNvSpPr/>
          <p:nvPr userDrawn="1"/>
        </p:nvSpPr>
        <p:spPr>
          <a:xfrm>
            <a:off x="737173" y="5821790"/>
            <a:ext cx="285461" cy="285461"/>
          </a:xfrm>
          <a:prstGeom prst="roundRect">
            <a:avLst/>
          </a:prstGeom>
          <a:solidFill>
            <a:srgbClr val="713F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1" name="Rounded Rectangle 40"/>
          <p:cNvSpPr/>
          <p:nvPr userDrawn="1"/>
        </p:nvSpPr>
        <p:spPr>
          <a:xfrm>
            <a:off x="1022633" y="5466190"/>
            <a:ext cx="285461" cy="285461"/>
          </a:xfrm>
          <a:prstGeom prst="roundRect">
            <a:avLst/>
          </a:prstGeom>
          <a:solidFill>
            <a:srgbClr val="713F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grpSp>
        <p:nvGrpSpPr>
          <p:cNvPr id="42" name="Group 41"/>
          <p:cNvGrpSpPr/>
          <p:nvPr userDrawn="1"/>
        </p:nvGrpSpPr>
        <p:grpSpPr>
          <a:xfrm>
            <a:off x="20470" y="10287"/>
            <a:ext cx="1750446" cy="1498437"/>
            <a:chOff x="26048" y="29008"/>
            <a:chExt cx="1750446" cy="1498437"/>
          </a:xfrm>
        </p:grpSpPr>
        <p:sp>
          <p:nvSpPr>
            <p:cNvPr id="43" name="Rounded Rectangle 42"/>
            <p:cNvSpPr/>
            <p:nvPr/>
          </p:nvSpPr>
          <p:spPr>
            <a:xfrm>
              <a:off x="26048" y="29008"/>
              <a:ext cx="285461" cy="285461"/>
            </a:xfrm>
            <a:prstGeom prst="roundRect">
              <a:avLst/>
            </a:prstGeom>
            <a:solidFill>
              <a:srgbClr val="713F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4" name="Rounded Rectangle 43"/>
            <p:cNvSpPr/>
            <p:nvPr/>
          </p:nvSpPr>
          <p:spPr>
            <a:xfrm>
              <a:off x="26048" y="389220"/>
              <a:ext cx="285461" cy="285461"/>
            </a:xfrm>
            <a:prstGeom prst="roundRect">
              <a:avLst/>
            </a:prstGeom>
            <a:solidFill>
              <a:srgbClr val="713F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5" name="Rounded Rectangle 44"/>
            <p:cNvSpPr/>
            <p:nvPr/>
          </p:nvSpPr>
          <p:spPr>
            <a:xfrm>
              <a:off x="26048" y="755933"/>
              <a:ext cx="285461" cy="285461"/>
            </a:xfrm>
            <a:prstGeom prst="roundRect">
              <a:avLst/>
            </a:prstGeom>
            <a:solidFill>
              <a:srgbClr val="713F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6" name="Rounded Rectangle 45"/>
            <p:cNvSpPr/>
            <p:nvPr/>
          </p:nvSpPr>
          <p:spPr>
            <a:xfrm>
              <a:off x="378473" y="755933"/>
              <a:ext cx="285461" cy="285461"/>
            </a:xfrm>
            <a:prstGeom prst="roundRect">
              <a:avLst/>
            </a:prstGeom>
            <a:solidFill>
              <a:srgbClr val="713F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7" name="Rounded Rectangle 46"/>
            <p:cNvSpPr/>
            <p:nvPr/>
          </p:nvSpPr>
          <p:spPr>
            <a:xfrm>
              <a:off x="737173" y="389220"/>
              <a:ext cx="285461" cy="285461"/>
            </a:xfrm>
            <a:prstGeom prst="roundRect">
              <a:avLst/>
            </a:prstGeom>
            <a:solidFill>
              <a:srgbClr val="713F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8" name="Rounded Rectangle 47"/>
            <p:cNvSpPr/>
            <p:nvPr/>
          </p:nvSpPr>
          <p:spPr>
            <a:xfrm>
              <a:off x="737173" y="29008"/>
              <a:ext cx="285461" cy="285461"/>
            </a:xfrm>
            <a:prstGeom prst="roundRect">
              <a:avLst/>
            </a:prstGeom>
            <a:solidFill>
              <a:srgbClr val="713F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9" name="Rounded Rectangle 48"/>
            <p:cNvSpPr/>
            <p:nvPr/>
          </p:nvSpPr>
          <p:spPr>
            <a:xfrm>
              <a:off x="378473" y="1103596"/>
              <a:ext cx="285461" cy="285461"/>
            </a:xfrm>
            <a:prstGeom prst="roundRect">
              <a:avLst/>
            </a:prstGeom>
            <a:solidFill>
              <a:srgbClr val="713F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0" name="Rounded Rectangle 49"/>
            <p:cNvSpPr/>
            <p:nvPr/>
          </p:nvSpPr>
          <p:spPr>
            <a:xfrm>
              <a:off x="378473" y="389220"/>
              <a:ext cx="285461" cy="285461"/>
            </a:xfrm>
            <a:prstGeom prst="roundRect">
              <a:avLst/>
            </a:prstGeom>
            <a:solidFill>
              <a:srgbClr val="713F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1" name="Rounded Rectangle 50"/>
            <p:cNvSpPr/>
            <p:nvPr/>
          </p:nvSpPr>
          <p:spPr>
            <a:xfrm>
              <a:off x="1108648" y="389220"/>
              <a:ext cx="285461" cy="285461"/>
            </a:xfrm>
            <a:prstGeom prst="roundRect">
              <a:avLst/>
            </a:prstGeom>
            <a:solidFill>
              <a:srgbClr val="713F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pic>
          <p:nvPicPr>
            <p:cNvPr id="52" name="Picture 51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8746" y="518069"/>
              <a:ext cx="1427748" cy="1009376"/>
            </a:xfrm>
            <a:prstGeom prst="rect">
              <a:avLst/>
            </a:prstGeom>
          </p:spPr>
        </p:pic>
      </p:grpSp>
      <p:sp>
        <p:nvSpPr>
          <p:cNvPr id="54" name="Title 2"/>
          <p:cNvSpPr txBox="1">
            <a:spLocks/>
          </p:cNvSpPr>
          <p:nvPr userDrawn="1"/>
        </p:nvSpPr>
        <p:spPr>
          <a:xfrm>
            <a:off x="737172" y="3195191"/>
            <a:ext cx="10515600" cy="1325563"/>
          </a:xfrm>
          <a:prstGeom prst="rect">
            <a:avLst/>
          </a:prstGeom>
        </p:spPr>
        <p:txBody>
          <a:bodyPr>
            <a:normAutofit fontScale="6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br>
              <a:rPr lang="en-GB" sz="4000">
                <a:solidFill>
                  <a:schemeClr val="accent2"/>
                </a:solidFill>
              </a:rPr>
            </a:br>
            <a:br>
              <a:rPr lang="en-GB" sz="4000">
                <a:solidFill>
                  <a:schemeClr val="accent2"/>
                </a:solidFill>
              </a:rPr>
            </a:br>
            <a:br>
              <a:rPr lang="en-GB" sz="4000">
                <a:solidFill>
                  <a:schemeClr val="accent2"/>
                </a:solidFill>
              </a:rPr>
            </a:br>
            <a:endParaRPr lang="en-GB" sz="40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76888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936" y="6384470"/>
            <a:ext cx="12191064" cy="47352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2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3720" y="292937"/>
            <a:ext cx="9369880" cy="79546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3721" y="1323474"/>
            <a:ext cx="11478986" cy="48534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3720" y="6515100"/>
            <a:ext cx="10654393" cy="206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/>
                </a:solidFill>
              </a:defRPr>
            </a:lvl1pPr>
          </a:lstStyle>
          <a:p>
            <a:r>
              <a:rPr lang="en-GB"/>
              <a:t>School of Computing &amp; Digital Technologies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179628" y="6515099"/>
            <a:ext cx="683079" cy="206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2"/>
                </a:solidFill>
              </a:defRPr>
            </a:lvl1pPr>
          </a:lstStyle>
          <a:p>
            <a:fld id="{5BC3EEBC-8848-48BC-9E86-2856C4334E59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7" name="Picture 1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74743" y="292937"/>
            <a:ext cx="1787964" cy="795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96306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15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hyperlink" Target="https://www.youtube.com/watch?v=NvrpuBAMddw" TargetMode="Externa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speronbi.com/on-demand-webinar-strengthen-your-data-modeling-skills-with-power-bi/" TargetMode="External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hyperlink" Target="https://www.youtube.com/watch?v=HJNHT_1aUao&amp;feature=emb_logo" TargetMode="External"/><Relationship Id="rId1" Type="http://schemas.openxmlformats.org/officeDocument/2006/relationships/slideLayout" Target="../slideLayouts/slideLayout1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1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lipfolio.com/resources/articles/what-is-a-key-performance-indicator" TargetMode="External"/><Relationship Id="rId2" Type="http://schemas.openxmlformats.org/officeDocument/2006/relationships/hyperlink" Target="https://www.youtube.com/watch?v=syI-oRnjROU" TargetMode="External"/><Relationship Id="rId1" Type="http://schemas.openxmlformats.org/officeDocument/2006/relationships/slideLayout" Target="../slideLayouts/slideLayout17.xml"/><Relationship Id="rId5" Type="http://schemas.openxmlformats.org/officeDocument/2006/relationships/hyperlink" Target="https://www.clearpointstrategy.com/18-key-performance-indicators/" TargetMode="External"/><Relationship Id="rId4" Type="http://schemas.openxmlformats.org/officeDocument/2006/relationships/hyperlink" Target="https://onstrategyhq.com/resources/27-examples-of-key-performance-indicators/" TargetMode="Externa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hyperlink" Target="mailto:aocchipinti@tees.ac.uk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GB" dirty="0"/>
              <a:t>Dr Annalisa Occhipinti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4"/>
          </p:nvPr>
        </p:nvSpPr>
        <p:spPr>
          <a:xfrm>
            <a:off x="327076" y="4124876"/>
            <a:ext cx="11408230" cy="1101726"/>
          </a:xfrm>
        </p:spPr>
        <p:txBody>
          <a:bodyPr/>
          <a:lstStyle/>
          <a:p>
            <a:r>
              <a:rPr lang="en-GB" sz="2000" dirty="0">
                <a:solidFill>
                  <a:schemeClr val="tx2"/>
                </a:solidFill>
              </a:rPr>
              <a:t>a.occhipinti@tees.ac.uk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Data Modelling and Relationships</a:t>
            </a:r>
          </a:p>
        </p:txBody>
      </p:sp>
    </p:spTree>
    <p:extLst>
      <p:ext uri="{BB962C8B-B14F-4D97-AF65-F5344CB8AC3E}">
        <p14:creationId xmlns:p14="http://schemas.microsoft.com/office/powerpoint/2010/main" val="42877788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247" y="239324"/>
            <a:ext cx="9470895" cy="795600"/>
          </a:xfrm>
        </p:spPr>
        <p:txBody>
          <a:bodyPr/>
          <a:lstStyle/>
          <a:p>
            <a:r>
              <a:rPr lang="en-GB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247" y="1213180"/>
            <a:ext cx="11477506" cy="4574012"/>
          </a:xfrm>
        </p:spPr>
        <p:txBody>
          <a:bodyPr/>
          <a:lstStyle/>
          <a:p>
            <a:r>
              <a:rPr lang="en-GB" dirty="0"/>
              <a:t>What is a data model (examples)</a:t>
            </a:r>
          </a:p>
          <a:p>
            <a:r>
              <a:rPr lang="en-GB"/>
              <a:t>Data </a:t>
            </a:r>
            <a:r>
              <a:rPr lang="en-GB" dirty="0"/>
              <a:t>Normalisation</a:t>
            </a:r>
          </a:p>
          <a:p>
            <a:r>
              <a:rPr lang="en-GB" dirty="0"/>
              <a:t>Relationships in Power BI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336942" y="6516000"/>
            <a:ext cx="500564" cy="216000"/>
          </a:xfrm>
        </p:spPr>
        <p:txBody>
          <a:bodyPr/>
          <a:lstStyle/>
          <a:p>
            <a:fld id="{7CC91C18-2D9D-461C-87BF-48086B644113}" type="slidenum">
              <a:rPr lang="en-GB" smtClean="0"/>
              <a:t>2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D775BD-452B-491F-85A8-3CCFF7CBE1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1256" y="3982998"/>
            <a:ext cx="3982890" cy="223787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863641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a Data Model?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360000" y="5701077"/>
            <a:ext cx="11595768" cy="699558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Collection of tables connected through relationships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7586" y="1169121"/>
            <a:ext cx="6275004" cy="4483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2425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basic BI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4</a:t>
            </a:fld>
            <a:endParaRPr lang="en-GB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1053" y="1437728"/>
            <a:ext cx="8820150" cy="4162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9556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basic BI Model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7435120" y="1826558"/>
          <a:ext cx="4597260" cy="2100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8630">
                  <a:extLst>
                    <a:ext uri="{9D8B030D-6E8A-4147-A177-3AD203B41FA5}">
                      <a16:colId xmlns:a16="http://schemas.microsoft.com/office/drawing/2014/main" val="4109880166"/>
                    </a:ext>
                  </a:extLst>
                </a:gridCol>
                <a:gridCol w="2298630">
                  <a:extLst>
                    <a:ext uri="{9D8B030D-6E8A-4147-A177-3AD203B41FA5}">
                      <a16:colId xmlns:a16="http://schemas.microsoft.com/office/drawing/2014/main" val="315040511"/>
                    </a:ext>
                  </a:extLst>
                </a:gridCol>
              </a:tblGrid>
              <a:tr h="668457">
                <a:tc>
                  <a:txBody>
                    <a:bodyPr/>
                    <a:lstStyle/>
                    <a:p>
                      <a:r>
                        <a:rPr lang="en-GB" dirty="0"/>
                        <a:t>Fact 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Dimensions – Look</a:t>
                      </a:r>
                      <a:r>
                        <a:rPr lang="en-GB" baseline="0" dirty="0"/>
                        <a:t> up Tables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30693"/>
                  </a:ext>
                </a:extLst>
              </a:tr>
              <a:tr h="668457">
                <a:tc>
                  <a:txBody>
                    <a:bodyPr/>
                    <a:lstStyle/>
                    <a:p>
                      <a:r>
                        <a:rPr lang="en-GB" dirty="0"/>
                        <a:t>Business Process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Who,</a:t>
                      </a:r>
                      <a:r>
                        <a:rPr lang="en-GB" baseline="0" dirty="0"/>
                        <a:t> What, Where, When, How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1582118"/>
                  </a:ext>
                </a:extLst>
              </a:tr>
              <a:tr h="381975">
                <a:tc>
                  <a:txBody>
                    <a:bodyPr/>
                    <a:lstStyle/>
                    <a:p>
                      <a:r>
                        <a:rPr lang="en-GB" dirty="0"/>
                        <a:t>Tall and Skinny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Short and “fat” </a:t>
                      </a:r>
                      <a:r>
                        <a:rPr lang="en-GB" dirty="0">
                          <a:sym typeface="Wingdings" panose="05000000000000000000" pitchFamily="2" charset="2"/>
                        </a:rPr>
                        <a:t>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5114073"/>
                  </a:ext>
                </a:extLst>
              </a:tr>
              <a:tr h="381975">
                <a:tc>
                  <a:txBody>
                    <a:bodyPr/>
                    <a:lstStyle/>
                    <a:p>
                      <a:r>
                        <a:rPr lang="en-GB" dirty="0"/>
                        <a:t>Numbers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Words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6417461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5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56B304F-0CDF-45B6-8511-EEDDD3552C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000" y="1432290"/>
            <a:ext cx="6816468" cy="3216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19811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Fact and Dimension tables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00" y="1121100"/>
            <a:ext cx="6450703" cy="4896000"/>
          </a:xfrm>
        </p:spPr>
        <p:txBody>
          <a:bodyPr/>
          <a:lstStyle/>
          <a:p>
            <a:pPr marL="0" indent="0">
              <a:buNone/>
            </a:pPr>
            <a:r>
              <a:rPr lang="en-GB" b="1" dirty="0"/>
              <a:t>Fact Tables</a:t>
            </a:r>
          </a:p>
          <a:p>
            <a:r>
              <a:rPr lang="en-GB" dirty="0"/>
              <a:t>Changes a lot – Transactional dataset, new rows every time there is a new transaction</a:t>
            </a:r>
          </a:p>
          <a:p>
            <a:pPr marL="0" indent="0">
              <a:buNone/>
            </a:pPr>
            <a:r>
              <a:rPr lang="en-GB" b="1" dirty="0"/>
              <a:t>Dimensions Tables</a:t>
            </a:r>
          </a:p>
          <a:p>
            <a:r>
              <a:rPr lang="en-GB" dirty="0"/>
              <a:t>They give context to fact table. They don’t change a lot. Customer Data Base, slow changes, or Product Tables (you don’t develop new products all the time)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6</a:t>
            </a:fld>
            <a:endParaRPr lang="en-GB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t="14082" r="46881"/>
          <a:stretch/>
        </p:blipFill>
        <p:spPr>
          <a:xfrm>
            <a:off x="6927330" y="1229709"/>
            <a:ext cx="5147473" cy="4666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286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can’t I use one single Flat Table?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00" y="1332000"/>
            <a:ext cx="5441193" cy="4896000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Disadvantages:</a:t>
            </a:r>
          </a:p>
          <a:p>
            <a:r>
              <a:rPr lang="en-GB" b="1" dirty="0"/>
              <a:t>Poor performance </a:t>
            </a:r>
            <a:r>
              <a:rPr lang="en-GB" dirty="0"/>
              <a:t>(table is so big, takes a lot of time to scan all the rows/columns)</a:t>
            </a:r>
          </a:p>
          <a:p>
            <a:r>
              <a:rPr lang="en-GB" b="1" dirty="0"/>
              <a:t>Poor usability </a:t>
            </a:r>
            <a:r>
              <a:rPr lang="en-GB" dirty="0"/>
              <a:t>(it takes time to understand what the table describes)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7</a:t>
            </a:fld>
            <a:endParaRPr lang="en-GB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55349" t="13915" r="-150"/>
          <a:stretch/>
        </p:blipFill>
        <p:spPr>
          <a:xfrm>
            <a:off x="6925455" y="1558977"/>
            <a:ext cx="4137285" cy="4455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747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Examples of Data Models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Good examples and not so good examples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07673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9</a:t>
            </a:fld>
            <a:endParaRPr lang="en-GB"/>
          </a:p>
        </p:txBody>
      </p:sp>
      <p:pic>
        <p:nvPicPr>
          <p:cNvPr id="2050" name="Picture 2" descr="Excel - Creating a Table | PTR">
            <a:extLst>
              <a:ext uri="{FF2B5EF4-FFF2-40B4-BE49-F238E27FC236}">
                <a16:creationId xmlns:a16="http://schemas.microsoft.com/office/drawing/2014/main" id="{EC495C2C-7E49-42CA-B337-E84E6808395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940"/>
          <a:stretch/>
        </p:blipFill>
        <p:spPr bwMode="auto">
          <a:xfrm>
            <a:off x="1385887" y="1345405"/>
            <a:ext cx="9420225" cy="4882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3436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2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209" t="2801" r="1492" b="7182"/>
          <a:stretch/>
        </p:blipFill>
        <p:spPr>
          <a:xfrm>
            <a:off x="2128603" y="1121100"/>
            <a:ext cx="7702292" cy="5181863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80047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11</a:t>
            </a:fld>
            <a:endParaRPr lang="en-GB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0241" y="1332000"/>
            <a:ext cx="6797024" cy="5033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19286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3 – Star Schema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12</a:t>
            </a:fld>
            <a:endParaRPr lang="en-GB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8662" y="1374058"/>
            <a:ext cx="7497268" cy="4811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95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4 – Snowflakes Schema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13</a:t>
            </a:fld>
            <a:endParaRPr lang="en-GB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8820" y="1332000"/>
            <a:ext cx="8872526" cy="48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81494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000" y="325500"/>
            <a:ext cx="9668420" cy="795600"/>
          </a:xfrm>
        </p:spPr>
        <p:txBody>
          <a:bodyPr/>
          <a:lstStyle/>
          <a:p>
            <a:r>
              <a:rPr lang="en-GB" sz="3200" dirty="0"/>
              <a:t>Question – What type of schema is this? Why?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09875" y="1332000"/>
            <a:ext cx="4027630" cy="4896000"/>
          </a:xfrm>
        </p:spPr>
        <p:txBody>
          <a:bodyPr/>
          <a:lstStyle/>
          <a:p>
            <a:pPr marL="514350" indent="-514350">
              <a:buAutoNum type="arabicParenR"/>
            </a:pPr>
            <a:r>
              <a:rPr lang="en-GB" dirty="0"/>
              <a:t>Star Schema</a:t>
            </a:r>
          </a:p>
          <a:p>
            <a:pPr marL="514350" indent="-514350">
              <a:buAutoNum type="arabicParenR"/>
            </a:pPr>
            <a:r>
              <a:rPr lang="en-GB" dirty="0"/>
              <a:t>Snowflake Schema</a:t>
            </a:r>
            <a:endParaRPr lang="en-GB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14</a:t>
            </a:fld>
            <a:endParaRPr lang="en-GB"/>
          </a:p>
        </p:txBody>
      </p:sp>
      <p:pic>
        <p:nvPicPr>
          <p:cNvPr id="6" name="Picture 4" descr="https://www.guru99.com/images/1/022218_0758_StarandSnow2.png">
            <a:extLst>
              <a:ext uri="{FF2B5EF4-FFF2-40B4-BE49-F238E27FC236}">
                <a16:creationId xmlns:a16="http://schemas.microsoft.com/office/drawing/2014/main" id="{D98ABAC4-C01C-412E-9A21-5CF3CBBDCB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495" y="1652869"/>
            <a:ext cx="6793336" cy="311791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9086013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000" y="325500"/>
            <a:ext cx="9668420" cy="795600"/>
          </a:xfrm>
        </p:spPr>
        <p:txBody>
          <a:bodyPr/>
          <a:lstStyle/>
          <a:p>
            <a:r>
              <a:rPr lang="en-GB" sz="3200" dirty="0"/>
              <a:t>Question – What type of schema is this? Why?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09875" y="1332000"/>
            <a:ext cx="4027630" cy="4896000"/>
          </a:xfrm>
        </p:spPr>
        <p:txBody>
          <a:bodyPr/>
          <a:lstStyle/>
          <a:p>
            <a:pPr marL="514350" indent="-514350">
              <a:buAutoNum type="arabicParenR"/>
            </a:pPr>
            <a:r>
              <a:rPr lang="en-GB" dirty="0"/>
              <a:t>Star Schema</a:t>
            </a:r>
          </a:p>
          <a:p>
            <a:pPr marL="514350" indent="-514350">
              <a:buAutoNum type="arabicParenR"/>
            </a:pPr>
            <a:r>
              <a:rPr lang="en-GB" dirty="0"/>
              <a:t>Snowflake Schema</a:t>
            </a:r>
            <a:endParaRPr lang="en-GB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15</a:t>
            </a:fld>
            <a:endParaRPr lang="en-GB"/>
          </a:p>
        </p:txBody>
      </p:sp>
      <p:pic>
        <p:nvPicPr>
          <p:cNvPr id="7" name="Picture 2" descr="https://www.guru99.com/images/1/022218_0758_StarandSnow1.png">
            <a:extLst>
              <a:ext uri="{FF2B5EF4-FFF2-40B4-BE49-F238E27FC236}">
                <a16:creationId xmlns:a16="http://schemas.microsoft.com/office/drawing/2014/main" id="{60A35FA3-E2F3-4E84-B9FA-AA4762E3D4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8330" y="1562951"/>
            <a:ext cx="4617340" cy="401393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0465261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Normalisation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43255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normalisation?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01" y="1332000"/>
            <a:ext cx="7135082" cy="4896000"/>
          </a:xfrm>
        </p:spPr>
        <p:txBody>
          <a:bodyPr/>
          <a:lstStyle/>
          <a:p>
            <a:r>
              <a:rPr lang="en-GB" dirty="0"/>
              <a:t>Organise the data into multiple tables to minimise </a:t>
            </a:r>
            <a:r>
              <a:rPr lang="en-GB" b="1" dirty="0"/>
              <a:t>data redundancy </a:t>
            </a:r>
            <a:r>
              <a:rPr lang="en-GB" dirty="0"/>
              <a:t>(having the same values repeated in multiple places, takes spaces or multiple issues with insertion and deletion updating)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17</a:t>
            </a:fld>
            <a:endParaRPr lang="en-GB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l="55835" t="13915" r="14623"/>
          <a:stretch/>
        </p:blipFill>
        <p:spPr>
          <a:xfrm>
            <a:off x="8180128" y="1201111"/>
            <a:ext cx="2728210" cy="445577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l="159" t="13915" r="48088"/>
          <a:stretch/>
        </p:blipFill>
        <p:spPr>
          <a:xfrm>
            <a:off x="1718542" y="1332000"/>
            <a:ext cx="4779363" cy="4455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733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normalisation?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“Clean” up the data</a:t>
            </a:r>
          </a:p>
          <a:p>
            <a:r>
              <a:rPr lang="en-GB" dirty="0"/>
              <a:t>Ensure a proper structure of the data</a:t>
            </a:r>
          </a:p>
          <a:p>
            <a:r>
              <a:rPr lang="en-GB" dirty="0"/>
              <a:t>Data consistency (easy to retrieve and input data, better chance to quickly search for data)</a:t>
            </a:r>
          </a:p>
          <a:p>
            <a:r>
              <a:rPr lang="en-GB" dirty="0"/>
              <a:t>Increase quality of the data.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18</a:t>
            </a:fld>
            <a:endParaRPr lang="en-GB"/>
          </a:p>
        </p:txBody>
      </p:sp>
      <p:pic>
        <p:nvPicPr>
          <p:cNvPr id="5" name="Picture 2" descr="Relationships and Power Pivot - dummies">
            <a:extLst>
              <a:ext uri="{FF2B5EF4-FFF2-40B4-BE49-F238E27FC236}">
                <a16:creationId xmlns:a16="http://schemas.microsoft.com/office/drawing/2014/main" id="{E6416750-C12C-4A59-84DF-0DB6274C3C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987" y="3676507"/>
            <a:ext cx="5901401" cy="30554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800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86214" y="1332000"/>
            <a:ext cx="3951291" cy="4896000"/>
          </a:xfrm>
        </p:spPr>
        <p:txBody>
          <a:bodyPr/>
          <a:lstStyle/>
          <a:p>
            <a:r>
              <a:rPr lang="en-GB" b="1" dirty="0"/>
              <a:t>Insertion </a:t>
            </a:r>
            <a:r>
              <a:rPr lang="en-GB" dirty="0"/>
              <a:t>problem add another student – repeat the data again</a:t>
            </a:r>
          </a:p>
          <a:p>
            <a:r>
              <a:rPr lang="en-GB" b="1" dirty="0"/>
              <a:t>Deletion</a:t>
            </a:r>
            <a:r>
              <a:rPr lang="en-GB" dirty="0"/>
              <a:t> problem – the branch information is gone</a:t>
            </a:r>
          </a:p>
          <a:p>
            <a:r>
              <a:rPr lang="en-GB" b="1" dirty="0"/>
              <a:t>Modification</a:t>
            </a:r>
            <a:r>
              <a:rPr lang="en-GB" dirty="0"/>
              <a:t> problem– you must change all the students records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19</a:t>
            </a:fld>
            <a:endParaRPr lang="en-GB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000" y="1121100"/>
            <a:ext cx="7526215" cy="480771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AFA55AD-8964-40E9-A733-F48697404B50}"/>
              </a:ext>
            </a:extLst>
          </p:cNvPr>
          <p:cNvSpPr/>
          <p:nvPr/>
        </p:nvSpPr>
        <p:spPr>
          <a:xfrm>
            <a:off x="646043" y="4249351"/>
            <a:ext cx="6957392" cy="39222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399" y="1577442"/>
            <a:ext cx="6877050" cy="44051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4495" y="1419324"/>
            <a:ext cx="7333431" cy="4659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360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dirty="0"/>
              <a:t>How normalisation can solve these problems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297215" y="1524000"/>
            <a:ext cx="7533680" cy="4281732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31977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00" y="5800574"/>
            <a:ext cx="11477506" cy="427425"/>
          </a:xfrm>
        </p:spPr>
        <p:txBody>
          <a:bodyPr/>
          <a:lstStyle/>
          <a:p>
            <a:pPr marL="0" indent="0" algn="ctr">
              <a:buNone/>
            </a:pPr>
            <a:r>
              <a:rPr lang="en-GB" b="1" dirty="0"/>
              <a:t>Reducing data redundancy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21</a:t>
            </a:fld>
            <a:endParaRPr lang="en-GB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315" y="1121100"/>
            <a:ext cx="10048875" cy="4257675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60000" y="325500"/>
            <a:ext cx="9470895" cy="795600"/>
          </a:xfrm>
        </p:spPr>
        <p:txBody>
          <a:bodyPr/>
          <a:lstStyle/>
          <a:p>
            <a:r>
              <a:rPr lang="en-GB" sz="3600" dirty="0"/>
              <a:t>How normalisation can solve these problems</a:t>
            </a:r>
          </a:p>
        </p:txBody>
      </p:sp>
    </p:spTree>
    <p:extLst>
      <p:ext uri="{BB962C8B-B14F-4D97-AF65-F5344CB8AC3E}">
        <p14:creationId xmlns:p14="http://schemas.microsoft.com/office/powerpoint/2010/main" val="2240077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22</a:t>
            </a:fld>
            <a:endParaRPr lang="en-GB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942" y="1002680"/>
            <a:ext cx="10287000" cy="44196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60000" y="325500"/>
            <a:ext cx="9470895" cy="795600"/>
          </a:xfrm>
        </p:spPr>
        <p:txBody>
          <a:bodyPr/>
          <a:lstStyle/>
          <a:p>
            <a:r>
              <a:rPr lang="en-GB" sz="3600" dirty="0"/>
              <a:t>How normalisation can solve these problems</a:t>
            </a:r>
          </a:p>
        </p:txBody>
      </p:sp>
    </p:spTree>
    <p:extLst>
      <p:ext uri="{BB962C8B-B14F-4D97-AF65-F5344CB8AC3E}">
        <p14:creationId xmlns:p14="http://schemas.microsoft.com/office/powerpoint/2010/main" val="31125969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Inserting a new Student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23</a:t>
            </a:fld>
            <a:endParaRPr lang="en-GB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225" y="1395041"/>
            <a:ext cx="10115550" cy="438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1411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Delete all the students’ record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24</a:t>
            </a:fld>
            <a:endParaRPr lang="en-GB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790" y="1570200"/>
            <a:ext cx="10067925" cy="44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76670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Updating records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25</a:t>
            </a:fld>
            <a:endParaRPr lang="en-GB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978" y="1332000"/>
            <a:ext cx="10115550" cy="429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01940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470895" cy="795600"/>
          </a:xfrm>
        </p:spPr>
        <p:txBody>
          <a:bodyPr/>
          <a:lstStyle/>
          <a:p>
            <a:r>
              <a:rPr lang="en-GB" dirty="0"/>
              <a:t>Demo On Power BI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7991" y="1177197"/>
            <a:ext cx="10422300" cy="3799211"/>
          </a:xfrm>
        </p:spPr>
        <p:txBody>
          <a:bodyPr/>
          <a:lstStyle/>
          <a:p>
            <a:r>
              <a:rPr lang="en-GB" sz="2000" dirty="0"/>
              <a:t>Clean data – from Student 1001 to 1001 (how do I know which steps?)</a:t>
            </a:r>
          </a:p>
          <a:p>
            <a:r>
              <a:rPr lang="en-GB" sz="2000" dirty="0"/>
              <a:t>Import and rename students and classes tables</a:t>
            </a:r>
          </a:p>
          <a:p>
            <a:r>
              <a:rPr lang="en-GB" sz="2000" dirty="0"/>
              <a:t>Remove Duplicates</a:t>
            </a:r>
          </a:p>
          <a:p>
            <a:r>
              <a:rPr lang="en-GB" sz="2000" dirty="0"/>
              <a:t>Create a bridge table (Enrolment)</a:t>
            </a:r>
          </a:p>
          <a:p>
            <a:endParaRPr lang="en-GB" sz="2000" dirty="0"/>
          </a:p>
          <a:p>
            <a:endParaRPr lang="en-GB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26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238B10A-33DE-4204-BCEC-5028DE9702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0678" y="2738027"/>
            <a:ext cx="5771321" cy="4119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0046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1D7D3-48DD-4B86-9DF3-5EFC569EF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Relationships in Power BI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BE57D5-CAD3-4ABF-8E35-230D07104B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3C7827-7001-4771-B417-E64518905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38353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are relationships?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28</a:t>
            </a:fld>
            <a:endParaRPr lang="en-GB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8662" y="1374058"/>
            <a:ext cx="7497268" cy="4811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09427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Relationships in Power BI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4833" y="1332000"/>
            <a:ext cx="6009865" cy="4454203"/>
          </a:xfrm>
        </p:spPr>
        <p:txBody>
          <a:bodyPr/>
          <a:lstStyle/>
          <a:p>
            <a:r>
              <a:rPr lang="en-GB" sz="2400" b="1" dirty="0"/>
              <a:t>One to Many</a:t>
            </a:r>
          </a:p>
          <a:p>
            <a:r>
              <a:rPr lang="en-GB" sz="2400" b="1" dirty="0"/>
              <a:t>One to One </a:t>
            </a:r>
            <a:r>
              <a:rPr lang="en-GB" sz="2400" dirty="0"/>
              <a:t>(at the beginning, this is quite common)</a:t>
            </a:r>
          </a:p>
          <a:p>
            <a:r>
              <a:rPr lang="en-GB" sz="2400" b="1" dirty="0"/>
              <a:t>Many to Many </a:t>
            </a:r>
            <a:r>
              <a:rPr lang="en-GB" sz="2400" dirty="0"/>
              <a:t>(try to avoid this, if possible – </a:t>
            </a:r>
            <a:r>
              <a:rPr lang="en-GB" sz="2400" dirty="0" err="1"/>
              <a:t>crossfilter</a:t>
            </a:r>
            <a:r>
              <a:rPr lang="en-GB" sz="2400" dirty="0"/>
              <a:t> (DAX) or bridge tables)</a:t>
            </a:r>
          </a:p>
          <a:p>
            <a:endParaRPr lang="en-GB" sz="1800" dirty="0"/>
          </a:p>
          <a:p>
            <a:pPr marL="0" indent="0">
              <a:buNone/>
            </a:pPr>
            <a:r>
              <a:rPr lang="en-GB" sz="2400" dirty="0"/>
              <a:t>Direction of relationships</a:t>
            </a:r>
          </a:p>
          <a:p>
            <a:r>
              <a:rPr lang="en-GB" sz="2400" dirty="0"/>
              <a:t>Single</a:t>
            </a:r>
          </a:p>
          <a:p>
            <a:r>
              <a:rPr lang="en-GB" sz="2400" dirty="0"/>
              <a:t>Both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CC91C18-2D9D-461C-87BF-48086B644113}" type="slidenum">
              <a:rPr kumimoji="0" lang="en-GB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4698" y="1332000"/>
            <a:ext cx="5748954" cy="410803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54833" y="5848726"/>
            <a:ext cx="119371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Power BI will do this for you, make sure you check them and change them if necessary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7843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Video on Relational Database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00" y="5502166"/>
            <a:ext cx="11477506" cy="725834"/>
          </a:xfrm>
        </p:spPr>
        <p:txBody>
          <a:bodyPr/>
          <a:lstStyle/>
          <a:p>
            <a:pPr marL="0" indent="0" algn="ctr">
              <a:buNone/>
            </a:pPr>
            <a:r>
              <a:rPr lang="en-GB" dirty="0">
                <a:hlinkClick r:id="rId2"/>
              </a:rPr>
              <a:t>https://www.youtube.com/watch?v=NvrpuBAMddw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30</a:t>
            </a:fld>
            <a:endParaRPr lang="en-GB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2579" y="1381283"/>
            <a:ext cx="6984124" cy="3495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22615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470895" cy="795600"/>
          </a:xfrm>
        </p:spPr>
        <p:txBody>
          <a:bodyPr/>
          <a:lstStyle/>
          <a:p>
            <a:r>
              <a:rPr lang="en-GB" dirty="0"/>
              <a:t>Demo On Power BI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30147"/>
            <a:ext cx="10422300" cy="4896000"/>
          </a:xfrm>
        </p:spPr>
        <p:txBody>
          <a:bodyPr/>
          <a:lstStyle/>
          <a:p>
            <a:r>
              <a:rPr lang="en-GB" sz="2000" i="1" dirty="0"/>
              <a:t>Clean data – from Student 1001 to 1001 (how do I know which steps?)</a:t>
            </a:r>
          </a:p>
          <a:p>
            <a:r>
              <a:rPr lang="en-GB" sz="2000" i="1" dirty="0"/>
              <a:t>Import and rename students and classes tables</a:t>
            </a:r>
          </a:p>
          <a:p>
            <a:r>
              <a:rPr lang="en-GB" sz="2000" i="1" dirty="0"/>
              <a:t>Create a bridge table (Enrolment)</a:t>
            </a:r>
          </a:p>
          <a:p>
            <a:r>
              <a:rPr lang="en-GB" sz="2000" i="1" dirty="0"/>
              <a:t>Remove Duplicates</a:t>
            </a:r>
          </a:p>
          <a:p>
            <a:r>
              <a:rPr lang="en-GB" sz="2000" dirty="0"/>
              <a:t>Detect new relationships (change column’s name)</a:t>
            </a:r>
          </a:p>
          <a:p>
            <a:r>
              <a:rPr lang="en-GB" sz="2000" dirty="0"/>
              <a:t>Table and Pie Charts with and without relationships</a:t>
            </a:r>
          </a:p>
          <a:p>
            <a:r>
              <a:rPr lang="en-GB" sz="2000" dirty="0"/>
              <a:t>Direction of Relationships (how the filter propagates)</a:t>
            </a:r>
          </a:p>
          <a:p>
            <a:pPr marL="0" indent="0">
              <a:buNone/>
            </a:pPr>
            <a:endParaRPr lang="en-GB" sz="2000" dirty="0"/>
          </a:p>
          <a:p>
            <a:r>
              <a:rPr lang="en-GB" sz="2000" dirty="0"/>
              <a:t>What a student usually does…(no bridge table)</a:t>
            </a:r>
          </a:p>
          <a:p>
            <a:pPr marL="0" indent="0">
              <a:buNone/>
            </a:pPr>
            <a:r>
              <a:rPr lang="en-GB" sz="2000" dirty="0"/>
              <a:t>Many-to-Many problems (change into Count (distinct))</a:t>
            </a:r>
          </a:p>
          <a:p>
            <a:endParaRPr lang="en-GB" sz="2000" dirty="0"/>
          </a:p>
          <a:p>
            <a:endParaRPr lang="en-GB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31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238B10A-33DE-4204-BCEC-5028DE9702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0006" y="3058789"/>
            <a:ext cx="5321993" cy="3799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78655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Both-directional relationships in Power BI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They can lead to performance issues </a:t>
            </a:r>
          </a:p>
          <a:p>
            <a:r>
              <a:rPr lang="en-GB" dirty="0"/>
              <a:t>Can you change your model?</a:t>
            </a:r>
          </a:p>
          <a:p>
            <a:r>
              <a:rPr lang="en-GB" dirty="0"/>
              <a:t>CROSSFILTER function (DAX) for a specific measure – both direction only for that specific measure. 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32</a:t>
            </a:fld>
            <a:endParaRPr lang="en-GB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7530" y="3420804"/>
            <a:ext cx="7754499" cy="3311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873524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33</a:t>
            </a:fld>
            <a:endParaRPr lang="en-GB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32001"/>
            <a:ext cx="6776244" cy="27828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745" y="4658053"/>
            <a:ext cx="4549991" cy="156994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56D8904-E365-4864-9626-71E69A7CB2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1157" y="72141"/>
            <a:ext cx="4679475" cy="358070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you should avoid many-to-many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8753" y="3480750"/>
            <a:ext cx="5905500" cy="3143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5702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you should avoid many-to-many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34</a:t>
            </a:fld>
            <a:endParaRPr lang="en-GB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1332000"/>
            <a:ext cx="6219825" cy="17335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7874" y="3065550"/>
            <a:ext cx="6229350" cy="16764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000" y="4741950"/>
            <a:ext cx="4340975" cy="1342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58172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dirty="0"/>
              <a:t>Question – How would you do this in Power BI?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20918" y="1332000"/>
            <a:ext cx="5616588" cy="4896000"/>
          </a:xfrm>
        </p:spPr>
        <p:txBody>
          <a:bodyPr/>
          <a:lstStyle/>
          <a:p>
            <a:pPr marL="514350" indent="-514350">
              <a:buAutoNum type="arabicParenR"/>
            </a:pPr>
            <a:r>
              <a:rPr lang="en-GB" dirty="0"/>
              <a:t>From the Format menu, click </a:t>
            </a:r>
            <a:r>
              <a:rPr lang="en-GB" b="1" dirty="0"/>
              <a:t>Trim</a:t>
            </a:r>
            <a:endParaRPr lang="en-GB" dirty="0"/>
          </a:p>
          <a:p>
            <a:pPr marL="514350" indent="-514350">
              <a:buAutoNum type="arabicParenR"/>
            </a:pPr>
            <a:r>
              <a:rPr lang="en-GB" dirty="0"/>
              <a:t>From the Extract menu, click </a:t>
            </a:r>
            <a:r>
              <a:rPr lang="en-GB" b="1" dirty="0"/>
              <a:t>Last Characters</a:t>
            </a:r>
          </a:p>
          <a:p>
            <a:pPr marL="514350" indent="-514350">
              <a:buAutoNum type="arabicParenR"/>
            </a:pPr>
            <a:r>
              <a:rPr lang="en-GB" dirty="0"/>
              <a:t>From the Extract menu, click </a:t>
            </a:r>
            <a:r>
              <a:rPr lang="en-GB" b="1" dirty="0"/>
              <a:t>Text After Delimiter</a:t>
            </a:r>
          </a:p>
          <a:p>
            <a:pPr marL="514350" indent="-514350">
              <a:buAutoNum type="arabicParenR"/>
            </a:pPr>
            <a:r>
              <a:rPr lang="en-GB" dirty="0"/>
              <a:t>From the Split column menu, click </a:t>
            </a:r>
            <a:r>
              <a:rPr lang="en-GB" b="1" dirty="0"/>
              <a:t>by delimiter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35</a:t>
            </a:fld>
            <a:endParaRPr lang="en-GB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000" y="1703413"/>
            <a:ext cx="5726243" cy="13525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0000" y="1121100"/>
            <a:ext cx="5546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You need to modify the Student ID column…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2596" y="3453610"/>
            <a:ext cx="5546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To look like this…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000" y="4115346"/>
            <a:ext cx="5860918" cy="1362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88020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8000"/>
            <a:ext cx="7152666" cy="6516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37883" y="3225850"/>
            <a:ext cx="4065106" cy="1419517"/>
          </a:xfrm>
        </p:spPr>
        <p:txBody>
          <a:bodyPr/>
          <a:lstStyle/>
          <a:p>
            <a:pPr marL="0" indent="0">
              <a:buNone/>
            </a:pPr>
            <a:r>
              <a:rPr lang="en-GB" dirty="0">
                <a:hlinkClick r:id="rId3"/>
              </a:rPr>
              <a:t>Link: https://www.kasperonbi.com/on-demand-webinar-strengthen-your-data-modeling-skills-with-power-bi/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36</a:t>
            </a:fld>
            <a:endParaRPr lang="en-GB"/>
          </a:p>
        </p:txBody>
      </p:sp>
      <p:sp>
        <p:nvSpPr>
          <p:cNvPr id="6" name="TextBox 5"/>
          <p:cNvSpPr txBox="1"/>
          <p:nvPr/>
        </p:nvSpPr>
        <p:spPr>
          <a:xfrm>
            <a:off x="7537883" y="1466194"/>
            <a:ext cx="406510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Recap on data modelling and bi-directional relationships</a:t>
            </a:r>
          </a:p>
        </p:txBody>
      </p:sp>
    </p:spTree>
    <p:extLst>
      <p:ext uri="{BB962C8B-B14F-4D97-AF65-F5344CB8AC3E}">
        <p14:creationId xmlns:p14="http://schemas.microsoft.com/office/powerpoint/2010/main" val="350693582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247" y="239324"/>
            <a:ext cx="9470895" cy="795600"/>
          </a:xfrm>
        </p:spPr>
        <p:txBody>
          <a:bodyPr/>
          <a:lstStyle/>
          <a:p>
            <a:r>
              <a:rPr lang="en-GB" dirty="0"/>
              <a:t>Knowledge - Checkpoint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247" y="1213180"/>
            <a:ext cx="11477506" cy="4574012"/>
          </a:xfrm>
        </p:spPr>
        <p:txBody>
          <a:bodyPr/>
          <a:lstStyle/>
          <a:p>
            <a:r>
              <a:rPr lang="en-GB" dirty="0"/>
              <a:t>What is a data model (examples)</a:t>
            </a:r>
          </a:p>
          <a:p>
            <a:r>
              <a:rPr lang="en-GB" dirty="0"/>
              <a:t>Data Normalisation</a:t>
            </a:r>
          </a:p>
          <a:p>
            <a:r>
              <a:rPr lang="en-GB" dirty="0"/>
              <a:t>Relationships in Power BI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336942" y="6516000"/>
            <a:ext cx="500564" cy="216000"/>
          </a:xfrm>
        </p:spPr>
        <p:txBody>
          <a:bodyPr/>
          <a:lstStyle/>
          <a:p>
            <a:fld id="{7CC91C18-2D9D-461C-87BF-48086B644113}" type="slidenum">
              <a:rPr lang="en-GB" smtClean="0"/>
              <a:t>37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D775BD-452B-491F-85A8-3CCFF7CBE1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1256" y="3982998"/>
            <a:ext cx="3982890" cy="223787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5781599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CCF76-CDFD-4782-BFF4-3564A0839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ICA Focus – What is a KPI?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003279-6534-4F79-BB92-F0E7D2956B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1D4526-72B8-47B1-8ACA-E11F63060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38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833899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2700" indent="0">
              <a:lnSpc>
                <a:spcPct val="100000"/>
              </a:lnSpc>
              <a:buNone/>
              <a:tabLst>
                <a:tab pos="339725" algn="l"/>
                <a:tab pos="340360" algn="l"/>
              </a:tabLst>
            </a:pPr>
            <a:r>
              <a:rPr lang="en-GB" b="1" dirty="0"/>
              <a:t>A Key Performance Indicator is a measurable value that demonstrates how effectively a company is achieving key business objectives. </a:t>
            </a:r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3EEBC-8848-48BC-9E86-2856C4334E59}" type="slidenum">
              <a:rPr kumimoji="0" lang="en-GB" sz="1100" b="0" i="0" u="none" strike="noStrike" kern="1200" cap="none" spc="0" normalizeH="0" baseline="0" noProof="0" smtClean="0">
                <a:ln>
                  <a:noFill/>
                </a:ln>
                <a:solidFill>
                  <a:srgbClr val="BFBFB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GB" sz="1100" b="0" i="0" u="none" strike="noStrike" kern="1200" cap="none" spc="0" normalizeH="0" baseline="0" noProof="0" dirty="0">
              <a:ln>
                <a:noFill/>
              </a:ln>
              <a:solidFill>
                <a:srgbClr val="BFBFB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3720" y="292937"/>
            <a:ext cx="9369879" cy="795461"/>
          </a:xfrm>
        </p:spPr>
        <p:txBody>
          <a:bodyPr/>
          <a:lstStyle/>
          <a:p>
            <a:r>
              <a:rPr lang="en-GB" dirty="0">
                <a:latin typeface="Calibri"/>
                <a:cs typeface="Calibri"/>
              </a:rPr>
              <a:t>KPI: formal definition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School of Computing, Engineering &amp; Digital Technologies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6516" y="5992297"/>
            <a:ext cx="944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Link to </a:t>
            </a:r>
            <a:r>
              <a:rPr kumimoji="0" lang="en-GB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Youtube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video: 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2"/>
              </a:rPr>
              <a:t>https://www.youtube.com/watch?v=HJNHT_1aUao&amp;feature=emb_logo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6948" y="2723506"/>
            <a:ext cx="5386636" cy="3033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7120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27156" y="1475873"/>
            <a:ext cx="6552818" cy="4460458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3EEBC-8848-48BC-9E86-2856C4334E59}" type="slidenum">
              <a:rPr kumimoji="0" lang="en-GB" sz="1100" b="0" i="0" u="none" strike="noStrike" kern="1200" cap="none" spc="0" normalizeH="0" baseline="0" noProof="0" smtClean="0">
                <a:ln>
                  <a:noFill/>
                </a:ln>
                <a:solidFill>
                  <a:srgbClr val="BFBFB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GB" sz="1100" b="0" i="0" u="none" strike="noStrike" kern="1200" cap="none" spc="0" normalizeH="0" baseline="0" noProof="0" dirty="0">
              <a:ln>
                <a:noFill/>
              </a:ln>
              <a:solidFill>
                <a:srgbClr val="BFBFB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3720" y="292937"/>
            <a:ext cx="9369879" cy="795461"/>
          </a:xfrm>
        </p:spPr>
        <p:txBody>
          <a:bodyPr/>
          <a:lstStyle/>
          <a:p>
            <a:r>
              <a:rPr lang="en-GB" dirty="0">
                <a:latin typeface="Calibri"/>
                <a:cs typeface="Calibri"/>
              </a:rPr>
              <a:t>Key Performance Indicator (KPI)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School of Computing, Engineering &amp; Digital Technologies</a:t>
            </a:r>
          </a:p>
        </p:txBody>
      </p:sp>
    </p:spTree>
    <p:extLst>
      <p:ext uri="{BB962C8B-B14F-4D97-AF65-F5344CB8AC3E}">
        <p14:creationId xmlns:p14="http://schemas.microsoft.com/office/powerpoint/2010/main" val="263239631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4000" dirty="0"/>
              <a:t>What is the objective?</a:t>
            </a:r>
          </a:p>
          <a:p>
            <a:r>
              <a:rPr lang="en-GB" sz="4000" dirty="0"/>
              <a:t>Measurable</a:t>
            </a:r>
          </a:p>
          <a:p>
            <a:r>
              <a:rPr lang="en-GB" sz="4000" dirty="0"/>
              <a:t>Inspires action</a:t>
            </a:r>
          </a:p>
          <a:p>
            <a:pPr marL="0" indent="0">
              <a:buNone/>
            </a:pPr>
            <a:endParaRPr lang="en-GB" sz="4000" dirty="0"/>
          </a:p>
          <a:p>
            <a:pPr marL="0" indent="0">
              <a:buNone/>
            </a:pPr>
            <a:endParaRPr lang="en-GB" sz="40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3EEBC-8848-48BC-9E86-2856C4334E59}" type="slidenum">
              <a:rPr kumimoji="0" lang="en-GB" sz="1100" b="0" i="0" u="none" strike="noStrike" kern="1200" cap="none" spc="0" normalizeH="0" baseline="0" noProof="0" smtClean="0">
                <a:ln>
                  <a:noFill/>
                </a:ln>
                <a:solidFill>
                  <a:srgbClr val="BFBFB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GB" sz="1100" b="0" i="0" u="none" strike="noStrike" kern="1200" cap="none" spc="0" normalizeH="0" baseline="0" noProof="0" dirty="0">
              <a:ln>
                <a:noFill/>
              </a:ln>
              <a:solidFill>
                <a:srgbClr val="BFBFB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few points to consider</a:t>
            </a:r>
            <a:r>
              <a:rPr lang="en-150" dirty="0"/>
              <a:t>…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School of Computing , Engineering and Digital Technologies</a:t>
            </a:r>
            <a:endParaRPr kumimoji="0" lang="en-GB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9123" y="1323474"/>
            <a:ext cx="4843536" cy="3537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53929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Depends on the data you have</a:t>
            </a:r>
          </a:p>
          <a:p>
            <a:r>
              <a:rPr lang="en-GB" dirty="0"/>
              <a:t>What questions you want to answer?</a:t>
            </a:r>
          </a:p>
          <a:p>
            <a:pPr marL="0" indent="0">
              <a:buNone/>
            </a:pPr>
            <a:r>
              <a:rPr lang="en-GB" dirty="0"/>
              <a:t>Examples</a:t>
            </a:r>
          </a:p>
          <a:p>
            <a:pPr marL="514350" indent="-514350">
              <a:buAutoNum type="arabicParenR"/>
            </a:pPr>
            <a:r>
              <a:rPr lang="en-GB" dirty="0"/>
              <a:t>How much has our revenue grown this month?</a:t>
            </a:r>
          </a:p>
          <a:p>
            <a:pPr marL="514350" indent="-514350">
              <a:buAutoNum type="arabicParenR"/>
            </a:pPr>
            <a:r>
              <a:rPr lang="en-GB" dirty="0"/>
              <a:t>How is our website performing?</a:t>
            </a:r>
          </a:p>
          <a:p>
            <a:pPr marL="514350" indent="-514350">
              <a:buAutoNum type="arabicParenR"/>
            </a:pPr>
            <a:r>
              <a:rPr lang="en-GB" dirty="0"/>
              <a:t>When should I order more stock?</a:t>
            </a:r>
          </a:p>
          <a:p>
            <a:pPr marL="514350" indent="-514350">
              <a:buAutoNum type="arabicParenR"/>
            </a:pPr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3EEBC-8848-48BC-9E86-2856C4334E59}" type="slidenum">
              <a:rPr kumimoji="0" lang="en-GB" sz="1100" b="0" i="0" u="none" strike="noStrike" kern="1200" cap="none" spc="0" normalizeH="0" baseline="0" noProof="0" smtClean="0">
                <a:ln>
                  <a:noFill/>
                </a:ln>
                <a:solidFill>
                  <a:srgbClr val="BFBFB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GB" sz="1100" b="0" i="0" u="none" strike="noStrike" kern="1200" cap="none" spc="0" normalizeH="0" baseline="0" noProof="0" dirty="0">
              <a:ln>
                <a:noFill/>
              </a:ln>
              <a:solidFill>
                <a:srgbClr val="BFBFB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to define your KPI?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School of Computing , Engineering and Digital Technologies</a:t>
            </a:r>
            <a:endParaRPr kumimoji="0" lang="en-GB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440599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Define the right aggregators:</a:t>
            </a:r>
          </a:p>
          <a:p>
            <a:pPr marL="0" indent="0">
              <a:buNone/>
            </a:pPr>
            <a:r>
              <a:rPr lang="en-GB" dirty="0"/>
              <a:t>SUM/AVERAGE/MIN or MAX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Is your KPI based on data that changes </a:t>
            </a:r>
          </a:p>
          <a:p>
            <a:pPr marL="0" indent="0">
              <a:buNone/>
            </a:pPr>
            <a:r>
              <a:rPr lang="en-GB" dirty="0"/>
              <a:t>over time?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3EEBC-8848-48BC-9E86-2856C4334E59}" type="slidenum">
              <a:rPr kumimoji="0" lang="en-GB" sz="1100" b="0" i="0" u="none" strike="noStrike" kern="1200" cap="none" spc="0" normalizeH="0" baseline="0" noProof="0" smtClean="0">
                <a:ln>
                  <a:noFill/>
                </a:ln>
                <a:solidFill>
                  <a:srgbClr val="BFBFB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GB" sz="1100" b="0" i="0" u="none" strike="noStrike" kern="1200" cap="none" spc="0" normalizeH="0" baseline="0" noProof="0" dirty="0">
              <a:ln>
                <a:noFill/>
              </a:ln>
              <a:solidFill>
                <a:srgbClr val="BFBFB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School of Computing , Engineering and Digital Technologies</a:t>
            </a:r>
            <a:endParaRPr kumimoji="0" lang="en-GB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2017" y="1426534"/>
            <a:ext cx="462915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28977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3EEBC-8848-48BC-9E86-2856C4334E59}" type="slidenum">
              <a:rPr kumimoji="0" lang="en-GB" sz="1100" b="0" i="0" u="none" strike="noStrike" kern="1200" cap="none" spc="0" normalizeH="0" baseline="0" noProof="0" smtClean="0">
                <a:ln>
                  <a:noFill/>
                </a:ln>
                <a:solidFill>
                  <a:srgbClr val="BFBFB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GB" sz="1100" b="0" i="0" u="none" strike="noStrike" kern="1200" cap="none" spc="0" normalizeH="0" baseline="0" noProof="0" dirty="0">
              <a:ln>
                <a:noFill/>
              </a:ln>
              <a:solidFill>
                <a:srgbClr val="BFBFB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Power BI Example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School of Computing , Engineering and Digital Technologies</a:t>
            </a:r>
            <a:endParaRPr kumimoji="0" lang="en-GB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AEC4AE8-A2C7-4704-AD4B-73B18A7762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1026" name="Picture 2" descr="Financial KPI Dashboard - Example, Uses">
            <a:extLst>
              <a:ext uri="{FF2B5EF4-FFF2-40B4-BE49-F238E27FC236}">
                <a16:creationId xmlns:a16="http://schemas.microsoft.com/office/drawing/2014/main" id="{6F840409-81CB-4AA7-BBDF-4E89536E261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90" t="12222"/>
          <a:stretch/>
        </p:blipFill>
        <p:spPr bwMode="auto">
          <a:xfrm>
            <a:off x="1577065" y="1219200"/>
            <a:ext cx="8267701" cy="48247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23768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3EEBC-8848-48BC-9E86-2856C4334E59}" type="slidenum">
              <a:rPr kumimoji="0" lang="en-GB" sz="1100" b="0" i="0" u="none" strike="noStrike" kern="1200" cap="none" spc="0" normalizeH="0" baseline="0" noProof="0" smtClean="0">
                <a:ln>
                  <a:noFill/>
                </a:ln>
                <a:solidFill>
                  <a:srgbClr val="BFBFB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GB" sz="1100" b="0" i="0" u="none" strike="noStrike" kern="1200" cap="none" spc="0" normalizeH="0" baseline="0" noProof="0" dirty="0">
              <a:ln>
                <a:noFill/>
              </a:ln>
              <a:solidFill>
                <a:srgbClr val="BFBFB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School of Computing , Engineering and Digital Technologies</a:t>
            </a:r>
            <a:endParaRPr kumimoji="0" lang="en-GB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8821" y="0"/>
            <a:ext cx="6755982" cy="6720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25797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3EEBC-8848-48BC-9E86-2856C4334E59}" type="slidenum">
              <a:rPr kumimoji="0" lang="en-GB" sz="1100" b="0" i="0" u="none" strike="noStrike" kern="1200" cap="none" spc="0" normalizeH="0" baseline="0" noProof="0" smtClean="0">
                <a:ln>
                  <a:noFill/>
                </a:ln>
                <a:solidFill>
                  <a:srgbClr val="BFBFB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n-GB" sz="1100" b="0" i="0" u="none" strike="noStrike" kern="1200" cap="none" spc="0" normalizeH="0" baseline="0" noProof="0" dirty="0">
              <a:ln>
                <a:noFill/>
              </a:ln>
              <a:solidFill>
                <a:srgbClr val="BFBFB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10 things to consider when designing KPIs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School of Computing , Engineering and Digital Technologies</a:t>
            </a:r>
            <a:endParaRPr kumimoji="0" lang="en-GB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720" y="1548063"/>
            <a:ext cx="11434217" cy="4066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62423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1) What are KPIs (video) </a:t>
            </a:r>
            <a:r>
              <a:rPr lang="en-GB" dirty="0">
                <a:hlinkClick r:id="rId2"/>
              </a:rPr>
              <a:t>https://www.youtube.com/watch?v=syI-oRnjROU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2) What is a KPI (article) </a:t>
            </a:r>
            <a:r>
              <a:rPr lang="en-GB" dirty="0">
                <a:hlinkClick r:id="rId3"/>
              </a:rPr>
              <a:t>https://www.klipfolio.com/resources/articles/what-is-a-key-performance-indicator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3) Examples of KPIs </a:t>
            </a:r>
            <a:r>
              <a:rPr lang="en-GB" dirty="0">
                <a:hlinkClick r:id="rId4"/>
              </a:rPr>
              <a:t>https://onstrategyhq.com/resources/27-examples-of-key-performance-indicators/</a:t>
            </a:r>
            <a:r>
              <a:rPr lang="en-GB" dirty="0"/>
              <a:t> </a:t>
            </a:r>
          </a:p>
          <a:p>
            <a:pPr marL="0" indent="0">
              <a:buNone/>
            </a:pPr>
            <a:r>
              <a:rPr lang="en-GB" dirty="0"/>
              <a:t>4) How to select your KPI </a:t>
            </a:r>
            <a:r>
              <a:rPr lang="en-GB" dirty="0">
                <a:hlinkClick r:id="rId5"/>
              </a:rPr>
              <a:t>https://www.clearpointstrategy.com/18-key-performance-indicators/</a:t>
            </a:r>
            <a:r>
              <a:rPr lang="en-GB" dirty="0"/>
              <a:t>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3EEBC-8848-48BC-9E86-2856C4334E59}" type="slidenum">
              <a:rPr kumimoji="0" lang="en-GB" sz="1100" b="0" i="0" u="none" strike="noStrike" kern="1200" cap="none" spc="0" normalizeH="0" baseline="0" noProof="0" smtClean="0">
                <a:ln>
                  <a:noFill/>
                </a:ln>
                <a:solidFill>
                  <a:srgbClr val="BFBFB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en-GB" sz="1100" b="0" i="0" u="none" strike="noStrike" kern="1200" cap="none" spc="0" normalizeH="0" baseline="0" noProof="0" dirty="0">
              <a:ln>
                <a:noFill/>
              </a:ln>
              <a:solidFill>
                <a:srgbClr val="BFBFB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Extra Resources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School of Computing , Engineering and Digital Technologies</a:t>
            </a:r>
            <a:endParaRPr kumimoji="0" lang="en-GB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2303850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Questions?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Feel free to contact me on Teams or email me</a:t>
            </a:r>
          </a:p>
          <a:p>
            <a:r>
              <a:rPr lang="en-GB" dirty="0">
                <a:hlinkClick r:id="rId2"/>
              </a:rPr>
              <a:t>a.occhipinti@tees.ac.uk</a:t>
            </a:r>
            <a:r>
              <a:rPr lang="en-GB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66036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8970A9"/>
      </a:dk2>
      <a:lt2>
        <a:srgbClr val="BFBFBF"/>
      </a:lt2>
      <a:accent1>
        <a:srgbClr val="6C2787"/>
      </a:accent1>
      <a:accent2>
        <a:srgbClr val="F79646"/>
      </a:accent2>
      <a:accent3>
        <a:srgbClr val="9BBB59"/>
      </a:accent3>
      <a:accent4>
        <a:srgbClr val="C0504D"/>
      </a:accent4>
      <a:accent5>
        <a:srgbClr val="4F81BD"/>
      </a:accent5>
      <a:accent6>
        <a:srgbClr val="4BACC6"/>
      </a:accent6>
      <a:hlink>
        <a:srgbClr val="0563C1"/>
      </a:hlink>
      <a:folHlink>
        <a:srgbClr val="F7964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Intro slid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DS4G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Office Theme">
  <a:themeElements>
    <a:clrScheme name="SCM Colours">
      <a:dk1>
        <a:sysClr val="windowText" lastClr="000000"/>
      </a:dk1>
      <a:lt1>
        <a:sysClr val="window" lastClr="FFFFFF"/>
      </a:lt1>
      <a:dk2>
        <a:srgbClr val="8970A9"/>
      </a:dk2>
      <a:lt2>
        <a:srgbClr val="BFBFBF"/>
      </a:lt2>
      <a:accent1>
        <a:srgbClr val="6C2787"/>
      </a:accent1>
      <a:accent2>
        <a:srgbClr val="F79646"/>
      </a:accent2>
      <a:accent3>
        <a:srgbClr val="9BBB59"/>
      </a:accent3>
      <a:accent4>
        <a:srgbClr val="C0504D"/>
      </a:accent4>
      <a:accent5>
        <a:srgbClr val="4F81BD"/>
      </a:accent5>
      <a:accent6>
        <a:srgbClr val="4BACC6"/>
      </a:accent6>
      <a:hlink>
        <a:srgbClr val="6C2787"/>
      </a:hlink>
      <a:folHlink>
        <a:srgbClr val="F79646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wa-com3041-lecture-template.potx" id="{09F266B8-037D-4960-B683-4D141DDD58CF}" vid="{54ED4B27-7A9F-4E1F-B0CB-1BA09105F62F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1101</TotalTime>
  <Words>1202</Words>
  <Application>Microsoft Office PowerPoint</Application>
  <PresentationFormat>Widescreen</PresentationFormat>
  <Paragraphs>211</Paragraphs>
  <Slides>48</Slides>
  <Notes>8</Notes>
  <HiddenSlides>2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48</vt:i4>
      </vt:variant>
    </vt:vector>
  </HeadingPairs>
  <TitlesOfParts>
    <vt:vector size="56" baseType="lpstr">
      <vt:lpstr>Arial</vt:lpstr>
      <vt:lpstr>Wingdings</vt:lpstr>
      <vt:lpstr>Calibri</vt:lpstr>
      <vt:lpstr>Calibri Light</vt:lpstr>
      <vt:lpstr>Office Theme</vt:lpstr>
      <vt:lpstr>Intro slide</vt:lpstr>
      <vt:lpstr>DS4G</vt:lpstr>
      <vt:lpstr>1_Office Theme</vt:lpstr>
      <vt:lpstr>PowerPoint Presentation</vt:lpstr>
      <vt:lpstr>Outline</vt:lpstr>
      <vt:lpstr>What is a Data Model?</vt:lpstr>
      <vt:lpstr>A basic BI Model</vt:lpstr>
      <vt:lpstr>A basic BI Model</vt:lpstr>
      <vt:lpstr>Fact and Dimension tables</vt:lpstr>
      <vt:lpstr>Why can’t I use one single Flat Table? </vt:lpstr>
      <vt:lpstr>Examples of Data Models</vt:lpstr>
      <vt:lpstr>Example 1</vt:lpstr>
      <vt:lpstr>Example 2</vt:lpstr>
      <vt:lpstr>Example 3</vt:lpstr>
      <vt:lpstr>Example 3 – Star Schema</vt:lpstr>
      <vt:lpstr>Example 4 – Snowflakes Schema</vt:lpstr>
      <vt:lpstr>Question – What type of schema is this? Why?</vt:lpstr>
      <vt:lpstr>Question – What type of schema is this? Why?</vt:lpstr>
      <vt:lpstr>Normalisation</vt:lpstr>
      <vt:lpstr>What is normalisation?</vt:lpstr>
      <vt:lpstr>Why normalisation? </vt:lpstr>
      <vt:lpstr>Example</vt:lpstr>
      <vt:lpstr>How normalisation can solve these problems</vt:lpstr>
      <vt:lpstr>How normalisation can solve these problems</vt:lpstr>
      <vt:lpstr>How normalisation can solve these problems</vt:lpstr>
      <vt:lpstr>Inserting a new Student</vt:lpstr>
      <vt:lpstr>Delete all the students’ record</vt:lpstr>
      <vt:lpstr>Updating records</vt:lpstr>
      <vt:lpstr>Demo On Power BI </vt:lpstr>
      <vt:lpstr>Relationships in Power BI</vt:lpstr>
      <vt:lpstr>What are relationships?</vt:lpstr>
      <vt:lpstr>Relationships in Power BI</vt:lpstr>
      <vt:lpstr>Video on Relational Database Concepts</vt:lpstr>
      <vt:lpstr>Demo On Power BI </vt:lpstr>
      <vt:lpstr>Both-directional relationships in Power BI</vt:lpstr>
      <vt:lpstr>Why you should avoid many-to-many</vt:lpstr>
      <vt:lpstr>Why you should avoid many-to-many</vt:lpstr>
      <vt:lpstr>Question – How would you do this in Power BI?</vt:lpstr>
      <vt:lpstr>PowerPoint Presentation</vt:lpstr>
      <vt:lpstr>Knowledge - Checkpoint</vt:lpstr>
      <vt:lpstr>ICA Focus – What is a KPI?</vt:lpstr>
      <vt:lpstr>KPI: formal definition</vt:lpstr>
      <vt:lpstr>Key Performance Indicator (KPI)</vt:lpstr>
      <vt:lpstr>A few points to consider…</vt:lpstr>
      <vt:lpstr>How to define your KPI?</vt:lpstr>
      <vt:lpstr>PowerPoint Presentation</vt:lpstr>
      <vt:lpstr>Power BI Example</vt:lpstr>
      <vt:lpstr>PowerPoint Presentation</vt:lpstr>
      <vt:lpstr>10 things to consider when designing KPIs</vt:lpstr>
      <vt:lpstr>Extra Resources</vt:lpstr>
      <vt:lpstr>Questions?</vt:lpstr>
    </vt:vector>
  </TitlesOfParts>
  <Company>Teesside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SCEDT</dc:creator>
  <cp:lastModifiedBy>Occhipinti, Annalisa</cp:lastModifiedBy>
  <cp:revision>52</cp:revision>
  <dcterms:created xsi:type="dcterms:W3CDTF">2020-04-07T22:33:11Z</dcterms:created>
  <dcterms:modified xsi:type="dcterms:W3CDTF">2021-10-11T13:38:12Z</dcterms:modified>
</cp:coreProperties>
</file>