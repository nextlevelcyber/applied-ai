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75" r:id="rId5"/>
    <p:sldMasterId id="2147483681" r:id="rId6"/>
    <p:sldMasterId id="2147483678" r:id="rId7"/>
  </p:sldMasterIdLst>
  <p:notesMasterIdLst>
    <p:notesMasterId r:id="rId19"/>
  </p:notesMasterIdLst>
  <p:sldIdLst>
    <p:sldId id="283" r:id="rId8"/>
    <p:sldId id="318" r:id="rId9"/>
    <p:sldId id="363" r:id="rId10"/>
    <p:sldId id="367" r:id="rId11"/>
    <p:sldId id="374" r:id="rId12"/>
    <p:sldId id="375" r:id="rId13"/>
    <p:sldId id="369" r:id="rId14"/>
    <p:sldId id="376" r:id="rId15"/>
    <p:sldId id="377" r:id="rId16"/>
    <p:sldId id="378" r:id="rId17"/>
    <p:sldId id="31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uten, Andrea" initials="OA" lastIdx="0" clrIdx="0">
    <p:extLst>
      <p:ext uri="{19B8F6BF-5375-455C-9EA6-DF929625EA0E}">
        <p15:presenceInfo xmlns:p15="http://schemas.microsoft.com/office/powerpoint/2012/main" userId="S-1-5-21-1004336348-1364589140-1801674531-248891" providerId="AD"/>
      </p:ext>
    </p:extLst>
  </p:cmAuthor>
  <p:cmAuthor id="2" name="Ditchburn, Keith" initials="DK" lastIdx="1" clrIdx="1">
    <p:extLst>
      <p:ext uri="{19B8F6BF-5375-455C-9EA6-DF929625EA0E}">
        <p15:presenceInfo xmlns:p15="http://schemas.microsoft.com/office/powerpoint/2012/main" userId="S::k.j.ditchburn@tees.ac.uk::457045dc-c6b0-48be-8ae5-9681245840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2688"/>
    <a:srgbClr val="FFFF00"/>
    <a:srgbClr val="6C2686"/>
    <a:srgbClr val="F67F21"/>
    <a:srgbClr val="7B704F"/>
    <a:srgbClr val="082140"/>
    <a:srgbClr val="CA2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A11FDA-3EBD-4F9F-BC79-5CF5F54C53E3}" v="1853" vWet="1855" dt="2022-10-21T15:17:14.620"/>
    <p1510:client id="{E1E06DEB-F674-4143-801A-FFF009CC5484}" v="60" dt="2022-10-21T15:18:01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gham, Andrew" userId="1d47496b-4cd6-410a-90e4-6854a607a971" providerId="ADAL" clId="{E1E06DEB-F674-4143-801A-FFF009CC5484}"/>
    <pc:docChg chg="modSld">
      <pc:chgData name="Bingham, Andrew" userId="1d47496b-4cd6-410a-90e4-6854a607a971" providerId="ADAL" clId="{E1E06DEB-F674-4143-801A-FFF009CC5484}" dt="2022-10-21T15:18:01.761" v="59" actId="20577"/>
      <pc:docMkLst>
        <pc:docMk/>
      </pc:docMkLst>
      <pc:sldChg chg="modSp">
        <pc:chgData name="Bingham, Andrew" userId="1d47496b-4cd6-410a-90e4-6854a607a971" providerId="ADAL" clId="{E1E06DEB-F674-4143-801A-FFF009CC5484}" dt="2022-10-21T15:18:01.761" v="59" actId="20577"/>
        <pc:sldMkLst>
          <pc:docMk/>
          <pc:sldMk cId="3607226465" sldId="374"/>
        </pc:sldMkLst>
        <pc:spChg chg="mod">
          <ac:chgData name="Bingham, Andrew" userId="1d47496b-4cd6-410a-90e4-6854a607a971" providerId="ADAL" clId="{E1E06DEB-F674-4143-801A-FFF009CC5484}" dt="2022-10-21T15:18:01.761" v="59" actId="20577"/>
          <ac:spMkLst>
            <pc:docMk/>
            <pc:sldMk cId="3607226465" sldId="374"/>
            <ac:spMk id="3" creationId="{CF17B174-1E54-4355-8AFE-CA872B46061C}"/>
          </ac:spMkLst>
        </pc:spChg>
      </pc:sldChg>
    </pc:docChg>
  </pc:docChgLst>
  <pc:docChgLst>
    <pc:chgData name="Rushin-Chape, Vicky" userId="bdd1d92d-2960-427b-b759-baaef02dfdff" providerId="ADAL" clId="{98A11FDA-3EBD-4F9F-BC79-5CF5F54C53E3}"/>
    <pc:docChg chg="undo custSel addSld delSld modSld">
      <pc:chgData name="Rushin-Chape, Vicky" userId="bdd1d92d-2960-427b-b759-baaef02dfdff" providerId="ADAL" clId="{98A11FDA-3EBD-4F9F-BC79-5CF5F54C53E3}" dt="2022-10-21T14:02:36.038" v="3678" actId="20577"/>
      <pc:docMkLst>
        <pc:docMk/>
      </pc:docMkLst>
      <pc:sldChg chg="modSp mod">
        <pc:chgData name="Rushin-Chape, Vicky" userId="bdd1d92d-2960-427b-b759-baaef02dfdff" providerId="ADAL" clId="{98A11FDA-3EBD-4F9F-BC79-5CF5F54C53E3}" dt="2022-10-21T13:28:15.275" v="92" actId="20577"/>
        <pc:sldMkLst>
          <pc:docMk/>
          <pc:sldMk cId="1791984439" sldId="283"/>
        </pc:sldMkLst>
        <pc:spChg chg="mod">
          <ac:chgData name="Rushin-Chape, Vicky" userId="bdd1d92d-2960-427b-b759-baaef02dfdff" providerId="ADAL" clId="{98A11FDA-3EBD-4F9F-BC79-5CF5F54C53E3}" dt="2022-10-21T13:28:04.516" v="48" actId="20577"/>
          <ac:spMkLst>
            <pc:docMk/>
            <pc:sldMk cId="1791984439" sldId="283"/>
            <ac:spMk id="4" creationId="{00000000-0000-0000-0000-000000000000}"/>
          </ac:spMkLst>
        </pc:spChg>
        <pc:spChg chg="mod">
          <ac:chgData name="Rushin-Chape, Vicky" userId="bdd1d92d-2960-427b-b759-baaef02dfdff" providerId="ADAL" clId="{98A11FDA-3EBD-4F9F-BC79-5CF5F54C53E3}" dt="2022-10-21T13:28:15.275" v="92" actId="20577"/>
          <ac:spMkLst>
            <pc:docMk/>
            <pc:sldMk cId="1791984439" sldId="283"/>
            <ac:spMk id="5" creationId="{00000000-0000-0000-0000-000000000000}"/>
          </ac:spMkLst>
        </pc:spChg>
      </pc:sldChg>
      <pc:sldChg chg="modSp mod">
        <pc:chgData name="Rushin-Chape, Vicky" userId="bdd1d92d-2960-427b-b759-baaef02dfdff" providerId="ADAL" clId="{98A11FDA-3EBD-4F9F-BC79-5CF5F54C53E3}" dt="2022-10-21T13:30:37.716" v="271" actId="20577"/>
        <pc:sldMkLst>
          <pc:docMk/>
          <pc:sldMk cId="4143172294" sldId="318"/>
        </pc:sldMkLst>
        <pc:spChg chg="mod">
          <ac:chgData name="Rushin-Chape, Vicky" userId="bdd1d92d-2960-427b-b759-baaef02dfdff" providerId="ADAL" clId="{98A11FDA-3EBD-4F9F-BC79-5CF5F54C53E3}" dt="2022-10-21T13:28:24.225" v="99" actId="20577"/>
          <ac:spMkLst>
            <pc:docMk/>
            <pc:sldMk cId="4143172294" sldId="318"/>
            <ac:spMk id="2" creationId="{4ED9EE9D-B057-AC4C-B64D-2087C31EDFD9}"/>
          </ac:spMkLst>
        </pc:spChg>
        <pc:spChg chg="mod">
          <ac:chgData name="Rushin-Chape, Vicky" userId="bdd1d92d-2960-427b-b759-baaef02dfdff" providerId="ADAL" clId="{98A11FDA-3EBD-4F9F-BC79-5CF5F54C53E3}" dt="2022-10-21T13:30:37.716" v="271" actId="20577"/>
          <ac:spMkLst>
            <pc:docMk/>
            <pc:sldMk cId="4143172294" sldId="318"/>
            <ac:spMk id="3" creationId="{2AFEF0CE-95C5-4643-8CFC-DA5FA5DA8BF9}"/>
          </ac:spMkLst>
        </pc:spChg>
      </pc:sldChg>
      <pc:sldChg chg="delSp modSp del mod">
        <pc:chgData name="Rushin-Chape, Vicky" userId="bdd1d92d-2960-427b-b759-baaef02dfdff" providerId="ADAL" clId="{98A11FDA-3EBD-4F9F-BC79-5CF5F54C53E3}" dt="2022-10-21T13:36:59.284" v="1119" actId="47"/>
        <pc:sldMkLst>
          <pc:docMk/>
          <pc:sldMk cId="2636973948" sldId="337"/>
        </pc:sldMkLst>
        <pc:spChg chg="mod">
          <ac:chgData name="Rushin-Chape, Vicky" userId="bdd1d92d-2960-427b-b759-baaef02dfdff" providerId="ADAL" clId="{98A11FDA-3EBD-4F9F-BC79-5CF5F54C53E3}" dt="2022-10-21T13:36:44.462" v="1114" actId="20577"/>
          <ac:spMkLst>
            <pc:docMk/>
            <pc:sldMk cId="2636973948" sldId="337"/>
            <ac:spMk id="2" creationId="{70A3592C-545E-4B77-838A-E40567BCCA7A}"/>
          </ac:spMkLst>
        </pc:spChg>
        <pc:spChg chg="mod">
          <ac:chgData name="Rushin-Chape, Vicky" userId="bdd1d92d-2960-427b-b759-baaef02dfdff" providerId="ADAL" clId="{98A11FDA-3EBD-4F9F-BC79-5CF5F54C53E3}" dt="2022-10-21T13:36:50.662" v="1117" actId="6549"/>
          <ac:spMkLst>
            <pc:docMk/>
            <pc:sldMk cId="2636973948" sldId="337"/>
            <ac:spMk id="3" creationId="{CF17B174-1E54-4355-8AFE-CA872B46061C}"/>
          </ac:spMkLst>
        </pc:spChg>
        <pc:spChg chg="del">
          <ac:chgData name="Rushin-Chape, Vicky" userId="bdd1d92d-2960-427b-b759-baaef02dfdff" providerId="ADAL" clId="{98A11FDA-3EBD-4F9F-BC79-5CF5F54C53E3}" dt="2022-10-21T13:36:49.824" v="1116" actId="478"/>
          <ac:spMkLst>
            <pc:docMk/>
            <pc:sldMk cId="2636973948" sldId="337"/>
            <ac:spMk id="5" creationId="{3709C7B9-4CDB-847F-0DE1-587703B4E890}"/>
          </ac:spMkLst>
        </pc:spChg>
      </pc:sldChg>
      <pc:sldChg chg="modSp mod modAnim">
        <pc:chgData name="Rushin-Chape, Vicky" userId="bdd1d92d-2960-427b-b759-baaef02dfdff" providerId="ADAL" clId="{98A11FDA-3EBD-4F9F-BC79-5CF5F54C53E3}" dt="2022-10-21T13:34:09.045" v="821" actId="20577"/>
        <pc:sldMkLst>
          <pc:docMk/>
          <pc:sldMk cId="345867632" sldId="363"/>
        </pc:sldMkLst>
        <pc:spChg chg="mod">
          <ac:chgData name="Rushin-Chape, Vicky" userId="bdd1d92d-2960-427b-b759-baaef02dfdff" providerId="ADAL" clId="{98A11FDA-3EBD-4F9F-BC79-5CF5F54C53E3}" dt="2022-10-21T13:30:44.323" v="282" actId="20577"/>
          <ac:spMkLst>
            <pc:docMk/>
            <pc:sldMk cId="345867632" sldId="363"/>
            <ac:spMk id="2" creationId="{70A3592C-545E-4B77-838A-E40567BCCA7A}"/>
          </ac:spMkLst>
        </pc:spChg>
        <pc:spChg chg="mod">
          <ac:chgData name="Rushin-Chape, Vicky" userId="bdd1d92d-2960-427b-b759-baaef02dfdff" providerId="ADAL" clId="{98A11FDA-3EBD-4F9F-BC79-5CF5F54C53E3}" dt="2022-10-21T13:34:09.045" v="821" actId="20577"/>
          <ac:spMkLst>
            <pc:docMk/>
            <pc:sldMk cId="345867632" sldId="363"/>
            <ac:spMk id="3" creationId="{CF17B174-1E54-4355-8AFE-CA872B46061C}"/>
          </ac:spMkLst>
        </pc:spChg>
      </pc:sldChg>
      <pc:sldChg chg="del">
        <pc:chgData name="Rushin-Chape, Vicky" userId="bdd1d92d-2960-427b-b759-baaef02dfdff" providerId="ADAL" clId="{98A11FDA-3EBD-4F9F-BC79-5CF5F54C53E3}" dt="2022-10-21T13:46:03.815" v="2128" actId="47"/>
        <pc:sldMkLst>
          <pc:docMk/>
          <pc:sldMk cId="432558232" sldId="365"/>
        </pc:sldMkLst>
      </pc:sldChg>
      <pc:sldChg chg="modSp mod modAnim">
        <pc:chgData name="Rushin-Chape, Vicky" userId="bdd1d92d-2960-427b-b759-baaef02dfdff" providerId="ADAL" clId="{98A11FDA-3EBD-4F9F-BC79-5CF5F54C53E3}" dt="2022-10-21T13:36:32.989" v="1089" actId="20577"/>
        <pc:sldMkLst>
          <pc:docMk/>
          <pc:sldMk cId="564918827" sldId="367"/>
        </pc:sldMkLst>
        <pc:spChg chg="mod">
          <ac:chgData name="Rushin-Chape, Vicky" userId="bdd1d92d-2960-427b-b759-baaef02dfdff" providerId="ADAL" clId="{98A11FDA-3EBD-4F9F-BC79-5CF5F54C53E3}" dt="2022-10-21T13:34:22.764" v="841" actId="20577"/>
          <ac:spMkLst>
            <pc:docMk/>
            <pc:sldMk cId="564918827" sldId="367"/>
            <ac:spMk id="2" creationId="{70A3592C-545E-4B77-838A-E40567BCCA7A}"/>
          </ac:spMkLst>
        </pc:spChg>
        <pc:spChg chg="mod">
          <ac:chgData name="Rushin-Chape, Vicky" userId="bdd1d92d-2960-427b-b759-baaef02dfdff" providerId="ADAL" clId="{98A11FDA-3EBD-4F9F-BC79-5CF5F54C53E3}" dt="2022-10-21T13:36:32.989" v="1089" actId="20577"/>
          <ac:spMkLst>
            <pc:docMk/>
            <pc:sldMk cId="564918827" sldId="367"/>
            <ac:spMk id="3" creationId="{CF17B174-1E54-4355-8AFE-CA872B46061C}"/>
          </ac:spMkLst>
        </pc:spChg>
      </pc:sldChg>
      <pc:sldChg chg="del">
        <pc:chgData name="Rushin-Chape, Vicky" userId="bdd1d92d-2960-427b-b759-baaef02dfdff" providerId="ADAL" clId="{98A11FDA-3EBD-4F9F-BC79-5CF5F54C53E3}" dt="2022-10-21T13:46:05.166" v="2129" actId="47"/>
        <pc:sldMkLst>
          <pc:docMk/>
          <pc:sldMk cId="2939426222" sldId="368"/>
        </pc:sldMkLst>
      </pc:sldChg>
      <pc:sldChg chg="modSp mod">
        <pc:chgData name="Rushin-Chape, Vicky" userId="bdd1d92d-2960-427b-b759-baaef02dfdff" providerId="ADAL" clId="{98A11FDA-3EBD-4F9F-BC79-5CF5F54C53E3}" dt="2022-10-21T13:48:19.298" v="2272" actId="255"/>
        <pc:sldMkLst>
          <pc:docMk/>
          <pc:sldMk cId="2379467051" sldId="369"/>
        </pc:sldMkLst>
        <pc:spChg chg="mod">
          <ac:chgData name="Rushin-Chape, Vicky" userId="bdd1d92d-2960-427b-b759-baaef02dfdff" providerId="ADAL" clId="{98A11FDA-3EBD-4F9F-BC79-5CF5F54C53E3}" dt="2022-10-21T13:46:12.975" v="2149" actId="20577"/>
          <ac:spMkLst>
            <pc:docMk/>
            <pc:sldMk cId="2379467051" sldId="369"/>
            <ac:spMk id="2" creationId="{4490A0E6-BC82-453B-A975-9FB3132BB405}"/>
          </ac:spMkLst>
        </pc:spChg>
        <pc:spChg chg="mod">
          <ac:chgData name="Rushin-Chape, Vicky" userId="bdd1d92d-2960-427b-b759-baaef02dfdff" providerId="ADAL" clId="{98A11FDA-3EBD-4F9F-BC79-5CF5F54C53E3}" dt="2022-10-21T13:48:19.298" v="2272" actId="255"/>
          <ac:spMkLst>
            <pc:docMk/>
            <pc:sldMk cId="2379467051" sldId="369"/>
            <ac:spMk id="3" creationId="{079854A4-4740-4117-8821-DF8067A53B12}"/>
          </ac:spMkLst>
        </pc:spChg>
      </pc:sldChg>
      <pc:sldChg chg="del">
        <pc:chgData name="Rushin-Chape, Vicky" userId="bdd1d92d-2960-427b-b759-baaef02dfdff" providerId="ADAL" clId="{98A11FDA-3EBD-4F9F-BC79-5CF5F54C53E3}" dt="2022-10-21T13:45:59.944" v="2127" actId="47"/>
        <pc:sldMkLst>
          <pc:docMk/>
          <pc:sldMk cId="584646030" sldId="370"/>
        </pc:sldMkLst>
      </pc:sldChg>
      <pc:sldChg chg="del">
        <pc:chgData name="Rushin-Chape, Vicky" userId="bdd1d92d-2960-427b-b759-baaef02dfdff" providerId="ADAL" clId="{98A11FDA-3EBD-4F9F-BC79-5CF5F54C53E3}" dt="2022-10-21T13:40:19.527" v="1661" actId="47"/>
        <pc:sldMkLst>
          <pc:docMk/>
          <pc:sldMk cId="2423785587" sldId="372"/>
        </pc:sldMkLst>
      </pc:sldChg>
      <pc:sldChg chg="del">
        <pc:chgData name="Rushin-Chape, Vicky" userId="bdd1d92d-2960-427b-b759-baaef02dfdff" providerId="ADAL" clId="{98A11FDA-3EBD-4F9F-BC79-5CF5F54C53E3}" dt="2022-10-21T13:40:20.674" v="1662" actId="47"/>
        <pc:sldMkLst>
          <pc:docMk/>
          <pc:sldMk cId="3033647069" sldId="373"/>
        </pc:sldMkLst>
      </pc:sldChg>
      <pc:sldChg chg="modSp add mod modAnim">
        <pc:chgData name="Rushin-Chape, Vicky" userId="bdd1d92d-2960-427b-b759-baaef02dfdff" providerId="ADAL" clId="{98A11FDA-3EBD-4F9F-BC79-5CF5F54C53E3}" dt="2022-10-21T13:40:06.417" v="1660" actId="255"/>
        <pc:sldMkLst>
          <pc:docMk/>
          <pc:sldMk cId="3607226465" sldId="374"/>
        </pc:sldMkLst>
        <pc:spChg chg="mod">
          <ac:chgData name="Rushin-Chape, Vicky" userId="bdd1d92d-2960-427b-b759-baaef02dfdff" providerId="ADAL" clId="{98A11FDA-3EBD-4F9F-BC79-5CF5F54C53E3}" dt="2022-10-21T13:37:07.357" v="1144" actId="20577"/>
          <ac:spMkLst>
            <pc:docMk/>
            <pc:sldMk cId="3607226465" sldId="374"/>
            <ac:spMk id="2" creationId="{70A3592C-545E-4B77-838A-E40567BCCA7A}"/>
          </ac:spMkLst>
        </pc:spChg>
        <pc:spChg chg="mod">
          <ac:chgData name="Rushin-Chape, Vicky" userId="bdd1d92d-2960-427b-b759-baaef02dfdff" providerId="ADAL" clId="{98A11FDA-3EBD-4F9F-BC79-5CF5F54C53E3}" dt="2022-10-21T13:40:06.417" v="1660" actId="255"/>
          <ac:spMkLst>
            <pc:docMk/>
            <pc:sldMk cId="3607226465" sldId="374"/>
            <ac:spMk id="3" creationId="{CF17B174-1E54-4355-8AFE-CA872B46061C}"/>
          </ac:spMkLst>
        </pc:spChg>
      </pc:sldChg>
      <pc:sldChg chg="addSp delSp modSp add mod modAnim">
        <pc:chgData name="Rushin-Chape, Vicky" userId="bdd1d92d-2960-427b-b759-baaef02dfdff" providerId="ADAL" clId="{98A11FDA-3EBD-4F9F-BC79-5CF5F54C53E3}" dt="2022-10-21T13:53:02.934" v="2646" actId="404"/>
        <pc:sldMkLst>
          <pc:docMk/>
          <pc:sldMk cId="2095831125" sldId="375"/>
        </pc:sldMkLst>
        <pc:spChg chg="mod">
          <ac:chgData name="Rushin-Chape, Vicky" userId="bdd1d92d-2960-427b-b759-baaef02dfdff" providerId="ADAL" clId="{98A11FDA-3EBD-4F9F-BC79-5CF5F54C53E3}" dt="2022-10-21T13:40:33.874" v="1698" actId="20577"/>
          <ac:spMkLst>
            <pc:docMk/>
            <pc:sldMk cId="2095831125" sldId="375"/>
            <ac:spMk id="2" creationId="{70A3592C-545E-4B77-838A-E40567BCCA7A}"/>
          </ac:spMkLst>
        </pc:spChg>
        <pc:spChg chg="mod">
          <ac:chgData name="Rushin-Chape, Vicky" userId="bdd1d92d-2960-427b-b759-baaef02dfdff" providerId="ADAL" clId="{98A11FDA-3EBD-4F9F-BC79-5CF5F54C53E3}" dt="2022-10-21T13:53:02.934" v="2646" actId="404"/>
          <ac:spMkLst>
            <pc:docMk/>
            <pc:sldMk cId="2095831125" sldId="375"/>
            <ac:spMk id="3" creationId="{CF17B174-1E54-4355-8AFE-CA872B46061C}"/>
          </ac:spMkLst>
        </pc:spChg>
        <pc:spChg chg="add del">
          <ac:chgData name="Rushin-Chape, Vicky" userId="bdd1d92d-2960-427b-b759-baaef02dfdff" providerId="ADAL" clId="{98A11FDA-3EBD-4F9F-BC79-5CF5F54C53E3}" dt="2022-10-21T13:44:18.223" v="2110" actId="11529"/>
          <ac:spMkLst>
            <pc:docMk/>
            <pc:sldMk cId="2095831125" sldId="375"/>
            <ac:spMk id="6" creationId="{ADDDE993-5AA9-48B0-A169-9F03FB7002E9}"/>
          </ac:spMkLst>
        </pc:spChg>
        <pc:picChg chg="add mod">
          <ac:chgData name="Rushin-Chape, Vicky" userId="bdd1d92d-2960-427b-b759-baaef02dfdff" providerId="ADAL" clId="{98A11FDA-3EBD-4F9F-BC79-5CF5F54C53E3}" dt="2022-10-21T13:43:48.354" v="2108" actId="1076"/>
          <ac:picMkLst>
            <pc:docMk/>
            <pc:sldMk cId="2095831125" sldId="375"/>
            <ac:picMk id="5" creationId="{C7DD50E0-0DE9-41A9-8591-CFC63518A370}"/>
          </ac:picMkLst>
        </pc:picChg>
      </pc:sldChg>
      <pc:sldChg chg="modSp add mod">
        <pc:chgData name="Rushin-Chape, Vicky" userId="bdd1d92d-2960-427b-b759-baaef02dfdff" providerId="ADAL" clId="{98A11FDA-3EBD-4F9F-BC79-5CF5F54C53E3}" dt="2022-10-21T13:54:21.791" v="2812" actId="20577"/>
        <pc:sldMkLst>
          <pc:docMk/>
          <pc:sldMk cId="413519334" sldId="376"/>
        </pc:sldMkLst>
        <pc:spChg chg="mod">
          <ac:chgData name="Rushin-Chape, Vicky" userId="bdd1d92d-2960-427b-b759-baaef02dfdff" providerId="ADAL" clId="{98A11FDA-3EBD-4F9F-BC79-5CF5F54C53E3}" dt="2022-10-21T13:48:37.939" v="2293" actId="20577"/>
          <ac:spMkLst>
            <pc:docMk/>
            <pc:sldMk cId="413519334" sldId="376"/>
            <ac:spMk id="2" creationId="{4490A0E6-BC82-453B-A975-9FB3132BB405}"/>
          </ac:spMkLst>
        </pc:spChg>
        <pc:spChg chg="mod">
          <ac:chgData name="Rushin-Chape, Vicky" userId="bdd1d92d-2960-427b-b759-baaef02dfdff" providerId="ADAL" clId="{98A11FDA-3EBD-4F9F-BC79-5CF5F54C53E3}" dt="2022-10-21T13:54:21.791" v="2812" actId="20577"/>
          <ac:spMkLst>
            <pc:docMk/>
            <pc:sldMk cId="413519334" sldId="376"/>
            <ac:spMk id="3" creationId="{079854A4-4740-4117-8821-DF8067A53B12}"/>
          </ac:spMkLst>
        </pc:spChg>
      </pc:sldChg>
      <pc:sldChg chg="modSp add mod">
        <pc:chgData name="Rushin-Chape, Vicky" userId="bdd1d92d-2960-427b-b759-baaef02dfdff" providerId="ADAL" clId="{98A11FDA-3EBD-4F9F-BC79-5CF5F54C53E3}" dt="2022-10-21T13:57:26.711" v="3357" actId="20577"/>
        <pc:sldMkLst>
          <pc:docMk/>
          <pc:sldMk cId="1845661281" sldId="377"/>
        </pc:sldMkLst>
        <pc:spChg chg="mod">
          <ac:chgData name="Rushin-Chape, Vicky" userId="bdd1d92d-2960-427b-b759-baaef02dfdff" providerId="ADAL" clId="{98A11FDA-3EBD-4F9F-BC79-5CF5F54C53E3}" dt="2022-10-21T13:54:36.779" v="2824" actId="20577"/>
          <ac:spMkLst>
            <pc:docMk/>
            <pc:sldMk cId="1845661281" sldId="377"/>
            <ac:spMk id="2" creationId="{4490A0E6-BC82-453B-A975-9FB3132BB405}"/>
          </ac:spMkLst>
        </pc:spChg>
        <pc:spChg chg="mod">
          <ac:chgData name="Rushin-Chape, Vicky" userId="bdd1d92d-2960-427b-b759-baaef02dfdff" providerId="ADAL" clId="{98A11FDA-3EBD-4F9F-BC79-5CF5F54C53E3}" dt="2022-10-21T13:57:26.711" v="3357" actId="20577"/>
          <ac:spMkLst>
            <pc:docMk/>
            <pc:sldMk cId="1845661281" sldId="377"/>
            <ac:spMk id="3" creationId="{079854A4-4740-4117-8821-DF8067A53B12}"/>
          </ac:spMkLst>
        </pc:spChg>
      </pc:sldChg>
      <pc:sldChg chg="modSp new mod">
        <pc:chgData name="Rushin-Chape, Vicky" userId="bdd1d92d-2960-427b-b759-baaef02dfdff" providerId="ADAL" clId="{98A11FDA-3EBD-4F9F-BC79-5CF5F54C53E3}" dt="2022-10-21T14:02:36.038" v="3678" actId="20577"/>
        <pc:sldMkLst>
          <pc:docMk/>
          <pc:sldMk cId="3384692054" sldId="378"/>
        </pc:sldMkLst>
        <pc:spChg chg="mod">
          <ac:chgData name="Rushin-Chape, Vicky" userId="bdd1d92d-2960-427b-b759-baaef02dfdff" providerId="ADAL" clId="{98A11FDA-3EBD-4F9F-BC79-5CF5F54C53E3}" dt="2022-10-21T13:58:05.995" v="3387" actId="20577"/>
          <ac:spMkLst>
            <pc:docMk/>
            <pc:sldMk cId="3384692054" sldId="378"/>
            <ac:spMk id="2" creationId="{D0717891-9801-41BE-B991-31A74B06E512}"/>
          </ac:spMkLst>
        </pc:spChg>
        <pc:spChg chg="mod">
          <ac:chgData name="Rushin-Chape, Vicky" userId="bdd1d92d-2960-427b-b759-baaef02dfdff" providerId="ADAL" clId="{98A11FDA-3EBD-4F9F-BC79-5CF5F54C53E3}" dt="2022-10-21T14:02:36.038" v="3678" actId="20577"/>
          <ac:spMkLst>
            <pc:docMk/>
            <pc:sldMk cId="3384692054" sldId="378"/>
            <ac:spMk id="3" creationId="{BD97DED7-FE7A-422B-B6F1-FB1B177FFF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54A33-1090-EC4D-8812-6652BA304414}" type="datetimeFigureOut">
              <a:rPr lang="en-US" smtClean="0"/>
              <a:t>10/21/2022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9DF67-0900-1547-96D2-E921F3F76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3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211571"/>
            <a:ext cx="9144000" cy="1298391"/>
          </a:xfrm>
          <a:prstGeom prst="rect">
            <a:avLst/>
          </a:prstGeom>
        </p:spPr>
        <p:txBody>
          <a:bodyPr anchor="b"/>
          <a:lstStyle>
            <a:lvl1pPr algn="ctr">
              <a:defRPr sz="6000" b="1" i="0" baseline="0">
                <a:latin typeface="arial" charset="0"/>
              </a:defRPr>
            </a:lvl1pPr>
          </a:lstStyle>
          <a:p>
            <a:r>
              <a:rPr lang="en-US"/>
              <a:t>Title of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9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rgbClr val="F67F21"/>
                </a:solidFill>
                <a:latin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Name of person/subtitle</a:t>
            </a:r>
          </a:p>
        </p:txBody>
      </p:sp>
    </p:spTree>
    <p:extLst>
      <p:ext uri="{BB962C8B-B14F-4D97-AF65-F5344CB8AC3E}">
        <p14:creationId xmlns:p14="http://schemas.microsoft.com/office/powerpoint/2010/main" val="168814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2030818"/>
            <a:ext cx="12192000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6188149" y="3349256"/>
            <a:ext cx="914400" cy="914400"/>
          </a:xfrm>
          <a:prstGeom prst="rect">
            <a:avLst/>
          </a:prstGeom>
        </p:spPr>
        <p:txBody>
          <a:bodyPr wrap="none" rtlCol="0" anchor="ctr" anchorCtr="0">
            <a:normAutofit/>
          </a:bodyPr>
          <a:lstStyle/>
          <a:p>
            <a:endParaRPr lang="en-US" sz="4000" b="1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21365" y="1565341"/>
            <a:ext cx="11536018" cy="734864"/>
          </a:xfrm>
          <a:prstGeom prst="rect">
            <a:avLst/>
          </a:prstGeom>
        </p:spPr>
        <p:txBody>
          <a:bodyPr anchor="b"/>
          <a:lstStyle>
            <a:lvl1pPr algn="l">
              <a:defRPr sz="4000" b="1" i="0" baseline="0">
                <a:latin typeface="arial" charset="0"/>
              </a:defRPr>
            </a:lvl1pPr>
          </a:lstStyle>
          <a:p>
            <a:r>
              <a:rPr lang="en-US"/>
              <a:t>Title of slide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21365" y="2521374"/>
            <a:ext cx="11536018" cy="31989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aseline="0">
                <a:solidFill>
                  <a:schemeClr val="tx1"/>
                </a:solidFill>
                <a:latin typeface="arial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Name of person/subtitle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382773" y="2030818"/>
            <a:ext cx="11461898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43" y="1534707"/>
            <a:ext cx="11557591" cy="8257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343" y="2541181"/>
            <a:ext cx="11557591" cy="36357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711" y="1709738"/>
            <a:ext cx="11568223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711" y="4589463"/>
            <a:ext cx="11568223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204" y="1513442"/>
            <a:ext cx="11538097" cy="8257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7204" y="2583713"/>
            <a:ext cx="5702596" cy="35932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583713"/>
            <a:ext cx="5683101" cy="3593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160" y="1524074"/>
            <a:ext cx="11536510" cy="8439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8160" y="2521135"/>
            <a:ext cx="568941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8160" y="3345047"/>
            <a:ext cx="5689415" cy="28446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521135"/>
            <a:ext cx="567247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345047"/>
            <a:ext cx="5672470" cy="28446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46150"/>
            <a:ext cx="5719763" cy="3849688"/>
          </a:xfrm>
          <a:prstGeom prst="rect">
            <a:avLst/>
          </a:prstGeom>
          <a:solidFill>
            <a:srgbClr val="6C2686">
              <a:alpha val="60000"/>
            </a:srgbClr>
          </a:solidFill>
        </p:spPr>
        <p:txBody>
          <a:bodyPr/>
          <a:lstStyle>
            <a:lvl1pPr>
              <a:defRPr sz="3600" b="1" i="0" baseline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Text would go here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365551" y="3064532"/>
            <a:ext cx="11536018" cy="73486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tx1"/>
                </a:solidFill>
                <a:latin typeface="arial" charset="0"/>
                <a:ea typeface="+mj-ea"/>
                <a:cs typeface="+mj-cs"/>
              </a:defRPr>
            </a:lvl1pPr>
          </a:lstStyle>
          <a:p>
            <a:pPr algn="ctr"/>
            <a:r>
              <a:rPr lang="en-US" sz="4400" baseline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89098" y="2030818"/>
            <a:ext cx="11206716" cy="373202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82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13D106-1933-1140-82F7-A279DB9D21A9}"/>
              </a:ext>
            </a:extLst>
          </p:cNvPr>
          <p:cNvSpPr/>
          <p:nvPr userDrawn="1"/>
        </p:nvSpPr>
        <p:spPr>
          <a:xfrm>
            <a:off x="7304690" y="6127531"/>
            <a:ext cx="4887310" cy="7304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5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4" b="7864"/>
          <a:stretch>
            <a:fillRect/>
          </a:stretch>
        </p:blipFill>
        <p:spPr>
          <a:xfrm>
            <a:off x="0" y="4597"/>
            <a:ext cx="12192000" cy="6858000"/>
          </a:xfrm>
          <a:prstGeom prst="rect">
            <a:avLst/>
          </a:prstGeom>
        </p:spPr>
      </p:pic>
      <p:pic>
        <p:nvPicPr>
          <p:cNvPr id="5" name="Picture Placeholder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4" b="78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Placeholder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7230"/>
            <a:ext cx="121920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3D4507-EB9C-A146-A2EA-526E3F4DEA6C}"/>
              </a:ext>
            </a:extLst>
          </p:cNvPr>
          <p:cNvSpPr/>
          <p:nvPr userDrawn="1"/>
        </p:nvSpPr>
        <p:spPr>
          <a:xfrm>
            <a:off x="4382814" y="6085490"/>
            <a:ext cx="3310758" cy="620110"/>
          </a:xfrm>
          <a:prstGeom prst="rect">
            <a:avLst/>
          </a:prstGeom>
          <a:solidFill>
            <a:srgbClr val="6C26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74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unity3.tees.ac.uk/Schools/scma/Pages/Academic-Support.aspx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nnect.tees.ac.uk/infohub-scedt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ngage.tees.ac.uk/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ms.tees.ac.uk/tas/public/ssp/7046b51e-482c-47a5-a98c-4a480e2d8241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ITHelp@tees.ac.uk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placements@tees.ac.uk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SCEDT-enquiries@tees.ac.uk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2211571"/>
            <a:ext cx="9144000" cy="1644812"/>
          </a:xfrm>
        </p:spPr>
        <p:txBody>
          <a:bodyPr/>
          <a:lstStyle/>
          <a:p>
            <a:r>
              <a:rPr lang="en-US"/>
              <a:t>Induction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3970061"/>
            <a:ext cx="9144000" cy="736046"/>
          </a:xfrm>
        </p:spPr>
        <p:txBody>
          <a:bodyPr lIns="91440" tIns="45720" rIns="91440" bIns="45720" anchor="t"/>
          <a:lstStyle/>
          <a:p>
            <a:r>
              <a:rPr lang="en-US">
                <a:latin typeface="arial"/>
                <a:cs typeface="arial"/>
              </a:rPr>
              <a:t>For students who arrived week 1+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8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EE9D-B057-AC4C-B64D-2087C31E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42" y="1330426"/>
            <a:ext cx="11557591" cy="825721"/>
          </a:xfrm>
        </p:spPr>
        <p:txBody>
          <a:bodyPr/>
          <a:lstStyle/>
          <a:p>
            <a:r>
              <a:rPr lang="en-US" sz="4000" b="1">
                <a:latin typeface="arial" charset="0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EF0CE-95C5-4643-8CFC-DA5FA5DA8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41" y="2156147"/>
            <a:ext cx="11557591" cy="4200265"/>
          </a:xfrm>
        </p:spPr>
        <p:txBody>
          <a:bodyPr lIns="91440" tIns="45720" rIns="91440" bIns="45720" anchor="t"/>
          <a:lstStyle/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>
                <a:latin typeface="Arial"/>
                <a:cs typeface="Arial"/>
              </a:rPr>
              <a:t>Who’s who?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>
                <a:latin typeface="Arial"/>
                <a:cs typeface="Arial"/>
              </a:rPr>
              <a:t>Induction activities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>
                <a:latin typeface="Arial"/>
                <a:cs typeface="Arial"/>
              </a:rPr>
              <a:t>Attendance &amp; engagement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>
                <a:latin typeface="Arial"/>
                <a:cs typeface="Arial"/>
              </a:rPr>
              <a:t>Assessment &amp; Academic Misconduct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>
                <a:latin typeface="Arial"/>
                <a:cs typeface="Arial"/>
              </a:rPr>
              <a:t>Reporting an absence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>
                <a:latin typeface="Arial"/>
                <a:cs typeface="Arial"/>
              </a:rPr>
              <a:t>General housekeeping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>
                <a:latin typeface="Arial"/>
                <a:cs typeface="Arial"/>
              </a:rPr>
              <a:t>Internships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000">
                <a:latin typeface="Arial"/>
                <a:cs typeface="Arial"/>
              </a:rPr>
              <a:t>Getting support &amp; help</a:t>
            </a: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2000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2000">
              <a:latin typeface="Arial"/>
              <a:cs typeface="Arial"/>
            </a:endParaRPr>
          </a:p>
          <a:p>
            <a:pPr marL="914400" lvl="1" indent="-4572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GB" sz="16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172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592C-545E-4B77-838A-E40567BCC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88" y="1401715"/>
            <a:ext cx="11557591" cy="825721"/>
          </a:xfrm>
        </p:spPr>
        <p:txBody>
          <a:bodyPr lIns="91440" tIns="45720" rIns="91440" bIns="45720" anchor="t"/>
          <a:lstStyle/>
          <a:p>
            <a:r>
              <a:rPr lang="en-GB">
                <a:ea typeface="+mj-lt"/>
                <a:cs typeface="+mj-lt"/>
              </a:rPr>
              <a:t>Who’s who?</a:t>
            </a:r>
            <a:endParaRPr lang="en-GB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B174-1E54-4355-8AFE-CA872B46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8" y="2331209"/>
            <a:ext cx="11557591" cy="4367401"/>
          </a:xfr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Module Leader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Looks after module-related queries (e.g. academic, assessment-related etc.)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Course Leader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Looks after course-related queries (e.g. wanting to change course, getting approval for certain processes). You can view the name of your Course Leader on our intranet: </a:t>
            </a:r>
            <a:r>
              <a:rPr lang="en-GB" sz="2000">
                <a:cs typeface="Arial"/>
                <a:hlinkClick r:id="rId2"/>
              </a:rPr>
              <a:t>https://unity3.tees.ac.uk/Schools/scma/Pages/Academic-Support.aspx</a:t>
            </a:r>
            <a:endParaRPr lang="en-GB" sz="2000"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Personal Tutor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Considers your attendance and engagement and can help with general queries. They will expect to meet with you during the year.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sz="3200"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GB" sz="3200"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3200">
              <a:cs typeface="Arial"/>
            </a:endParaRPr>
          </a:p>
          <a:p>
            <a:pPr marL="269875" indent="-269875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endParaRPr lang="en-GB" sz="11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86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592C-545E-4B77-838A-E40567BCC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88" y="1401715"/>
            <a:ext cx="11557591" cy="825721"/>
          </a:xfrm>
        </p:spPr>
        <p:txBody>
          <a:bodyPr lIns="91440" tIns="45720" rIns="91440" bIns="45720" anchor="t"/>
          <a:lstStyle/>
          <a:p>
            <a:r>
              <a:rPr lang="en-GB">
                <a:ea typeface="+mj-lt"/>
                <a:cs typeface="+mj-lt"/>
              </a:rPr>
              <a:t>Induction Activities</a:t>
            </a:r>
            <a:endParaRPr lang="en-GB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B174-1E54-4355-8AFE-CA872B46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8" y="2331209"/>
            <a:ext cx="11557591" cy="4367401"/>
          </a:xfr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3200">
                <a:cs typeface="Arial"/>
              </a:rPr>
              <a:t>Blackboard Course Support module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800">
                <a:cs typeface="Arial"/>
              </a:rPr>
              <a:t>Ensure you have visited the module and viewed your course handbook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3200">
                <a:cs typeface="Arial"/>
              </a:rPr>
              <a:t>View the SCEDT Induction Information Hub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800">
                <a:hlinkClick r:id="rId2"/>
              </a:rPr>
              <a:t>Welcome (tees.ac.uk)</a:t>
            </a:r>
            <a:r>
              <a:rPr lang="en-GB" sz="3200">
                <a:cs typeface="Arial"/>
              </a:rPr>
              <a:t>  </a:t>
            </a:r>
            <a:endParaRPr lang="en-GB" sz="3600"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3200">
              <a:cs typeface="Arial"/>
            </a:endParaRPr>
          </a:p>
          <a:p>
            <a:pPr marL="269875" indent="-269875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endParaRPr lang="en-GB" sz="11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491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592C-545E-4B77-838A-E40567BCC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88" y="1401715"/>
            <a:ext cx="11557591" cy="825721"/>
          </a:xfrm>
        </p:spPr>
        <p:txBody>
          <a:bodyPr lIns="91440" tIns="45720" rIns="91440" bIns="45720" anchor="t"/>
          <a:lstStyle/>
          <a:p>
            <a:r>
              <a:rPr lang="en-GB">
                <a:ea typeface="+mj-lt"/>
                <a:cs typeface="+mj-lt"/>
              </a:rPr>
              <a:t>Attendance and engagement</a:t>
            </a:r>
            <a:endParaRPr lang="en-GB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B174-1E54-4355-8AFE-CA872B46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8" y="2331209"/>
            <a:ext cx="11557591" cy="4367401"/>
          </a:xfr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Your attendance and engagement is recorded on </a:t>
            </a:r>
            <a:r>
              <a:rPr lang="en-GB" err="1">
                <a:cs typeface="Arial"/>
              </a:rPr>
              <a:t>StReam</a:t>
            </a:r>
            <a:r>
              <a:rPr lang="en-GB">
                <a:cs typeface="Arial"/>
              </a:rPr>
              <a:t> (</a:t>
            </a:r>
            <a:r>
              <a:rPr lang="en-GB">
                <a:cs typeface="Arial"/>
                <a:hlinkClick r:id="rId2"/>
              </a:rPr>
              <a:t>engage.tees.ac.uk</a:t>
            </a:r>
            <a:r>
              <a:rPr lang="en-GB">
                <a:cs typeface="Arial"/>
              </a:rPr>
              <a:t>)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For timetabled classes you must ensure you enter the correct attendance code to record your attendance at each teaching session.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Engagement is picked up from use of University systems etc.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Your Personal Tutor will talk to you about this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>
                <a:cs typeface="Arial"/>
              </a:rPr>
              <a:t>If you are a Tier IV visa student there is a legal requirement for us to monitor and report your attendance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11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722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592C-545E-4B77-838A-E40567BCC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888" y="1401715"/>
            <a:ext cx="11557591" cy="825721"/>
          </a:xfrm>
        </p:spPr>
        <p:txBody>
          <a:bodyPr lIns="91440" tIns="45720" rIns="91440" bIns="45720" anchor="t"/>
          <a:lstStyle/>
          <a:p>
            <a:r>
              <a:rPr lang="en-GB">
                <a:cs typeface="Arial"/>
              </a:rPr>
              <a:t>Assessment and Academic Misconduct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B174-1E54-4355-8AFE-CA872B46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8" y="2331209"/>
            <a:ext cx="8595501" cy="4367401"/>
          </a:xfr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2400">
                <a:cs typeface="Arial"/>
              </a:rPr>
              <a:t>We take suspected Academic Misconduct seriously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>
                <a:cs typeface="Arial"/>
              </a:rPr>
              <a:t>Plagiarism (copying without proper referencing)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sz="2000">
                <a:cs typeface="Arial"/>
              </a:rPr>
              <a:t>Collusion (sharing assessment content in individual pieces of work)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2400">
                <a:cs typeface="Arial"/>
              </a:rPr>
              <a:t>We use Turnitin submissions to check work for a % match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2400">
                <a:cs typeface="Arial"/>
              </a:rPr>
              <a:t>Use the draft Turnitin submission checker on Blackboard </a:t>
            </a:r>
            <a:r>
              <a:rPr lang="en-GB" sz="2400" i="1">
                <a:cs typeface="Arial"/>
              </a:rPr>
              <a:t>before</a:t>
            </a:r>
            <a:r>
              <a:rPr lang="en-GB" sz="2400">
                <a:cs typeface="Arial"/>
              </a:rPr>
              <a:t> submitting (Organisations)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GB" sz="2400">
                <a:cs typeface="Arial"/>
              </a:rPr>
              <a:t>Read assessment specifications very carefully and ask if there is anything you don’t understand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110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D50E0-0DE9-41A9-8591-CFC63518A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329" y="1937990"/>
            <a:ext cx="1572376" cy="451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83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A0E6-BC82-453B-A975-9FB3132B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Reporting an absence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54A4-4740-4117-8821-DF8067A53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GB">
                <a:cs typeface="Arial"/>
              </a:rPr>
              <a:t>Before 10am on each day of your absence:</a:t>
            </a:r>
          </a:p>
          <a:p>
            <a:pPr lvl="1"/>
            <a:r>
              <a:rPr lang="en-GB">
                <a:cs typeface="Arial"/>
              </a:rPr>
              <a:t>Report online via </a:t>
            </a:r>
            <a:r>
              <a:rPr lang="en-GB">
                <a:cs typeface="Arial"/>
                <a:hlinkClick r:id="rId2"/>
              </a:rPr>
              <a:t>UNIverse</a:t>
            </a:r>
            <a:r>
              <a:rPr lang="en-GB">
                <a:cs typeface="Arial"/>
              </a:rPr>
              <a:t> or</a:t>
            </a:r>
          </a:p>
          <a:p>
            <a:pPr lvl="1"/>
            <a:r>
              <a:rPr lang="en-GB">
                <a:cs typeface="Arial"/>
              </a:rPr>
              <a:t>Telephone </a:t>
            </a:r>
            <a:r>
              <a:rPr lang="en-GB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01642 342631</a:t>
            </a:r>
            <a:endParaRPr lang="en-GB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9467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A0E6-BC82-453B-A975-9FB3132B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General 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54A4-4740-4117-8821-DF8067A53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GB">
                <a:cs typeface="Arial"/>
              </a:rPr>
              <a:t>For TUSC card issues visit the Student Life Building (SLB)</a:t>
            </a:r>
          </a:p>
          <a:p>
            <a:r>
              <a:rPr lang="en-GB">
                <a:cs typeface="Arial"/>
              </a:rPr>
              <a:t>For IT related issues contact </a:t>
            </a:r>
            <a:r>
              <a:rPr lang="en-GB">
                <a:cs typeface="Arial"/>
                <a:hlinkClick r:id="rId2"/>
              </a:rPr>
              <a:t>ITHelp@tees.ac.uk</a:t>
            </a:r>
            <a:r>
              <a:rPr lang="en-GB">
                <a:cs typeface="Arial"/>
              </a:rPr>
              <a:t> or go to SLB</a:t>
            </a:r>
          </a:p>
          <a:p>
            <a:r>
              <a:rPr lang="en-GB">
                <a:cs typeface="Arial"/>
              </a:rPr>
              <a:t>Check your University emails every day</a:t>
            </a:r>
          </a:p>
          <a:p>
            <a:r>
              <a:rPr lang="en-GB">
                <a:cs typeface="Arial"/>
              </a:rPr>
              <a:t>Keep backups of your work</a:t>
            </a:r>
          </a:p>
          <a:p>
            <a:r>
              <a:rPr lang="en-GB">
                <a:cs typeface="Arial"/>
              </a:rPr>
              <a:t>Read your course handbook (Blackboard Course Support module)</a:t>
            </a:r>
          </a:p>
          <a:p>
            <a:r>
              <a:rPr lang="en-GB">
                <a:cs typeface="Arial"/>
              </a:rPr>
              <a:t>Take time to find out who your Course Leader is</a:t>
            </a:r>
          </a:p>
          <a:p>
            <a:r>
              <a:rPr lang="en-GB">
                <a:cs typeface="Arial"/>
              </a:rPr>
              <a:t>Tell us if you are having any problems</a:t>
            </a: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519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A0E6-BC82-453B-A975-9FB3132BB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54A4-4740-4117-8821-DF8067A53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1440" tIns="45720" rIns="91440" bIns="45720" anchor="t"/>
          <a:lstStyle/>
          <a:p>
            <a:r>
              <a:rPr lang="en-GB" sz="2400">
                <a:cs typeface="Arial"/>
              </a:rPr>
              <a:t>If you are a 2-year Masters student you will complete the Advanced Practice internship at the start of your 2</a:t>
            </a:r>
            <a:r>
              <a:rPr lang="en-GB" sz="2400" baseline="30000">
                <a:cs typeface="Arial"/>
              </a:rPr>
              <a:t>nd</a:t>
            </a:r>
            <a:r>
              <a:rPr lang="en-GB" sz="2400">
                <a:cs typeface="Arial"/>
              </a:rPr>
              <a:t> year</a:t>
            </a:r>
          </a:p>
          <a:p>
            <a:r>
              <a:rPr lang="en-GB" sz="2400">
                <a:cs typeface="Arial"/>
              </a:rPr>
              <a:t>The internship will last 12 weeks (during one semester)</a:t>
            </a:r>
          </a:p>
          <a:p>
            <a:r>
              <a:rPr lang="en-GB" sz="2400">
                <a:cs typeface="Arial"/>
              </a:rPr>
              <a:t>You can look for your own but it must be suitable (we check)</a:t>
            </a:r>
          </a:p>
          <a:p>
            <a:pPr lvl="1"/>
            <a:r>
              <a:rPr lang="en-GB" sz="2000">
                <a:cs typeface="Arial"/>
              </a:rPr>
              <a:t>If you don’t find your own we will allocate you to an internship</a:t>
            </a:r>
          </a:p>
          <a:p>
            <a:pPr lvl="1"/>
            <a:r>
              <a:rPr lang="en-GB" sz="2000">
                <a:cs typeface="Arial"/>
              </a:rPr>
              <a:t>You must tell us if you find your own</a:t>
            </a:r>
          </a:p>
          <a:p>
            <a:pPr lvl="1"/>
            <a:r>
              <a:rPr lang="en-GB" sz="2000">
                <a:cs typeface="Arial"/>
              </a:rPr>
              <a:t>There are strict deadlines</a:t>
            </a:r>
          </a:p>
          <a:p>
            <a:r>
              <a:rPr lang="en-GB" sz="2400">
                <a:cs typeface="Arial"/>
              </a:rPr>
              <a:t>The Placements team will lead briefings prior to your internship: </a:t>
            </a:r>
            <a:r>
              <a:rPr lang="en-GB" sz="1800">
                <a:cs typeface="Arial"/>
                <a:hlinkClick r:id="rId2"/>
              </a:rPr>
              <a:t>placements@tees.ac.uk</a:t>
            </a:r>
            <a:r>
              <a:rPr lang="en-GB" sz="1800">
                <a:cs typeface="Arial"/>
              </a:rPr>
              <a:t> </a:t>
            </a:r>
            <a:endParaRPr lang="en-GB">
              <a:cs typeface="Arial"/>
            </a:endParaRPr>
          </a:p>
          <a:p>
            <a:endParaRPr lang="en-GB">
              <a:cs typeface="Arial"/>
            </a:endParaRPr>
          </a:p>
          <a:p>
            <a:endParaRPr lang="en-GB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5661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7891-9801-41BE-B991-31A74B06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Getting Support and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DED7-FE7A-422B-B6F1-FB1B177FF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/>
              <a:t>See your Module Leader/Course Leader/Personal Tutor (allow time for a reply if emailing)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Contact </a:t>
            </a:r>
            <a:r>
              <a:rPr lang="en-GB">
                <a:hlinkClick r:id="rId2"/>
              </a:rPr>
              <a:t>SCEDT-enquiries@tees.ac.uk</a:t>
            </a:r>
            <a:r>
              <a:rPr lang="en-GB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For non-academic queries please use the Student Life Building (e.g. IT issues, TUSC card, wellbeing etc.)</a:t>
            </a:r>
          </a:p>
          <a:p>
            <a:pPr marL="514350" indent="-514350">
              <a:buFont typeface="+mj-lt"/>
              <a:buAutoNum type="arabicPeriod"/>
            </a:pPr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692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4F65B95-693A-6945-B613-EB82107F81D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27818" y="2953653"/>
            <a:ext cx="11536363" cy="2335541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GB" sz="4000" b="1">
                <a:solidFill>
                  <a:schemeClr val="bg1"/>
                </a:solidFill>
              </a:rPr>
              <a:t>Questions?</a:t>
            </a:r>
            <a:endParaRPr lang="en-US" sz="4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23841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anchor="ctr" anchorCtr="0">
        <a:normAutofit/>
      </a:bodyPr>
      <a:lstStyle>
        <a:defPPr>
          <a:defRPr sz="4000" b="1" dirty="0" smtClean="0"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Pictur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anchor="ctr" anchorCtr="0">
        <a:normAutofit/>
      </a:bodyPr>
      <a:lstStyle>
        <a:defPPr>
          <a:defRPr sz="4000" b="1" dirty="0" smtClean="0"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952479F8EA834EA199AA869E16C9A3" ma:contentTypeVersion="10" ma:contentTypeDescription="Create a new document." ma:contentTypeScope="" ma:versionID="84b4b6d868ab8c690c76a55d0cef01ff">
  <xsd:schema xmlns:xsd="http://www.w3.org/2001/XMLSchema" xmlns:xs="http://www.w3.org/2001/XMLSchema" xmlns:p="http://schemas.microsoft.com/office/2006/metadata/properties" xmlns:ns2="efcd1219-bf88-4c88-83fc-ccd7fb9bea4c" xmlns:ns3="a56d5ddf-e112-4f95-af52-11f1b035c2de" targetNamespace="http://schemas.microsoft.com/office/2006/metadata/properties" ma:root="true" ma:fieldsID="91163b2496e6980d06762fd92fa30850" ns2:_="" ns3:_="">
    <xsd:import namespace="efcd1219-bf88-4c88-83fc-ccd7fb9bea4c"/>
    <xsd:import namespace="a56d5ddf-e112-4f95-af52-11f1b035c2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d1219-bf88-4c88-83fc-ccd7fb9bea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d5ddf-e112-4f95-af52-11f1b035c2d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BFDE07-9EC3-48EB-A960-4851E6D64D7E}">
  <ds:schemaRefs>
    <ds:schemaRef ds:uri="a56d5ddf-e112-4f95-af52-11f1b035c2de"/>
    <ds:schemaRef ds:uri="efcd1219-bf88-4c88-83fc-ccd7fb9bea4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812726E-8BC3-46D5-8D89-032FF8202723}">
  <ds:schemaRefs>
    <ds:schemaRef ds:uri="a56d5ddf-e112-4f95-af52-11f1b035c2de"/>
    <ds:schemaRef ds:uri="efcd1219-bf88-4c88-83fc-ccd7fb9bea4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A1BE315-5C4B-4451-836A-1E2EB3EF41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Intro slide</vt:lpstr>
      <vt:lpstr>Content slide</vt:lpstr>
      <vt:lpstr>Picture slide</vt:lpstr>
      <vt:lpstr>End slide</vt:lpstr>
      <vt:lpstr>Induction</vt:lpstr>
      <vt:lpstr>Content</vt:lpstr>
      <vt:lpstr>Who’s who?</vt:lpstr>
      <vt:lpstr>Induction Activities</vt:lpstr>
      <vt:lpstr>Attendance and engagement</vt:lpstr>
      <vt:lpstr>Assessment and Academic Misconduct</vt:lpstr>
      <vt:lpstr>Reporting an absence</vt:lpstr>
      <vt:lpstr>General Housekeeping</vt:lpstr>
      <vt:lpstr>Internships</vt:lpstr>
      <vt:lpstr>Getting Support and Help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1</cp:revision>
  <dcterms:created xsi:type="dcterms:W3CDTF">2017-07-13T14:47:43Z</dcterms:created>
  <dcterms:modified xsi:type="dcterms:W3CDTF">2022-10-21T15:18:16Z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0x0101000E952479F8EA834EA199AA869E16C9A3</vt:lpwstr>
  </property>
</Properties>
</file>