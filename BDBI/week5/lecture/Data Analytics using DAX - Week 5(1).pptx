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60" r:id="rId2"/>
    <p:sldMasterId id="2147483663" r:id="rId3"/>
    <p:sldMasterId id="2147483666" r:id="rId4"/>
  </p:sldMasterIdLst>
  <p:notesMasterIdLst>
    <p:notesMasterId r:id="rId43"/>
  </p:notesMasterIdLst>
  <p:sldIdLst>
    <p:sldId id="261" r:id="rId5"/>
    <p:sldId id="383" r:id="rId6"/>
    <p:sldId id="354" r:id="rId7"/>
    <p:sldId id="391" r:id="rId8"/>
    <p:sldId id="386" r:id="rId9"/>
    <p:sldId id="313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73" r:id="rId18"/>
    <p:sldId id="374" r:id="rId19"/>
    <p:sldId id="375" r:id="rId20"/>
    <p:sldId id="389" r:id="rId21"/>
    <p:sldId id="387" r:id="rId22"/>
    <p:sldId id="320" r:id="rId23"/>
    <p:sldId id="322" r:id="rId24"/>
    <p:sldId id="321" r:id="rId25"/>
    <p:sldId id="324" r:id="rId26"/>
    <p:sldId id="325" r:id="rId27"/>
    <p:sldId id="388" r:id="rId28"/>
    <p:sldId id="327" r:id="rId29"/>
    <p:sldId id="328" r:id="rId30"/>
    <p:sldId id="314" r:id="rId31"/>
    <p:sldId id="317" r:id="rId32"/>
    <p:sldId id="319" r:id="rId33"/>
    <p:sldId id="361" r:id="rId34"/>
    <p:sldId id="362" r:id="rId35"/>
    <p:sldId id="363" r:id="rId36"/>
    <p:sldId id="364" r:id="rId37"/>
    <p:sldId id="365" r:id="rId38"/>
    <p:sldId id="366" r:id="rId39"/>
    <p:sldId id="367" r:id="rId40"/>
    <p:sldId id="368" r:id="rId41"/>
    <p:sldId id="369" r:id="rId42"/>
  </p:sldIdLst>
  <p:sldSz cx="12192000" cy="6858000"/>
  <p:notesSz cx="6858000" cy="9144000"/>
  <p:embeddedFontLst>
    <p:embeddedFont>
      <p:font typeface="Segoe UI" panose="020B0502040204020203" pitchFamily="34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2D420-2D35-418E-8022-381E3C0C1258}" v="4" dt="2021-10-25T14:11:20.9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526" autoAdjust="0"/>
    <p:restoredTop sz="88260" autoAdjust="0"/>
  </p:normalViewPr>
  <p:slideViewPr>
    <p:cSldViewPr snapToGrid="0">
      <p:cViewPr varScale="1">
        <p:scale>
          <a:sx n="54" d="100"/>
          <a:sy n="54" d="100"/>
        </p:scale>
        <p:origin x="2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chipinti, Annalisa" userId="a66fcd2b-4181-400a-8ca1-7fdb013d8d8c" providerId="ADAL" clId="{8D6D6248-F173-4BD9-9737-47F47C9CD5F4}"/>
    <pc:docChg chg="custSel modSld">
      <pc:chgData name="Occhipinti, Annalisa" userId="a66fcd2b-4181-400a-8ca1-7fdb013d8d8c" providerId="ADAL" clId="{8D6D6248-F173-4BD9-9737-47F47C9CD5F4}" dt="2021-10-22T16:00:36.673" v="40" actId="20577"/>
      <pc:docMkLst>
        <pc:docMk/>
      </pc:docMkLst>
      <pc:sldChg chg="addSp delSp modSp mod">
        <pc:chgData name="Occhipinti, Annalisa" userId="a66fcd2b-4181-400a-8ca1-7fdb013d8d8c" providerId="ADAL" clId="{8D6D6248-F173-4BD9-9737-47F47C9CD5F4}" dt="2021-10-22T16:00:36.673" v="40" actId="20577"/>
        <pc:sldMkLst>
          <pc:docMk/>
          <pc:sldMk cId="1400680604" sldId="348"/>
        </pc:sldMkLst>
        <pc:spChg chg="mod">
          <ac:chgData name="Occhipinti, Annalisa" userId="a66fcd2b-4181-400a-8ca1-7fdb013d8d8c" providerId="ADAL" clId="{8D6D6248-F173-4BD9-9737-47F47C9CD5F4}" dt="2021-10-22T16:00:36.673" v="40" actId="20577"/>
          <ac:spMkLst>
            <pc:docMk/>
            <pc:sldMk cId="1400680604" sldId="348"/>
            <ac:spMk id="6" creationId="{00000000-0000-0000-0000-000000000000}"/>
          </ac:spMkLst>
        </pc:spChg>
        <pc:picChg chg="add mod">
          <ac:chgData name="Occhipinti, Annalisa" userId="a66fcd2b-4181-400a-8ca1-7fdb013d8d8c" providerId="ADAL" clId="{8D6D6248-F173-4BD9-9737-47F47C9CD5F4}" dt="2021-10-22T16:00:21.811" v="3" actId="1076"/>
          <ac:picMkLst>
            <pc:docMk/>
            <pc:sldMk cId="1400680604" sldId="348"/>
            <ac:picMk id="3" creationId="{F6664277-930A-4F0D-9CCF-6A13213207B2}"/>
          </ac:picMkLst>
        </pc:picChg>
        <pc:picChg chg="del">
          <ac:chgData name="Occhipinti, Annalisa" userId="a66fcd2b-4181-400a-8ca1-7fdb013d8d8c" providerId="ADAL" clId="{8D6D6248-F173-4BD9-9737-47F47C9CD5F4}" dt="2021-10-22T16:00:16.154" v="0" actId="478"/>
          <ac:picMkLst>
            <pc:docMk/>
            <pc:sldMk cId="1400680604" sldId="348"/>
            <ac:picMk id="7" creationId="{00000000-0000-0000-0000-000000000000}"/>
          </ac:picMkLst>
        </pc:picChg>
      </pc:sldChg>
    </pc:docChg>
  </pc:docChgLst>
  <pc:docChgLst>
    <pc:chgData name="Occhipinti, Annalisa" userId="a66fcd2b-4181-400a-8ca1-7fdb013d8d8c" providerId="ADAL" clId="{1646C2D0-D77F-4B00-B6CF-C272E2D08D57}"/>
    <pc:docChg chg="undo custSel addSld delSld modSld sldOrd">
      <pc:chgData name="Occhipinti, Annalisa" userId="a66fcd2b-4181-400a-8ca1-7fdb013d8d8c" providerId="ADAL" clId="{1646C2D0-D77F-4B00-B6CF-C272E2D08D57}" dt="2021-10-22T15:37:39.242" v="416" actId="113"/>
      <pc:docMkLst>
        <pc:docMk/>
      </pc:docMkLst>
      <pc:sldChg chg="del setBg">
        <pc:chgData name="Occhipinti, Annalisa" userId="a66fcd2b-4181-400a-8ca1-7fdb013d8d8c" providerId="ADAL" clId="{1646C2D0-D77F-4B00-B6CF-C272E2D08D57}" dt="2021-10-22T15:29:02.569" v="361" actId="47"/>
        <pc:sldMkLst>
          <pc:docMk/>
          <pc:sldMk cId="1498151960" sldId="273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230256333" sldId="276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990398980" sldId="314"/>
        </pc:sldMkLst>
      </pc:sldChg>
      <pc:sldChg chg="del">
        <pc:chgData name="Occhipinti, Annalisa" userId="a66fcd2b-4181-400a-8ca1-7fdb013d8d8c" providerId="ADAL" clId="{1646C2D0-D77F-4B00-B6CF-C272E2D08D57}" dt="2021-10-22T15:19:53.329" v="314" actId="47"/>
        <pc:sldMkLst>
          <pc:docMk/>
          <pc:sldMk cId="3239805191" sldId="316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479528791" sldId="317"/>
        </pc:sldMkLst>
      </pc:sldChg>
      <pc:sldChg chg="del">
        <pc:chgData name="Occhipinti, Annalisa" userId="a66fcd2b-4181-400a-8ca1-7fdb013d8d8c" providerId="ADAL" clId="{1646C2D0-D77F-4B00-B6CF-C272E2D08D57}" dt="2021-10-22T15:19:53.329" v="314" actId="47"/>
        <pc:sldMkLst>
          <pc:docMk/>
          <pc:sldMk cId="193293880" sldId="318"/>
        </pc:sldMkLst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445672592" sldId="318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973213558" sldId="319"/>
        </pc:sldMkLst>
      </pc:sldChg>
      <pc:sldChg chg="addSp delSp modSp add mod">
        <pc:chgData name="Occhipinti, Annalisa" userId="a66fcd2b-4181-400a-8ca1-7fdb013d8d8c" providerId="ADAL" clId="{1646C2D0-D77F-4B00-B6CF-C272E2D08D57}" dt="2021-10-22T15:35:49.496" v="414" actId="1076"/>
        <pc:sldMkLst>
          <pc:docMk/>
          <pc:sldMk cId="1351842921" sldId="320"/>
        </pc:sldMkLst>
        <pc:spChg chg="mod ord">
          <ac:chgData name="Occhipinti, Annalisa" userId="a66fcd2b-4181-400a-8ca1-7fdb013d8d8c" providerId="ADAL" clId="{1646C2D0-D77F-4B00-B6CF-C272E2D08D57}" dt="2021-10-22T15:35:49.496" v="414" actId="1076"/>
          <ac:spMkLst>
            <pc:docMk/>
            <pc:sldMk cId="1351842921" sldId="320"/>
            <ac:spMk id="13" creationId="{00000000-0000-0000-0000-000000000000}"/>
          </ac:spMkLst>
        </pc:spChg>
        <pc:picChg chg="del">
          <ac:chgData name="Occhipinti, Annalisa" userId="a66fcd2b-4181-400a-8ca1-7fdb013d8d8c" providerId="ADAL" clId="{1646C2D0-D77F-4B00-B6CF-C272E2D08D57}" dt="2021-10-22T15:35:27.971" v="406" actId="478"/>
          <ac:picMkLst>
            <pc:docMk/>
            <pc:sldMk cId="1351842921" sldId="320"/>
            <ac:picMk id="3" creationId="{00000000-0000-0000-0000-000000000000}"/>
          </ac:picMkLst>
        </pc:picChg>
        <pc:picChg chg="add mod">
          <ac:chgData name="Occhipinti, Annalisa" userId="a66fcd2b-4181-400a-8ca1-7fdb013d8d8c" providerId="ADAL" clId="{1646C2D0-D77F-4B00-B6CF-C272E2D08D57}" dt="2021-10-22T15:35:31.904" v="408" actId="1076"/>
          <ac:picMkLst>
            <pc:docMk/>
            <pc:sldMk cId="1351842921" sldId="320"/>
            <ac:picMk id="6" creationId="{4CD7894C-2EB6-471E-BFD5-51D56C635873}"/>
          </ac:picMkLst>
        </pc:picChg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2144101496" sldId="321"/>
        </pc:sldMkLst>
      </pc:sldChg>
      <pc:sldChg chg="del">
        <pc:chgData name="Occhipinti, Annalisa" userId="a66fcd2b-4181-400a-8ca1-7fdb013d8d8c" providerId="ADAL" clId="{1646C2D0-D77F-4B00-B6CF-C272E2D08D57}" dt="2021-10-22T15:19:53.329" v="314" actId="47"/>
        <pc:sldMkLst>
          <pc:docMk/>
          <pc:sldMk cId="2573495912" sldId="321"/>
        </pc:sldMkLst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2720520567" sldId="322"/>
        </pc:sldMkLst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2144314490" sldId="324"/>
        </pc:sldMkLst>
      </pc:sldChg>
      <pc:sldChg chg="del setBg">
        <pc:chgData name="Occhipinti, Annalisa" userId="a66fcd2b-4181-400a-8ca1-7fdb013d8d8c" providerId="ADAL" clId="{1646C2D0-D77F-4B00-B6CF-C272E2D08D57}" dt="2021-10-22T15:29:11.835" v="362" actId="47"/>
        <pc:sldMkLst>
          <pc:docMk/>
          <pc:sldMk cId="1051526297" sldId="325"/>
        </pc:sldMkLst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2623636772" sldId="325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362851068" sldId="326"/>
        </pc:sldMkLst>
      </pc:sldChg>
      <pc:sldChg chg="del setBg">
        <pc:chgData name="Occhipinti, Annalisa" userId="a66fcd2b-4181-400a-8ca1-7fdb013d8d8c" providerId="ADAL" clId="{1646C2D0-D77F-4B00-B6CF-C272E2D08D57}" dt="2021-10-22T15:29:11.835" v="362" actId="47"/>
        <pc:sldMkLst>
          <pc:docMk/>
          <pc:sldMk cId="177104781" sldId="327"/>
        </pc:sldMkLst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833225731" sldId="327"/>
        </pc:sldMkLst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1306354305" sldId="328"/>
        </pc:sldMkLst>
      </pc:sldChg>
      <pc:sldChg chg="del">
        <pc:chgData name="Occhipinti, Annalisa" userId="a66fcd2b-4181-400a-8ca1-7fdb013d8d8c" providerId="ADAL" clId="{1646C2D0-D77F-4B00-B6CF-C272E2D08D57}" dt="2021-10-22T15:19:53.329" v="314" actId="47"/>
        <pc:sldMkLst>
          <pc:docMk/>
          <pc:sldMk cId="4134449247" sldId="331"/>
        </pc:sldMkLst>
      </pc:sldChg>
      <pc:sldChg chg="del">
        <pc:chgData name="Occhipinti, Annalisa" userId="a66fcd2b-4181-400a-8ca1-7fdb013d8d8c" providerId="ADAL" clId="{1646C2D0-D77F-4B00-B6CF-C272E2D08D57}" dt="2021-10-22T15:19:53.329" v="314" actId="47"/>
        <pc:sldMkLst>
          <pc:docMk/>
          <pc:sldMk cId="2045213410" sldId="332"/>
        </pc:sldMkLst>
      </pc:sldChg>
      <pc:sldChg chg="del setBg">
        <pc:chgData name="Occhipinti, Annalisa" userId="a66fcd2b-4181-400a-8ca1-7fdb013d8d8c" providerId="ADAL" clId="{1646C2D0-D77F-4B00-B6CF-C272E2D08D57}" dt="2021-10-22T15:29:11.835" v="362" actId="47"/>
        <pc:sldMkLst>
          <pc:docMk/>
          <pc:sldMk cId="501898533" sldId="333"/>
        </pc:sldMkLst>
      </pc:sldChg>
      <pc:sldChg chg="del setBg">
        <pc:chgData name="Occhipinti, Annalisa" userId="a66fcd2b-4181-400a-8ca1-7fdb013d8d8c" providerId="ADAL" clId="{1646C2D0-D77F-4B00-B6CF-C272E2D08D57}" dt="2021-10-22T15:29:11.835" v="362" actId="47"/>
        <pc:sldMkLst>
          <pc:docMk/>
          <pc:sldMk cId="3494428137" sldId="334"/>
        </pc:sldMkLst>
      </pc:sldChg>
      <pc:sldChg chg="del setBg">
        <pc:chgData name="Occhipinti, Annalisa" userId="a66fcd2b-4181-400a-8ca1-7fdb013d8d8c" providerId="ADAL" clId="{1646C2D0-D77F-4B00-B6CF-C272E2D08D57}" dt="2021-10-22T15:29:11.835" v="362" actId="47"/>
        <pc:sldMkLst>
          <pc:docMk/>
          <pc:sldMk cId="4126436667" sldId="335"/>
        </pc:sldMkLst>
      </pc:sldChg>
      <pc:sldChg chg="del setBg">
        <pc:chgData name="Occhipinti, Annalisa" userId="a66fcd2b-4181-400a-8ca1-7fdb013d8d8c" providerId="ADAL" clId="{1646C2D0-D77F-4B00-B6CF-C272E2D08D57}" dt="2021-10-22T15:29:11.835" v="362" actId="47"/>
        <pc:sldMkLst>
          <pc:docMk/>
          <pc:sldMk cId="2978758737" sldId="336"/>
        </pc:sldMkLst>
      </pc:sldChg>
      <pc:sldChg chg="del setBg">
        <pc:chgData name="Occhipinti, Annalisa" userId="a66fcd2b-4181-400a-8ca1-7fdb013d8d8c" providerId="ADAL" clId="{1646C2D0-D77F-4B00-B6CF-C272E2D08D57}" dt="2021-10-22T15:29:11.835" v="362" actId="47"/>
        <pc:sldMkLst>
          <pc:docMk/>
          <pc:sldMk cId="4010813072" sldId="337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571402984" sldId="347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1400680604" sldId="348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1719824466" sldId="349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1906239350" sldId="350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947599897" sldId="351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868266344" sldId="352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229601459" sldId="353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62363269" sldId="354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025714750" sldId="355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852488162" sldId="356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004075257" sldId="358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121994544" sldId="359"/>
        </pc:sldMkLst>
      </pc:sldChg>
      <pc:sldChg chg="modSp mod setBg">
        <pc:chgData name="Occhipinti, Annalisa" userId="a66fcd2b-4181-400a-8ca1-7fdb013d8d8c" providerId="ADAL" clId="{1646C2D0-D77F-4B00-B6CF-C272E2D08D57}" dt="2021-10-22T15:28:53.140" v="360"/>
        <pc:sldMkLst>
          <pc:docMk/>
          <pc:sldMk cId="1717255756" sldId="360"/>
        </pc:sldMkLst>
        <pc:picChg chg="mod">
          <ac:chgData name="Occhipinti, Annalisa" userId="a66fcd2b-4181-400a-8ca1-7fdb013d8d8c" providerId="ADAL" clId="{1646C2D0-D77F-4B00-B6CF-C272E2D08D57}" dt="2021-10-22T12:15:29.531" v="0" actId="1076"/>
          <ac:picMkLst>
            <pc:docMk/>
            <pc:sldMk cId="1717255756" sldId="360"/>
            <ac:picMk id="8" creationId="{4CB5239A-6441-4E21-AF0A-9EC2EEB976F4}"/>
          </ac:picMkLst>
        </pc:picChg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4101997874" sldId="361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787120792" sldId="362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810485793" sldId="363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74400191" sldId="364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843590735" sldId="365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393106641" sldId="366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176038027" sldId="367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1933009343" sldId="368"/>
        </pc:sldMkLst>
      </pc:sldChg>
      <pc:sldChg chg="add del setBg">
        <pc:chgData name="Occhipinti, Annalisa" userId="a66fcd2b-4181-400a-8ca1-7fdb013d8d8c" providerId="ADAL" clId="{1646C2D0-D77F-4B00-B6CF-C272E2D08D57}" dt="2021-10-22T15:28:53.140" v="360"/>
        <pc:sldMkLst>
          <pc:docMk/>
          <pc:sldMk cId="2145861005" sldId="369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126693702" sldId="370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149100599" sldId="371"/>
        </pc:sldMkLst>
      </pc:sldChg>
      <pc:sldChg chg="del setBg">
        <pc:chgData name="Occhipinti, Annalisa" userId="a66fcd2b-4181-400a-8ca1-7fdb013d8d8c" providerId="ADAL" clId="{1646C2D0-D77F-4B00-B6CF-C272E2D08D57}" dt="2021-10-22T15:29:17.469" v="363" actId="47"/>
        <pc:sldMkLst>
          <pc:docMk/>
          <pc:sldMk cId="1823744162" sldId="372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804615412" sldId="373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593696042" sldId="374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3253284317" sldId="375"/>
        </pc:sldMkLst>
      </pc:sldChg>
      <pc:sldChg chg="setBg">
        <pc:chgData name="Occhipinti, Annalisa" userId="a66fcd2b-4181-400a-8ca1-7fdb013d8d8c" providerId="ADAL" clId="{1646C2D0-D77F-4B00-B6CF-C272E2D08D57}" dt="2021-10-22T15:28:53.140" v="360"/>
        <pc:sldMkLst>
          <pc:docMk/>
          <pc:sldMk cId="2607099036" sldId="383"/>
        </pc:sldMkLst>
      </pc:sldChg>
      <pc:sldChg chg="modSp mod ord setBg">
        <pc:chgData name="Occhipinti, Annalisa" userId="a66fcd2b-4181-400a-8ca1-7fdb013d8d8c" providerId="ADAL" clId="{1646C2D0-D77F-4B00-B6CF-C272E2D08D57}" dt="2021-10-22T15:37:39.242" v="416" actId="113"/>
        <pc:sldMkLst>
          <pc:docMk/>
          <pc:sldMk cId="1438665416" sldId="384"/>
        </pc:sldMkLst>
        <pc:spChg chg="mod">
          <ac:chgData name="Occhipinti, Annalisa" userId="a66fcd2b-4181-400a-8ca1-7fdb013d8d8c" providerId="ADAL" clId="{1646C2D0-D77F-4B00-B6CF-C272E2D08D57}" dt="2021-10-22T15:37:39.242" v="416" actId="113"/>
          <ac:spMkLst>
            <pc:docMk/>
            <pc:sldMk cId="1438665416" sldId="384"/>
            <ac:spMk id="2" creationId="{4BF3734B-2A3C-497C-96AB-EC8DD2751EEE}"/>
          </ac:spMkLst>
        </pc:spChg>
        <pc:spChg chg="mod">
          <ac:chgData name="Occhipinti, Annalisa" userId="a66fcd2b-4181-400a-8ca1-7fdb013d8d8c" providerId="ADAL" clId="{1646C2D0-D77F-4B00-B6CF-C272E2D08D57}" dt="2021-10-22T15:31:16.965" v="404" actId="20577"/>
          <ac:spMkLst>
            <pc:docMk/>
            <pc:sldMk cId="1438665416" sldId="384"/>
            <ac:spMk id="3" creationId="{C5E29CCF-337E-4189-853B-51FBFD547061}"/>
          </ac:spMkLst>
        </pc:spChg>
      </pc:sldChg>
      <pc:sldChg chg="add setBg">
        <pc:chgData name="Occhipinti, Annalisa" userId="a66fcd2b-4181-400a-8ca1-7fdb013d8d8c" providerId="ADAL" clId="{1646C2D0-D77F-4B00-B6CF-C272E2D08D57}" dt="2021-10-22T15:28:53.140" v="360"/>
        <pc:sldMkLst>
          <pc:docMk/>
          <pc:sldMk cId="525067497" sldId="385"/>
        </pc:sldMkLst>
      </pc:sldChg>
      <pc:sldChg chg="addSp delSp modSp new mod setBg modClrScheme chgLayout">
        <pc:chgData name="Occhipinti, Annalisa" userId="a66fcd2b-4181-400a-8ca1-7fdb013d8d8c" providerId="ADAL" clId="{1646C2D0-D77F-4B00-B6CF-C272E2D08D57}" dt="2021-10-22T15:28:53.140" v="360"/>
        <pc:sldMkLst>
          <pc:docMk/>
          <pc:sldMk cId="1137768986" sldId="386"/>
        </pc:sldMkLst>
        <pc:spChg chg="del">
          <ac:chgData name="Occhipinti, Annalisa" userId="a66fcd2b-4181-400a-8ca1-7fdb013d8d8c" providerId="ADAL" clId="{1646C2D0-D77F-4B00-B6CF-C272E2D08D57}" dt="2021-10-22T15:23:27.159" v="320" actId="700"/>
          <ac:spMkLst>
            <pc:docMk/>
            <pc:sldMk cId="1137768986" sldId="386"/>
            <ac:spMk id="2" creationId="{106E7086-2AEC-4580-93F9-D1C84C3BDD24}"/>
          </ac:spMkLst>
        </pc:spChg>
        <pc:spChg chg="add mod">
          <ac:chgData name="Occhipinti, Annalisa" userId="a66fcd2b-4181-400a-8ca1-7fdb013d8d8c" providerId="ADAL" clId="{1646C2D0-D77F-4B00-B6CF-C272E2D08D57}" dt="2021-10-22T15:26:14.768" v="358" actId="1076"/>
          <ac:spMkLst>
            <pc:docMk/>
            <pc:sldMk cId="1137768986" sldId="386"/>
            <ac:spMk id="8" creationId="{8D1324EF-B79D-4C90-800F-24DF3F635E11}"/>
          </ac:spMkLst>
        </pc:spChg>
        <pc:picChg chg="add mod">
          <ac:chgData name="Occhipinti, Annalisa" userId="a66fcd2b-4181-400a-8ca1-7fdb013d8d8c" providerId="ADAL" clId="{1646C2D0-D77F-4B00-B6CF-C272E2D08D57}" dt="2021-10-22T15:24:36.840" v="325" actId="14100"/>
          <ac:picMkLst>
            <pc:docMk/>
            <pc:sldMk cId="1137768986" sldId="386"/>
            <ac:picMk id="4" creationId="{DFD99E14-5F4B-4781-8F2E-407A11835B38}"/>
          </ac:picMkLst>
        </pc:picChg>
        <pc:picChg chg="add mod">
          <ac:chgData name="Occhipinti, Annalisa" userId="a66fcd2b-4181-400a-8ca1-7fdb013d8d8c" providerId="ADAL" clId="{1646C2D0-D77F-4B00-B6CF-C272E2D08D57}" dt="2021-10-22T15:24:03.121" v="324" actId="1076"/>
          <ac:picMkLst>
            <pc:docMk/>
            <pc:sldMk cId="1137768986" sldId="386"/>
            <ac:picMk id="6" creationId="{7B64541B-C3DF-4FEC-8970-03490F21807A}"/>
          </ac:picMkLst>
        </pc:picChg>
        <pc:picChg chg="add del mod">
          <ac:chgData name="Occhipinti, Annalisa" userId="a66fcd2b-4181-400a-8ca1-7fdb013d8d8c" providerId="ADAL" clId="{1646C2D0-D77F-4B00-B6CF-C272E2D08D57}" dt="2021-10-22T15:26:10.854" v="357" actId="478"/>
          <ac:picMkLst>
            <pc:docMk/>
            <pc:sldMk cId="1137768986" sldId="386"/>
            <ac:picMk id="7" creationId="{9B7AB59B-1076-4BFB-B3F1-52A4B472536B}"/>
          </ac:picMkLst>
        </pc:picChg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1147729980" sldId="387"/>
        </pc:sldMkLst>
      </pc:sldChg>
      <pc:sldChg chg="add">
        <pc:chgData name="Occhipinti, Annalisa" userId="a66fcd2b-4181-400a-8ca1-7fdb013d8d8c" providerId="ADAL" clId="{1646C2D0-D77F-4B00-B6CF-C272E2D08D57}" dt="2021-10-22T15:34:59.233" v="405"/>
        <pc:sldMkLst>
          <pc:docMk/>
          <pc:sldMk cId="797710221" sldId="388"/>
        </pc:sldMkLst>
      </pc:sldChg>
      <pc:sldChg chg="add setBg">
        <pc:chgData name="Occhipinti, Annalisa" userId="a66fcd2b-4181-400a-8ca1-7fdb013d8d8c" providerId="ADAL" clId="{1646C2D0-D77F-4B00-B6CF-C272E2D08D57}" dt="2021-10-22T15:36:44.598" v="415"/>
        <pc:sldMkLst>
          <pc:docMk/>
          <pc:sldMk cId="3032190040" sldId="389"/>
        </pc:sldMkLst>
      </pc:sldChg>
    </pc:docChg>
  </pc:docChgLst>
  <pc:docChgLst>
    <pc:chgData name="Occhipinti, Annalisa" userId="a66fcd2b-4181-400a-8ca1-7fdb013d8d8c" providerId="ADAL" clId="{DD24F02C-34B0-426C-BDE6-88F5F9CFEDAF}"/>
    <pc:docChg chg="custSel addSld delSld modSld sldOrd">
      <pc:chgData name="Occhipinti, Annalisa" userId="a66fcd2b-4181-400a-8ca1-7fdb013d8d8c" providerId="ADAL" clId="{DD24F02C-34B0-426C-BDE6-88F5F9CFEDAF}" dt="2021-10-19T17:23:18.258" v="232"/>
      <pc:docMkLst>
        <pc:docMk/>
      </pc:docMkLst>
      <pc:sldChg chg="modSp mod">
        <pc:chgData name="Occhipinti, Annalisa" userId="a66fcd2b-4181-400a-8ca1-7fdb013d8d8c" providerId="ADAL" clId="{DD24F02C-34B0-426C-BDE6-88F5F9CFEDAF}" dt="2021-10-19T17:21:47.064" v="189" actId="20577"/>
        <pc:sldMkLst>
          <pc:docMk/>
          <pc:sldMk cId="4287778871" sldId="261"/>
        </pc:sldMkLst>
        <pc:spChg chg="mod">
          <ac:chgData name="Occhipinti, Annalisa" userId="a66fcd2b-4181-400a-8ca1-7fdb013d8d8c" providerId="ADAL" clId="{DD24F02C-34B0-426C-BDE6-88F5F9CFEDAF}" dt="2021-10-19T17:21:47.064" v="189" actId="20577"/>
          <ac:spMkLst>
            <pc:docMk/>
            <pc:sldMk cId="4287778871" sldId="261"/>
            <ac:spMk id="11" creationId="{00000000-0000-0000-0000-000000000000}"/>
          </ac:spMkLst>
        </pc:spChg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1594387062" sldId="263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721381551" sldId="265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2621592362" sldId="270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2206491264" sldId="271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425516314" sldId="272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2708840233" sldId="313"/>
        </pc:sldMkLst>
      </pc:sldChg>
      <pc:sldChg chg="delSp modSp mod modTransition">
        <pc:chgData name="Occhipinti, Annalisa" userId="a66fcd2b-4181-400a-8ca1-7fdb013d8d8c" providerId="ADAL" clId="{DD24F02C-34B0-426C-BDE6-88F5F9CFEDAF}" dt="2021-10-19T15:33:52.843" v="175"/>
        <pc:sldMkLst>
          <pc:docMk/>
          <pc:sldMk cId="3990398980" sldId="314"/>
        </pc:sldMkLst>
        <pc:spChg chg="mod">
          <ac:chgData name="Occhipinti, Annalisa" userId="a66fcd2b-4181-400a-8ca1-7fdb013d8d8c" providerId="ADAL" clId="{DD24F02C-34B0-426C-BDE6-88F5F9CFEDAF}" dt="2021-10-19T15:28:54.308" v="125" actId="1076"/>
          <ac:spMkLst>
            <pc:docMk/>
            <pc:sldMk cId="3990398980" sldId="314"/>
            <ac:spMk id="2" creationId="{00000000-0000-0000-0000-000000000000}"/>
          </ac:spMkLst>
        </pc:spChg>
        <pc:spChg chg="mod">
          <ac:chgData name="Occhipinti, Annalisa" userId="a66fcd2b-4181-400a-8ca1-7fdb013d8d8c" providerId="ADAL" clId="{DD24F02C-34B0-426C-BDE6-88F5F9CFEDAF}" dt="2021-10-19T14:57:25.893" v="44" actId="1076"/>
          <ac:spMkLst>
            <pc:docMk/>
            <pc:sldMk cId="3990398980" sldId="314"/>
            <ac:spMk id="3" creationId="{00000000-0000-0000-0000-000000000000}"/>
          </ac:spMkLst>
        </pc:spChg>
        <pc:picChg chg="del">
          <ac:chgData name="Occhipinti, Annalisa" userId="a66fcd2b-4181-400a-8ca1-7fdb013d8d8c" providerId="ADAL" clId="{DD24F02C-34B0-426C-BDE6-88F5F9CFEDAF}" dt="2021-10-19T14:57:23.016" v="43" actId="478"/>
          <ac:picMkLst>
            <pc:docMk/>
            <pc:sldMk cId="3990398980" sldId="314"/>
            <ac:picMk id="3074" creationId="{00000000-0000-0000-0000-000000000000}"/>
          </ac:picMkLst>
        </pc:picChg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041989369" sldId="315"/>
        </pc:sldMkLst>
      </pc:sldChg>
      <pc:sldChg chg="del">
        <pc:chgData name="Occhipinti, Annalisa" userId="a66fcd2b-4181-400a-8ca1-7fdb013d8d8c" providerId="ADAL" clId="{DD24F02C-34B0-426C-BDE6-88F5F9CFEDAF}" dt="2021-10-19T14:57:00.222" v="42" actId="47"/>
        <pc:sldMkLst>
          <pc:docMk/>
          <pc:sldMk cId="1290057245" sldId="320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088357852" sldId="322"/>
        </pc:sldMkLst>
      </pc:sldChg>
      <pc:sldChg chg="del">
        <pc:chgData name="Occhipinti, Annalisa" userId="a66fcd2b-4181-400a-8ca1-7fdb013d8d8c" providerId="ADAL" clId="{DD24F02C-34B0-426C-BDE6-88F5F9CFEDAF}" dt="2021-10-19T14:57:00.222" v="42" actId="47"/>
        <pc:sldMkLst>
          <pc:docMk/>
          <pc:sldMk cId="3994742638" sldId="323"/>
        </pc:sldMkLst>
      </pc:sldChg>
      <pc:sldChg chg="del">
        <pc:chgData name="Occhipinti, Annalisa" userId="a66fcd2b-4181-400a-8ca1-7fdb013d8d8c" providerId="ADAL" clId="{DD24F02C-34B0-426C-BDE6-88F5F9CFEDAF}" dt="2021-10-19T14:57:00.222" v="42" actId="47"/>
        <pc:sldMkLst>
          <pc:docMk/>
          <pc:sldMk cId="352616981" sldId="324"/>
        </pc:sldMkLst>
      </pc:sldChg>
      <pc:sldChg chg="add del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1354709020" sldId="330"/>
        </pc:sldMkLst>
      </pc:sldChg>
      <pc:sldChg chg="del">
        <pc:chgData name="Occhipinti, Annalisa" userId="a66fcd2b-4181-400a-8ca1-7fdb013d8d8c" providerId="ADAL" clId="{DD24F02C-34B0-426C-BDE6-88F5F9CFEDAF}" dt="2021-10-19T14:57:00.222" v="42" actId="47"/>
        <pc:sldMkLst>
          <pc:docMk/>
          <pc:sldMk cId="2132379965" sldId="330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1957552883" sldId="339"/>
        </pc:sldMkLst>
      </pc:sldChg>
      <pc:sldChg chg="add del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4071460825" sldId="339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4764179" sldId="340"/>
        </pc:sldMkLst>
      </pc:sldChg>
      <pc:sldChg chg="add del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3465710755" sldId="340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474765167" sldId="341"/>
        </pc:sldMkLst>
      </pc:sldChg>
      <pc:sldChg chg="add del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949322921" sldId="341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29053566" sldId="342"/>
        </pc:sldMkLst>
      </pc:sldChg>
      <pc:sldChg chg="add del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2016491797" sldId="342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823748866" sldId="343"/>
        </pc:sldMkLst>
      </pc:sldChg>
      <pc:sldChg chg="modSp add del mod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1759269902" sldId="343"/>
        </pc:sldMkLst>
        <pc:spChg chg="mod">
          <ac:chgData name="Occhipinti, Annalisa" userId="a66fcd2b-4181-400a-8ca1-7fdb013d8d8c" providerId="ADAL" clId="{DD24F02C-34B0-426C-BDE6-88F5F9CFEDAF}" dt="2021-10-19T15:10:29.544" v="88" actId="20577"/>
          <ac:spMkLst>
            <pc:docMk/>
            <pc:sldMk cId="1759269902" sldId="343"/>
            <ac:spMk id="2" creationId="{00000000-0000-0000-0000-000000000000}"/>
          </ac:spMkLst>
        </pc:spChg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154080846" sldId="344"/>
        </pc:sldMkLst>
      </pc:sldChg>
      <pc:sldChg chg="add del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1042148556" sldId="345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186468027" sldId="345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2764594185" sldId="346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833313658" sldId="347"/>
        </pc:sldMkLst>
      </pc:sldChg>
      <pc:sldChg chg="add">
        <pc:chgData name="Occhipinti, Annalisa" userId="a66fcd2b-4181-400a-8ca1-7fdb013d8d8c" providerId="ADAL" clId="{DD24F02C-34B0-426C-BDE6-88F5F9CFEDAF}" dt="2021-10-19T14:56:55.435" v="41"/>
        <pc:sldMkLst>
          <pc:docMk/>
          <pc:sldMk cId="3571402984" sldId="347"/>
        </pc:sldMkLst>
      </pc:sldChg>
      <pc:sldChg chg="add">
        <pc:chgData name="Occhipinti, Annalisa" userId="a66fcd2b-4181-400a-8ca1-7fdb013d8d8c" providerId="ADAL" clId="{DD24F02C-34B0-426C-BDE6-88F5F9CFEDAF}" dt="2021-10-19T14:56:55.435" v="41"/>
        <pc:sldMkLst>
          <pc:docMk/>
          <pc:sldMk cId="1400680604" sldId="348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2918707324" sldId="348"/>
        </pc:sldMkLst>
      </pc:sldChg>
      <pc:sldChg chg="add">
        <pc:chgData name="Occhipinti, Annalisa" userId="a66fcd2b-4181-400a-8ca1-7fdb013d8d8c" providerId="ADAL" clId="{DD24F02C-34B0-426C-BDE6-88F5F9CFEDAF}" dt="2021-10-19T14:56:55.435" v="41"/>
        <pc:sldMkLst>
          <pc:docMk/>
          <pc:sldMk cId="1719824466" sldId="349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475742706" sldId="349"/>
        </pc:sldMkLst>
      </pc:sldChg>
      <pc:sldChg chg="modSp add mod">
        <pc:chgData name="Occhipinti, Annalisa" userId="a66fcd2b-4181-400a-8ca1-7fdb013d8d8c" providerId="ADAL" clId="{DD24F02C-34B0-426C-BDE6-88F5F9CFEDAF}" dt="2021-10-19T15:07:23.576" v="60" actId="20577"/>
        <pc:sldMkLst>
          <pc:docMk/>
          <pc:sldMk cId="1906239350" sldId="350"/>
        </pc:sldMkLst>
        <pc:spChg chg="mod">
          <ac:chgData name="Occhipinti, Annalisa" userId="a66fcd2b-4181-400a-8ca1-7fdb013d8d8c" providerId="ADAL" clId="{DD24F02C-34B0-426C-BDE6-88F5F9CFEDAF}" dt="2021-10-19T15:07:23.576" v="60" actId="20577"/>
          <ac:spMkLst>
            <pc:docMk/>
            <pc:sldMk cId="1906239350" sldId="350"/>
            <ac:spMk id="3" creationId="{00000000-0000-0000-0000-000000000000}"/>
          </ac:spMkLst>
        </pc:spChg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2496963498" sldId="350"/>
        </pc:sldMkLst>
      </pc:sldChg>
      <pc:sldChg chg="delSp modSp add mod">
        <pc:chgData name="Occhipinti, Annalisa" userId="a66fcd2b-4181-400a-8ca1-7fdb013d8d8c" providerId="ADAL" clId="{DD24F02C-34B0-426C-BDE6-88F5F9CFEDAF}" dt="2021-10-19T15:05:20.402" v="46" actId="21"/>
        <pc:sldMkLst>
          <pc:docMk/>
          <pc:sldMk cId="2947599897" sldId="351"/>
        </pc:sldMkLst>
        <pc:spChg chg="mod">
          <ac:chgData name="Occhipinti, Annalisa" userId="a66fcd2b-4181-400a-8ca1-7fdb013d8d8c" providerId="ADAL" clId="{DD24F02C-34B0-426C-BDE6-88F5F9CFEDAF}" dt="2021-10-19T15:05:17.594" v="45" actId="20577"/>
          <ac:spMkLst>
            <pc:docMk/>
            <pc:sldMk cId="2947599897" sldId="351"/>
            <ac:spMk id="3" creationId="{00000000-0000-0000-0000-000000000000}"/>
          </ac:spMkLst>
        </pc:spChg>
        <pc:picChg chg="del">
          <ac:chgData name="Occhipinti, Annalisa" userId="a66fcd2b-4181-400a-8ca1-7fdb013d8d8c" providerId="ADAL" clId="{DD24F02C-34B0-426C-BDE6-88F5F9CFEDAF}" dt="2021-10-19T15:05:20.402" v="46" actId="21"/>
          <ac:picMkLst>
            <pc:docMk/>
            <pc:sldMk cId="2947599897" sldId="351"/>
            <ac:picMk id="6" creationId="{C8D1638C-B295-4B8C-9286-F06366FDAA2C}"/>
          </ac:picMkLst>
        </pc:picChg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890714359" sldId="351"/>
        </pc:sldMkLst>
      </pc:sldChg>
      <pc:sldChg chg="addSp modSp add mod">
        <pc:chgData name="Occhipinti, Annalisa" userId="a66fcd2b-4181-400a-8ca1-7fdb013d8d8c" providerId="ADAL" clId="{DD24F02C-34B0-426C-BDE6-88F5F9CFEDAF}" dt="2021-10-19T15:05:24.159" v="48" actId="1076"/>
        <pc:sldMkLst>
          <pc:docMk/>
          <pc:sldMk cId="2868266344" sldId="352"/>
        </pc:sldMkLst>
        <pc:picChg chg="add mod">
          <ac:chgData name="Occhipinti, Annalisa" userId="a66fcd2b-4181-400a-8ca1-7fdb013d8d8c" providerId="ADAL" clId="{DD24F02C-34B0-426C-BDE6-88F5F9CFEDAF}" dt="2021-10-19T15:05:24.159" v="48" actId="1076"/>
          <ac:picMkLst>
            <pc:docMk/>
            <pc:sldMk cId="2868266344" sldId="352"/>
            <ac:picMk id="6" creationId="{F83E2CEC-E97E-436C-8D18-DE86E916726C}"/>
          </ac:picMkLst>
        </pc:picChg>
      </pc:sldChg>
      <pc:sldChg chg="modSp add mod">
        <pc:chgData name="Occhipinti, Annalisa" userId="a66fcd2b-4181-400a-8ca1-7fdb013d8d8c" providerId="ADAL" clId="{DD24F02C-34B0-426C-BDE6-88F5F9CFEDAF}" dt="2021-10-19T15:09:07.672" v="72" actId="20577"/>
        <pc:sldMkLst>
          <pc:docMk/>
          <pc:sldMk cId="2229601459" sldId="353"/>
        </pc:sldMkLst>
        <pc:spChg chg="mod">
          <ac:chgData name="Occhipinti, Annalisa" userId="a66fcd2b-4181-400a-8ca1-7fdb013d8d8c" providerId="ADAL" clId="{DD24F02C-34B0-426C-BDE6-88F5F9CFEDAF}" dt="2021-10-19T15:09:07.672" v="72" actId="20577"/>
          <ac:spMkLst>
            <pc:docMk/>
            <pc:sldMk cId="2229601459" sldId="353"/>
            <ac:spMk id="2" creationId="{00000000-0000-0000-0000-000000000000}"/>
          </ac:spMkLst>
        </pc:spChg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4196115518" sldId="353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1270988296" sldId="357"/>
        </pc:sldMkLst>
      </pc:sldChg>
      <pc:sldChg chg="add">
        <pc:chgData name="Occhipinti, Annalisa" userId="a66fcd2b-4181-400a-8ca1-7fdb013d8d8c" providerId="ADAL" clId="{DD24F02C-34B0-426C-BDE6-88F5F9CFEDAF}" dt="2021-10-19T14:56:55.435" v="41"/>
        <pc:sldMkLst>
          <pc:docMk/>
          <pc:sldMk cId="2804615412" sldId="373"/>
        </pc:sldMkLst>
      </pc:sldChg>
      <pc:sldChg chg="del">
        <pc:chgData name="Occhipinti, Annalisa" userId="a66fcd2b-4181-400a-8ca1-7fdb013d8d8c" providerId="ADAL" clId="{DD24F02C-34B0-426C-BDE6-88F5F9CFEDAF}" dt="2021-10-19T14:55:44.181" v="0" actId="47"/>
        <pc:sldMkLst>
          <pc:docMk/>
          <pc:sldMk cId="3136099232" sldId="373"/>
        </pc:sldMkLst>
      </pc:sldChg>
      <pc:sldChg chg="add">
        <pc:chgData name="Occhipinti, Annalisa" userId="a66fcd2b-4181-400a-8ca1-7fdb013d8d8c" providerId="ADAL" clId="{DD24F02C-34B0-426C-BDE6-88F5F9CFEDAF}" dt="2021-10-19T14:56:55.435" v="41"/>
        <pc:sldMkLst>
          <pc:docMk/>
          <pc:sldMk cId="3593696042" sldId="374"/>
        </pc:sldMkLst>
      </pc:sldChg>
      <pc:sldChg chg="add">
        <pc:chgData name="Occhipinti, Annalisa" userId="a66fcd2b-4181-400a-8ca1-7fdb013d8d8c" providerId="ADAL" clId="{DD24F02C-34B0-426C-BDE6-88F5F9CFEDAF}" dt="2021-10-19T14:56:55.435" v="41"/>
        <pc:sldMkLst>
          <pc:docMk/>
          <pc:sldMk cId="3253284317" sldId="375"/>
        </pc:sldMkLst>
      </pc:sldChg>
      <pc:sldChg chg="modSp new del mod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1255351467" sldId="376"/>
        </pc:sldMkLst>
        <pc:spChg chg="mod">
          <ac:chgData name="Occhipinti, Annalisa" userId="a66fcd2b-4181-400a-8ca1-7fdb013d8d8c" providerId="ADAL" clId="{DD24F02C-34B0-426C-BDE6-88F5F9CFEDAF}" dt="2021-10-19T15:09:47.263" v="83" actId="20577"/>
          <ac:spMkLst>
            <pc:docMk/>
            <pc:sldMk cId="1255351467" sldId="376"/>
            <ac:spMk id="2" creationId="{886CA2F7-5FC3-46C5-AF70-63C222E7397B}"/>
          </ac:spMkLst>
        </pc:spChg>
      </pc:sldChg>
      <pc:sldChg chg="add del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3499641708" sldId="377"/>
        </pc:sldMkLst>
      </pc:sldChg>
      <pc:sldChg chg="addSp delSp modSp add del mod modTransition modAnim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2145295376" sldId="378"/>
        </pc:sldMkLst>
        <pc:picChg chg="add del mod">
          <ac:chgData name="Occhipinti, Annalisa" userId="a66fcd2b-4181-400a-8ca1-7fdb013d8d8c" providerId="ADAL" clId="{DD24F02C-34B0-426C-BDE6-88F5F9CFEDAF}" dt="2021-10-19T15:17:30.489" v="101" actId="478"/>
          <ac:picMkLst>
            <pc:docMk/>
            <pc:sldMk cId="2145295376" sldId="378"/>
            <ac:picMk id="6" creationId="{C3364B38-7CC0-4539-91B9-5CE351D97A41}"/>
          </ac:picMkLst>
        </pc:picChg>
        <pc:picChg chg="del">
          <ac:chgData name="Occhipinti, Annalisa" userId="a66fcd2b-4181-400a-8ca1-7fdb013d8d8c" providerId="ADAL" clId="{DD24F02C-34B0-426C-BDE6-88F5F9CFEDAF}" dt="2021-10-19T15:16:44.374" v="95" actId="478"/>
          <ac:picMkLst>
            <pc:docMk/>
            <pc:sldMk cId="2145295376" sldId="378"/>
            <ac:picMk id="8" creationId="{00000000-0000-0000-0000-000000000000}"/>
          </ac:picMkLst>
        </pc:picChg>
        <pc:picChg chg="add del mod">
          <ac:chgData name="Occhipinti, Annalisa" userId="a66fcd2b-4181-400a-8ca1-7fdb013d8d8c" providerId="ADAL" clId="{DD24F02C-34B0-426C-BDE6-88F5F9CFEDAF}" dt="2021-10-19T15:17:43.898" v="104" actId="478"/>
          <ac:picMkLst>
            <pc:docMk/>
            <pc:sldMk cId="2145295376" sldId="378"/>
            <ac:picMk id="9" creationId="{D0A8DF7B-18E8-4BEF-AD84-114A26DD787A}"/>
          </ac:picMkLst>
        </pc:picChg>
        <pc:picChg chg="add mod">
          <ac:chgData name="Occhipinti, Annalisa" userId="a66fcd2b-4181-400a-8ca1-7fdb013d8d8c" providerId="ADAL" clId="{DD24F02C-34B0-426C-BDE6-88F5F9CFEDAF}" dt="2021-10-19T15:17:47.946" v="107" actId="14100"/>
          <ac:picMkLst>
            <pc:docMk/>
            <pc:sldMk cId="2145295376" sldId="378"/>
            <ac:picMk id="11" creationId="{448A4B38-6358-4BA3-90E2-6F396754957F}"/>
          </ac:picMkLst>
        </pc:picChg>
        <pc:picChg chg="add mod">
          <ac:chgData name="Occhipinti, Annalisa" userId="a66fcd2b-4181-400a-8ca1-7fdb013d8d8c" providerId="ADAL" clId="{DD24F02C-34B0-426C-BDE6-88F5F9CFEDAF}" dt="2021-10-19T15:17:50.609" v="109" actId="1076"/>
          <ac:picMkLst>
            <pc:docMk/>
            <pc:sldMk cId="2145295376" sldId="378"/>
            <ac:picMk id="1026" creationId="{DC71EE86-7DBD-4F1A-8C26-2A5DB0315F74}"/>
          </ac:picMkLst>
        </pc:picChg>
      </pc:sldChg>
      <pc:sldChg chg="addSp delSp modSp add del mod modTransition delAnim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3380527693" sldId="379"/>
        </pc:sldMkLst>
        <pc:spChg chg="del">
          <ac:chgData name="Occhipinti, Annalisa" userId="a66fcd2b-4181-400a-8ca1-7fdb013d8d8c" providerId="ADAL" clId="{DD24F02C-34B0-426C-BDE6-88F5F9CFEDAF}" dt="2021-10-19T15:20:54.296" v="116" actId="478"/>
          <ac:spMkLst>
            <pc:docMk/>
            <pc:sldMk cId="3380527693" sldId="379"/>
            <ac:spMk id="7" creationId="{00000000-0000-0000-0000-000000000000}"/>
          </ac:spMkLst>
        </pc:spChg>
        <pc:picChg chg="del">
          <ac:chgData name="Occhipinti, Annalisa" userId="a66fcd2b-4181-400a-8ca1-7fdb013d8d8c" providerId="ADAL" clId="{DD24F02C-34B0-426C-BDE6-88F5F9CFEDAF}" dt="2021-10-19T15:20:51.853" v="115" actId="478"/>
          <ac:picMkLst>
            <pc:docMk/>
            <pc:sldMk cId="3380527693" sldId="379"/>
            <ac:picMk id="3" creationId="{00000000-0000-0000-0000-000000000000}"/>
          </ac:picMkLst>
        </pc:picChg>
        <pc:picChg chg="del">
          <ac:chgData name="Occhipinti, Annalisa" userId="a66fcd2b-4181-400a-8ca1-7fdb013d8d8c" providerId="ADAL" clId="{DD24F02C-34B0-426C-BDE6-88F5F9CFEDAF}" dt="2021-10-19T15:20:45.612" v="111" actId="478"/>
          <ac:picMkLst>
            <pc:docMk/>
            <pc:sldMk cId="3380527693" sldId="379"/>
            <ac:picMk id="6" creationId="{00000000-0000-0000-0000-000000000000}"/>
          </ac:picMkLst>
        </pc:picChg>
        <pc:picChg chg="add mod">
          <ac:chgData name="Occhipinti, Annalisa" userId="a66fcd2b-4181-400a-8ca1-7fdb013d8d8c" providerId="ADAL" clId="{DD24F02C-34B0-426C-BDE6-88F5F9CFEDAF}" dt="2021-10-19T15:20:50.187" v="114" actId="14100"/>
          <ac:picMkLst>
            <pc:docMk/>
            <pc:sldMk cId="3380527693" sldId="379"/>
            <ac:picMk id="9" creationId="{8F1F2745-CEF1-4477-BCDF-12CA245E9060}"/>
          </ac:picMkLst>
        </pc:picChg>
      </pc:sldChg>
      <pc:sldChg chg="addSp delSp modSp add del mod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1152381865" sldId="380"/>
        </pc:sldMkLst>
        <pc:picChg chg="add mod">
          <ac:chgData name="Occhipinti, Annalisa" userId="a66fcd2b-4181-400a-8ca1-7fdb013d8d8c" providerId="ADAL" clId="{DD24F02C-34B0-426C-BDE6-88F5F9CFEDAF}" dt="2021-10-19T15:23:47.211" v="120" actId="14100"/>
          <ac:picMkLst>
            <pc:docMk/>
            <pc:sldMk cId="1152381865" sldId="380"/>
            <ac:picMk id="5" creationId="{7821E334-9543-4ABA-AA97-364751143B84}"/>
          </ac:picMkLst>
        </pc:picChg>
        <pc:picChg chg="del">
          <ac:chgData name="Occhipinti, Annalisa" userId="a66fcd2b-4181-400a-8ca1-7fdb013d8d8c" providerId="ADAL" clId="{DD24F02C-34B0-426C-BDE6-88F5F9CFEDAF}" dt="2021-10-19T15:23:43.366" v="117" actId="478"/>
          <ac:picMkLst>
            <pc:docMk/>
            <pc:sldMk cId="1152381865" sldId="380"/>
            <ac:picMk id="8194" creationId="{00000000-0000-0000-0000-000000000000}"/>
          </ac:picMkLst>
        </pc:picChg>
      </pc:sldChg>
      <pc:sldChg chg="addSp delSp modSp add del mod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933050299" sldId="381"/>
        </pc:sldMkLst>
        <pc:picChg chg="del">
          <ac:chgData name="Occhipinti, Annalisa" userId="a66fcd2b-4181-400a-8ca1-7fdb013d8d8c" providerId="ADAL" clId="{DD24F02C-34B0-426C-BDE6-88F5F9CFEDAF}" dt="2021-10-19T15:25:04.851" v="121" actId="478"/>
          <ac:picMkLst>
            <pc:docMk/>
            <pc:sldMk cId="933050299" sldId="381"/>
            <ac:picMk id="3" creationId="{00000000-0000-0000-0000-000000000000}"/>
          </ac:picMkLst>
        </pc:picChg>
        <pc:picChg chg="add mod">
          <ac:chgData name="Occhipinti, Annalisa" userId="a66fcd2b-4181-400a-8ca1-7fdb013d8d8c" providerId="ADAL" clId="{DD24F02C-34B0-426C-BDE6-88F5F9CFEDAF}" dt="2021-10-19T15:25:08.588" v="124" actId="14100"/>
          <ac:picMkLst>
            <pc:docMk/>
            <pc:sldMk cId="933050299" sldId="381"/>
            <ac:picMk id="6" creationId="{ED9191F5-87BA-4547-90A9-36D1E7C5CA70}"/>
          </ac:picMkLst>
        </pc:picChg>
      </pc:sldChg>
      <pc:sldChg chg="add del modTransition">
        <pc:chgData name="Occhipinti, Annalisa" userId="a66fcd2b-4181-400a-8ca1-7fdb013d8d8c" providerId="ADAL" clId="{DD24F02C-34B0-426C-BDE6-88F5F9CFEDAF}" dt="2021-10-19T17:19:45.368" v="176" actId="2696"/>
        <pc:sldMkLst>
          <pc:docMk/>
          <pc:sldMk cId="1910963311" sldId="382"/>
        </pc:sldMkLst>
      </pc:sldChg>
      <pc:sldChg chg="addSp delSp modSp new mod modClrScheme chgLayout">
        <pc:chgData name="Occhipinti, Annalisa" userId="a66fcd2b-4181-400a-8ca1-7fdb013d8d8c" providerId="ADAL" clId="{DD24F02C-34B0-426C-BDE6-88F5F9CFEDAF}" dt="2021-10-19T15:32:09.292" v="174" actId="20577"/>
        <pc:sldMkLst>
          <pc:docMk/>
          <pc:sldMk cId="2607099036" sldId="383"/>
        </pc:sldMkLst>
        <pc:spChg chg="del">
          <ac:chgData name="Occhipinti, Annalisa" userId="a66fcd2b-4181-400a-8ca1-7fdb013d8d8c" providerId="ADAL" clId="{DD24F02C-34B0-426C-BDE6-88F5F9CFEDAF}" dt="2021-10-19T15:31:54.930" v="127" actId="700"/>
          <ac:spMkLst>
            <pc:docMk/>
            <pc:sldMk cId="2607099036" sldId="383"/>
            <ac:spMk id="2" creationId="{0CE92667-AB00-48B0-9A70-E433B1F65338}"/>
          </ac:spMkLst>
        </pc:spChg>
        <pc:spChg chg="add mod">
          <ac:chgData name="Occhipinti, Annalisa" userId="a66fcd2b-4181-400a-8ca1-7fdb013d8d8c" providerId="ADAL" clId="{DD24F02C-34B0-426C-BDE6-88F5F9CFEDAF}" dt="2021-10-19T15:32:09.292" v="174" actId="20577"/>
          <ac:spMkLst>
            <pc:docMk/>
            <pc:sldMk cId="2607099036" sldId="383"/>
            <ac:spMk id="3" creationId="{D90B0871-30F1-41A9-991D-ABA17D3AB59D}"/>
          </ac:spMkLst>
        </pc:spChg>
        <pc:spChg chg="add mod">
          <ac:chgData name="Occhipinti, Annalisa" userId="a66fcd2b-4181-400a-8ca1-7fdb013d8d8c" providerId="ADAL" clId="{DD24F02C-34B0-426C-BDE6-88F5F9CFEDAF}" dt="2021-10-19T15:31:54.930" v="127" actId="700"/>
          <ac:spMkLst>
            <pc:docMk/>
            <pc:sldMk cId="2607099036" sldId="383"/>
            <ac:spMk id="4" creationId="{A26ED3F0-6F4E-4AED-BC09-6C11CEA33F28}"/>
          </ac:spMkLst>
        </pc:spChg>
      </pc:sldChg>
      <pc:sldChg chg="modSp new mod ord">
        <pc:chgData name="Occhipinti, Annalisa" userId="a66fcd2b-4181-400a-8ca1-7fdb013d8d8c" providerId="ADAL" clId="{DD24F02C-34B0-426C-BDE6-88F5F9CFEDAF}" dt="2021-10-19T17:23:18.258" v="232"/>
        <pc:sldMkLst>
          <pc:docMk/>
          <pc:sldMk cId="1438665416" sldId="384"/>
        </pc:sldMkLst>
        <pc:spChg chg="mod">
          <ac:chgData name="Occhipinti, Annalisa" userId="a66fcd2b-4181-400a-8ca1-7fdb013d8d8c" providerId="ADAL" clId="{DD24F02C-34B0-426C-BDE6-88F5F9CFEDAF}" dt="2021-10-19T17:23:12.939" v="230" actId="20577"/>
          <ac:spMkLst>
            <pc:docMk/>
            <pc:sldMk cId="1438665416" sldId="384"/>
            <ac:spMk id="2" creationId="{4BF3734B-2A3C-497C-96AB-EC8DD2751EEE}"/>
          </ac:spMkLst>
        </pc:spChg>
      </pc:sldChg>
      <pc:sldMasterChg chg="delSldLayout">
        <pc:chgData name="Occhipinti, Annalisa" userId="a66fcd2b-4181-400a-8ca1-7fdb013d8d8c" providerId="ADAL" clId="{DD24F02C-34B0-426C-BDE6-88F5F9CFEDAF}" dt="2021-10-19T17:19:45.368" v="176" actId="2696"/>
        <pc:sldMasterMkLst>
          <pc:docMk/>
          <pc:sldMasterMk cId="2293038099" sldId="2147483648"/>
        </pc:sldMasterMkLst>
        <pc:sldLayoutChg chg="del">
          <pc:chgData name="Occhipinti, Annalisa" userId="a66fcd2b-4181-400a-8ca1-7fdb013d8d8c" providerId="ADAL" clId="{DD24F02C-34B0-426C-BDE6-88F5F9CFEDAF}" dt="2021-10-19T17:19:45.368" v="176" actId="2696"/>
          <pc:sldLayoutMkLst>
            <pc:docMk/>
            <pc:sldMasterMk cId="2293038099" sldId="2147483648"/>
            <pc:sldLayoutMk cId="737565069" sldId="2147483678"/>
          </pc:sldLayoutMkLst>
        </pc:sldLayoutChg>
      </pc:sldMasterChg>
    </pc:docChg>
  </pc:docChgLst>
  <pc:docChgLst>
    <pc:chgData name="Occhipinti, Annalisa" userId="a66fcd2b-4181-400a-8ca1-7fdb013d8d8c" providerId="ADAL" clId="{8722D420-2D35-418E-8022-381E3C0C1258}"/>
    <pc:docChg chg="modSld">
      <pc:chgData name="Occhipinti, Annalisa" userId="a66fcd2b-4181-400a-8ca1-7fdb013d8d8c" providerId="ADAL" clId="{8722D420-2D35-418E-8022-381E3C0C1258}" dt="2021-10-25T14:11:20.984" v="30"/>
      <pc:docMkLst>
        <pc:docMk/>
      </pc:docMkLst>
      <pc:sldChg chg="modAnim">
        <pc:chgData name="Occhipinti, Annalisa" userId="a66fcd2b-4181-400a-8ca1-7fdb013d8d8c" providerId="ADAL" clId="{8722D420-2D35-418E-8022-381E3C0C1258}" dt="2021-10-25T14:11:20.984" v="30"/>
        <pc:sldMkLst>
          <pc:docMk/>
          <pc:sldMk cId="1906239350" sldId="350"/>
        </pc:sldMkLst>
      </pc:sldChg>
      <pc:sldChg chg="modSp mod">
        <pc:chgData name="Occhipinti, Annalisa" userId="a66fcd2b-4181-400a-8ca1-7fdb013d8d8c" providerId="ADAL" clId="{8722D420-2D35-418E-8022-381E3C0C1258}" dt="2021-10-25T14:10:58.730" v="26" actId="20577"/>
        <pc:sldMkLst>
          <pc:docMk/>
          <pc:sldMk cId="2229601459" sldId="353"/>
        </pc:sldMkLst>
        <pc:spChg chg="mod">
          <ac:chgData name="Occhipinti, Annalisa" userId="a66fcd2b-4181-400a-8ca1-7fdb013d8d8c" providerId="ADAL" clId="{8722D420-2D35-418E-8022-381E3C0C1258}" dt="2021-10-25T14:10:58.730" v="26" actId="20577"/>
          <ac:spMkLst>
            <pc:docMk/>
            <pc:sldMk cId="2229601459" sldId="353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C98BD-8323-43D0-8DE2-C0420E7D1812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200FE610-2FC7-44A2-BCD0-F48F19895886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Create </a:t>
          </a:r>
          <a:br>
            <a:rPr lang="en-AU">
              <a:solidFill>
                <a:schemeClr val="tx1"/>
              </a:solidFill>
            </a:rPr>
          </a:br>
          <a:r>
            <a:rPr lang="en-AU">
              <a:solidFill>
                <a:schemeClr val="tx1"/>
              </a:solidFill>
            </a:rPr>
            <a:t>queries</a:t>
          </a:r>
          <a:endParaRPr lang="en-US" dirty="0">
            <a:solidFill>
              <a:schemeClr val="tx1"/>
            </a:solidFill>
          </a:endParaRPr>
        </a:p>
      </dgm:t>
    </dgm:pt>
    <dgm:pt modelId="{B84F0008-9309-4447-80CF-DBE10A748444}" type="parTrans" cxnId="{E1F84C2C-0264-4E00-84F1-266B6DCC479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583B078-FA2C-4975-894B-9CBF0E7F8A7E}" type="sibTrans" cxnId="{E1F84C2C-0264-4E00-84F1-266B6DCC479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A1C5199-AAB0-451E-9C4B-E39596CF7AC7}">
      <dgm:prSet phldrT="[Text]"/>
      <dgm:spPr>
        <a:solidFill>
          <a:srgbClr val="F2C812"/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Enhance the model</a:t>
          </a:r>
          <a:endParaRPr lang="en-US">
            <a:solidFill>
              <a:schemeClr val="tx1"/>
            </a:solidFill>
          </a:endParaRPr>
        </a:p>
      </dgm:t>
    </dgm:pt>
    <dgm:pt modelId="{CD7A2D38-1AE2-4B36-8261-B35B8D1AD607}" type="parTrans" cxnId="{ACA92FAD-8A3E-4258-A6D1-6321AD37F45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A5CFB2-67AF-403B-AF03-E265B76BAD45}" type="sibTrans" cxnId="{ACA92FAD-8A3E-4258-A6D1-6321AD37F45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34FA073-4421-4C28-BE17-750C44613534}">
      <dgm:prSet phldrT="[Text]"/>
      <dgm:spPr/>
      <dgm:t>
        <a:bodyPr/>
        <a:lstStyle/>
        <a:p>
          <a:r>
            <a:rPr lang="en-AU">
              <a:solidFill>
                <a:schemeClr val="tx1"/>
              </a:solidFill>
            </a:rPr>
            <a:t>Design reports</a:t>
          </a:r>
          <a:endParaRPr lang="en-US">
            <a:solidFill>
              <a:schemeClr val="tx1"/>
            </a:solidFill>
          </a:endParaRPr>
        </a:p>
      </dgm:t>
    </dgm:pt>
    <dgm:pt modelId="{ED794177-0090-4A2D-A0CC-495332957E96}" type="parTrans" cxnId="{6DA88136-AE06-4229-B0B7-2CA6499D2B4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2F5A671-5C4F-4A92-B61B-1464FB632CFD}" type="sibTrans" cxnId="{6DA88136-AE06-4229-B0B7-2CA6499D2B4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3E11522-A02B-4057-A54E-16391FD74C2E}">
      <dgm:prSet phldrT="[Text]"/>
      <dgm:spPr/>
      <dgm:t>
        <a:bodyPr/>
        <a:lstStyle/>
        <a:p>
          <a:r>
            <a:rPr lang="en-AU">
              <a:solidFill>
                <a:schemeClr val="tx1"/>
              </a:solidFill>
            </a:rPr>
            <a:t>Publish to Power BI</a:t>
          </a:r>
          <a:endParaRPr lang="en-US">
            <a:solidFill>
              <a:schemeClr val="tx1"/>
            </a:solidFill>
          </a:endParaRPr>
        </a:p>
      </dgm:t>
    </dgm:pt>
    <dgm:pt modelId="{E8CD118F-7F06-42B8-9ABD-D77A7DFCAF92}" type="parTrans" cxnId="{3B790106-5F1E-4A17-B42E-4E2121EB0FB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4510547-F3C3-41AD-BDF9-8079B319D8A6}" type="sibTrans" cxnId="{3B790106-5F1E-4A17-B42E-4E2121EB0FB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98339C6-DFFB-44F5-8535-435AF45121B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Configure relationships</a:t>
          </a:r>
          <a:endParaRPr lang="en-US">
            <a:solidFill>
              <a:schemeClr val="tx1"/>
            </a:solidFill>
          </a:endParaRPr>
        </a:p>
      </dgm:t>
    </dgm:pt>
    <dgm:pt modelId="{773F8119-1B09-49AA-A131-45E6F8AAF428}" type="sibTrans" cxnId="{B383455D-6F63-466F-A5F2-542C7B47066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C9F25DB-799C-49BD-A510-955EF4C9F2CB}" type="parTrans" cxnId="{B383455D-6F63-466F-A5F2-542C7B47066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C26A8A-2443-4C02-8842-259CE6DFBE2A}" type="pres">
      <dgm:prSet presAssocID="{E7CC98BD-8323-43D0-8DE2-C0420E7D1812}" presName="Name0" presStyleCnt="0">
        <dgm:presLayoutVars>
          <dgm:dir/>
          <dgm:resizeHandles val="exact"/>
        </dgm:presLayoutVars>
      </dgm:prSet>
      <dgm:spPr/>
    </dgm:pt>
    <dgm:pt modelId="{97492F20-71A7-46BA-9053-9A55B497D836}" type="pres">
      <dgm:prSet presAssocID="{200FE610-2FC7-44A2-BCD0-F48F19895886}" presName="parTxOnly" presStyleLbl="node1" presStyleIdx="0" presStyleCnt="5">
        <dgm:presLayoutVars>
          <dgm:bulletEnabled val="1"/>
        </dgm:presLayoutVars>
      </dgm:prSet>
      <dgm:spPr/>
    </dgm:pt>
    <dgm:pt modelId="{252D45A8-2AF0-47B2-AEF2-334BD4E3CD7E}" type="pres">
      <dgm:prSet presAssocID="{3583B078-FA2C-4975-894B-9CBF0E7F8A7E}" presName="parSpace" presStyleCnt="0"/>
      <dgm:spPr/>
    </dgm:pt>
    <dgm:pt modelId="{6AA26656-9EB2-4541-BA04-C2122D0DC9D7}" type="pres">
      <dgm:prSet presAssocID="{698339C6-DFFB-44F5-8535-435AF45121B5}" presName="parTxOnly" presStyleLbl="node1" presStyleIdx="1" presStyleCnt="5">
        <dgm:presLayoutVars>
          <dgm:bulletEnabled val="1"/>
        </dgm:presLayoutVars>
      </dgm:prSet>
      <dgm:spPr/>
    </dgm:pt>
    <dgm:pt modelId="{71BB7CA4-88ED-4751-9A3E-68BD598B3E9F}" type="pres">
      <dgm:prSet presAssocID="{773F8119-1B09-49AA-A131-45E6F8AAF428}" presName="parSpace" presStyleCnt="0"/>
      <dgm:spPr/>
    </dgm:pt>
    <dgm:pt modelId="{4146E3F4-AF68-452B-8B57-6FCE6C865806}" type="pres">
      <dgm:prSet presAssocID="{1A1C5199-AAB0-451E-9C4B-E39596CF7AC7}" presName="parTxOnly" presStyleLbl="node1" presStyleIdx="2" presStyleCnt="5">
        <dgm:presLayoutVars>
          <dgm:bulletEnabled val="1"/>
        </dgm:presLayoutVars>
      </dgm:prSet>
      <dgm:spPr/>
    </dgm:pt>
    <dgm:pt modelId="{3281581F-FC1C-4DC5-B774-2D6B0A3F4122}" type="pres">
      <dgm:prSet presAssocID="{26A5CFB2-67AF-403B-AF03-E265B76BAD45}" presName="parSpace" presStyleCnt="0"/>
      <dgm:spPr/>
    </dgm:pt>
    <dgm:pt modelId="{30718A47-861D-47C5-8621-0200AEBC2396}" type="pres">
      <dgm:prSet presAssocID="{334FA073-4421-4C28-BE17-750C44613534}" presName="parTxOnly" presStyleLbl="node1" presStyleIdx="3" presStyleCnt="5">
        <dgm:presLayoutVars>
          <dgm:bulletEnabled val="1"/>
        </dgm:presLayoutVars>
      </dgm:prSet>
      <dgm:spPr/>
    </dgm:pt>
    <dgm:pt modelId="{009ABBFC-9803-446D-A57D-E3E3B6254D1D}" type="pres">
      <dgm:prSet presAssocID="{D2F5A671-5C4F-4A92-B61B-1464FB632CFD}" presName="parSpace" presStyleCnt="0"/>
      <dgm:spPr/>
    </dgm:pt>
    <dgm:pt modelId="{B2E58550-562D-4FAE-B431-03550C0E97AB}" type="pres">
      <dgm:prSet presAssocID="{83E11522-A02B-4057-A54E-16391FD74C2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AE0F2F02-06A6-491D-9AFA-FA9879C1E3A2}" type="presOf" srcId="{698339C6-DFFB-44F5-8535-435AF45121B5}" destId="{6AA26656-9EB2-4541-BA04-C2122D0DC9D7}" srcOrd="0" destOrd="0" presId="urn:microsoft.com/office/officeart/2005/8/layout/hChevron3"/>
    <dgm:cxn modelId="{C037A602-25D1-4529-A69A-5792173DBF44}" type="presOf" srcId="{334FA073-4421-4C28-BE17-750C44613534}" destId="{30718A47-861D-47C5-8621-0200AEBC2396}" srcOrd="0" destOrd="0" presId="urn:microsoft.com/office/officeart/2005/8/layout/hChevron3"/>
    <dgm:cxn modelId="{3B790106-5F1E-4A17-B42E-4E2121EB0FBE}" srcId="{E7CC98BD-8323-43D0-8DE2-C0420E7D1812}" destId="{83E11522-A02B-4057-A54E-16391FD74C2E}" srcOrd="4" destOrd="0" parTransId="{E8CD118F-7F06-42B8-9ABD-D77A7DFCAF92}" sibTransId="{B4510547-F3C3-41AD-BDF9-8079B319D8A6}"/>
    <dgm:cxn modelId="{D9F29C15-335C-4678-8082-5BB20E508305}" type="presOf" srcId="{83E11522-A02B-4057-A54E-16391FD74C2E}" destId="{B2E58550-562D-4FAE-B431-03550C0E97AB}" srcOrd="0" destOrd="0" presId="urn:microsoft.com/office/officeart/2005/8/layout/hChevron3"/>
    <dgm:cxn modelId="{91CA1C22-7D18-4F01-B9CD-9E1F3581ED98}" type="presOf" srcId="{200FE610-2FC7-44A2-BCD0-F48F19895886}" destId="{97492F20-71A7-46BA-9053-9A55B497D836}" srcOrd="0" destOrd="0" presId="urn:microsoft.com/office/officeart/2005/8/layout/hChevron3"/>
    <dgm:cxn modelId="{E1F84C2C-0264-4E00-84F1-266B6DCC4799}" srcId="{E7CC98BD-8323-43D0-8DE2-C0420E7D1812}" destId="{200FE610-2FC7-44A2-BCD0-F48F19895886}" srcOrd="0" destOrd="0" parTransId="{B84F0008-9309-4447-80CF-DBE10A748444}" sibTransId="{3583B078-FA2C-4975-894B-9CBF0E7F8A7E}"/>
    <dgm:cxn modelId="{6DA88136-AE06-4229-B0B7-2CA6499D2B44}" srcId="{E7CC98BD-8323-43D0-8DE2-C0420E7D1812}" destId="{334FA073-4421-4C28-BE17-750C44613534}" srcOrd="3" destOrd="0" parTransId="{ED794177-0090-4A2D-A0CC-495332957E96}" sibTransId="{D2F5A671-5C4F-4A92-B61B-1464FB632CFD}"/>
    <dgm:cxn modelId="{B383455D-6F63-466F-A5F2-542C7B470663}" srcId="{E7CC98BD-8323-43D0-8DE2-C0420E7D1812}" destId="{698339C6-DFFB-44F5-8535-435AF45121B5}" srcOrd="1" destOrd="0" parTransId="{BC9F25DB-799C-49BD-A510-955EF4C9F2CB}" sibTransId="{773F8119-1B09-49AA-A131-45E6F8AAF428}"/>
    <dgm:cxn modelId="{ACA92FAD-8A3E-4258-A6D1-6321AD37F454}" srcId="{E7CC98BD-8323-43D0-8DE2-C0420E7D1812}" destId="{1A1C5199-AAB0-451E-9C4B-E39596CF7AC7}" srcOrd="2" destOrd="0" parTransId="{CD7A2D38-1AE2-4B36-8261-B35B8D1AD607}" sibTransId="{26A5CFB2-67AF-403B-AF03-E265B76BAD45}"/>
    <dgm:cxn modelId="{55D1B0AE-ABC5-4D38-B53F-C5B7B0442E53}" type="presOf" srcId="{E7CC98BD-8323-43D0-8DE2-C0420E7D1812}" destId="{B2C26A8A-2443-4C02-8842-259CE6DFBE2A}" srcOrd="0" destOrd="0" presId="urn:microsoft.com/office/officeart/2005/8/layout/hChevron3"/>
    <dgm:cxn modelId="{2B80CFBA-3583-4A75-9EC5-ED0A0AF4CCDE}" type="presOf" srcId="{1A1C5199-AAB0-451E-9C4B-E39596CF7AC7}" destId="{4146E3F4-AF68-452B-8B57-6FCE6C865806}" srcOrd="0" destOrd="0" presId="urn:microsoft.com/office/officeart/2005/8/layout/hChevron3"/>
    <dgm:cxn modelId="{FEEA8F41-E061-4A3B-BEC2-F7BE6E7C0B85}" type="presParOf" srcId="{B2C26A8A-2443-4C02-8842-259CE6DFBE2A}" destId="{97492F20-71A7-46BA-9053-9A55B497D836}" srcOrd="0" destOrd="0" presId="urn:microsoft.com/office/officeart/2005/8/layout/hChevron3"/>
    <dgm:cxn modelId="{663275C2-80D4-44D4-87E9-F907C94E24E6}" type="presParOf" srcId="{B2C26A8A-2443-4C02-8842-259CE6DFBE2A}" destId="{252D45A8-2AF0-47B2-AEF2-334BD4E3CD7E}" srcOrd="1" destOrd="0" presId="urn:microsoft.com/office/officeart/2005/8/layout/hChevron3"/>
    <dgm:cxn modelId="{735CB68E-793F-458A-8C1B-AF48F96B21EF}" type="presParOf" srcId="{B2C26A8A-2443-4C02-8842-259CE6DFBE2A}" destId="{6AA26656-9EB2-4541-BA04-C2122D0DC9D7}" srcOrd="2" destOrd="0" presId="urn:microsoft.com/office/officeart/2005/8/layout/hChevron3"/>
    <dgm:cxn modelId="{6AF18CC8-3129-449A-849C-B993068FBDAB}" type="presParOf" srcId="{B2C26A8A-2443-4C02-8842-259CE6DFBE2A}" destId="{71BB7CA4-88ED-4751-9A3E-68BD598B3E9F}" srcOrd="3" destOrd="0" presId="urn:microsoft.com/office/officeart/2005/8/layout/hChevron3"/>
    <dgm:cxn modelId="{6F3EC977-486B-4332-8534-26DB1535E9E4}" type="presParOf" srcId="{B2C26A8A-2443-4C02-8842-259CE6DFBE2A}" destId="{4146E3F4-AF68-452B-8B57-6FCE6C865806}" srcOrd="4" destOrd="0" presId="urn:microsoft.com/office/officeart/2005/8/layout/hChevron3"/>
    <dgm:cxn modelId="{A156C2D9-8351-4A00-97F7-DEC4328CEA51}" type="presParOf" srcId="{B2C26A8A-2443-4C02-8842-259CE6DFBE2A}" destId="{3281581F-FC1C-4DC5-B774-2D6B0A3F4122}" srcOrd="5" destOrd="0" presId="urn:microsoft.com/office/officeart/2005/8/layout/hChevron3"/>
    <dgm:cxn modelId="{FFEBE672-D567-4027-AD22-0E4C7F595700}" type="presParOf" srcId="{B2C26A8A-2443-4C02-8842-259CE6DFBE2A}" destId="{30718A47-861D-47C5-8621-0200AEBC2396}" srcOrd="6" destOrd="0" presId="urn:microsoft.com/office/officeart/2005/8/layout/hChevron3"/>
    <dgm:cxn modelId="{2980FCA6-F28F-445D-8370-8CC85DFE4B69}" type="presParOf" srcId="{B2C26A8A-2443-4C02-8842-259CE6DFBE2A}" destId="{009ABBFC-9803-446D-A57D-E3E3B6254D1D}" srcOrd="7" destOrd="0" presId="urn:microsoft.com/office/officeart/2005/8/layout/hChevron3"/>
    <dgm:cxn modelId="{4DE3433C-1B8D-4FE1-B05F-2F011B84C7FD}" type="presParOf" srcId="{B2C26A8A-2443-4C02-8842-259CE6DFBE2A}" destId="{B2E58550-562D-4FAE-B431-03550C0E97AB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CC98BD-8323-43D0-8DE2-C0420E7D1812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200FE610-2FC7-44A2-BCD0-F48F19895886}">
      <dgm:prSet phldrT="[Text]"/>
      <dgm:spPr>
        <a:solidFill>
          <a:srgbClr val="F2C812"/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Create </a:t>
          </a:r>
          <a:br>
            <a:rPr lang="en-AU">
              <a:solidFill>
                <a:schemeClr val="tx1"/>
              </a:solidFill>
            </a:rPr>
          </a:br>
          <a:r>
            <a:rPr lang="en-AU">
              <a:solidFill>
                <a:schemeClr val="tx1"/>
              </a:solidFill>
            </a:rPr>
            <a:t>queries</a:t>
          </a:r>
          <a:endParaRPr lang="en-US">
            <a:solidFill>
              <a:schemeClr val="tx1"/>
            </a:solidFill>
          </a:endParaRPr>
        </a:p>
      </dgm:t>
    </dgm:pt>
    <dgm:pt modelId="{B84F0008-9309-4447-80CF-DBE10A748444}" type="parTrans" cxnId="{E1F84C2C-0264-4E00-84F1-266B6DCC479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583B078-FA2C-4975-894B-9CBF0E7F8A7E}" type="sibTrans" cxnId="{E1F84C2C-0264-4E00-84F1-266B6DCC479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98339C6-DFFB-44F5-8535-435AF45121B5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Configure relationships</a:t>
          </a:r>
          <a:endParaRPr lang="en-US">
            <a:solidFill>
              <a:schemeClr val="tx1"/>
            </a:solidFill>
          </a:endParaRPr>
        </a:p>
      </dgm:t>
    </dgm:pt>
    <dgm:pt modelId="{BC9F25DB-799C-49BD-A510-955EF4C9F2CB}" type="parTrans" cxnId="{B383455D-6F63-466F-A5F2-542C7B47066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73F8119-1B09-49AA-A131-45E6F8AAF428}" type="sibTrans" cxnId="{B383455D-6F63-466F-A5F2-542C7B47066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A1C5199-AAB0-451E-9C4B-E39596CF7AC7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Enhance the model</a:t>
          </a:r>
          <a:endParaRPr lang="en-US">
            <a:solidFill>
              <a:schemeClr val="tx1"/>
            </a:solidFill>
          </a:endParaRPr>
        </a:p>
      </dgm:t>
    </dgm:pt>
    <dgm:pt modelId="{CD7A2D38-1AE2-4B36-8261-B35B8D1AD607}" type="parTrans" cxnId="{ACA92FAD-8A3E-4258-A6D1-6321AD37F45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A5CFB2-67AF-403B-AF03-E265B76BAD45}" type="sibTrans" cxnId="{ACA92FAD-8A3E-4258-A6D1-6321AD37F45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34FA073-4421-4C28-BE17-750C44613534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Design reports</a:t>
          </a:r>
          <a:endParaRPr lang="en-US">
            <a:solidFill>
              <a:schemeClr val="tx1"/>
            </a:solidFill>
          </a:endParaRPr>
        </a:p>
      </dgm:t>
    </dgm:pt>
    <dgm:pt modelId="{ED794177-0090-4A2D-A0CC-495332957E96}" type="parTrans" cxnId="{6DA88136-AE06-4229-B0B7-2CA6499D2B4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2F5A671-5C4F-4A92-B61B-1464FB632CFD}" type="sibTrans" cxnId="{6DA88136-AE06-4229-B0B7-2CA6499D2B4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3E11522-A02B-4057-A54E-16391FD74C2E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Publish to Power BI</a:t>
          </a:r>
          <a:endParaRPr lang="en-US">
            <a:solidFill>
              <a:schemeClr val="tx1"/>
            </a:solidFill>
          </a:endParaRPr>
        </a:p>
      </dgm:t>
    </dgm:pt>
    <dgm:pt modelId="{E8CD118F-7F06-42B8-9ABD-D77A7DFCAF92}" type="parTrans" cxnId="{3B790106-5F1E-4A17-B42E-4E2121EB0FB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4510547-F3C3-41AD-BDF9-8079B319D8A6}" type="sibTrans" cxnId="{3B790106-5F1E-4A17-B42E-4E2121EB0FB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C26A8A-2443-4C02-8842-259CE6DFBE2A}" type="pres">
      <dgm:prSet presAssocID="{E7CC98BD-8323-43D0-8DE2-C0420E7D1812}" presName="Name0" presStyleCnt="0">
        <dgm:presLayoutVars>
          <dgm:dir/>
          <dgm:resizeHandles val="exact"/>
        </dgm:presLayoutVars>
      </dgm:prSet>
      <dgm:spPr/>
    </dgm:pt>
    <dgm:pt modelId="{97492F20-71A7-46BA-9053-9A55B497D836}" type="pres">
      <dgm:prSet presAssocID="{200FE610-2FC7-44A2-BCD0-F48F19895886}" presName="parTxOnly" presStyleLbl="node1" presStyleIdx="0" presStyleCnt="5">
        <dgm:presLayoutVars>
          <dgm:bulletEnabled val="1"/>
        </dgm:presLayoutVars>
      </dgm:prSet>
      <dgm:spPr/>
    </dgm:pt>
    <dgm:pt modelId="{252D45A8-2AF0-47B2-AEF2-334BD4E3CD7E}" type="pres">
      <dgm:prSet presAssocID="{3583B078-FA2C-4975-894B-9CBF0E7F8A7E}" presName="parSpace" presStyleCnt="0"/>
      <dgm:spPr/>
    </dgm:pt>
    <dgm:pt modelId="{6AA26656-9EB2-4541-BA04-C2122D0DC9D7}" type="pres">
      <dgm:prSet presAssocID="{698339C6-DFFB-44F5-8535-435AF45121B5}" presName="parTxOnly" presStyleLbl="node1" presStyleIdx="1" presStyleCnt="5">
        <dgm:presLayoutVars>
          <dgm:bulletEnabled val="1"/>
        </dgm:presLayoutVars>
      </dgm:prSet>
      <dgm:spPr/>
    </dgm:pt>
    <dgm:pt modelId="{71BB7CA4-88ED-4751-9A3E-68BD598B3E9F}" type="pres">
      <dgm:prSet presAssocID="{773F8119-1B09-49AA-A131-45E6F8AAF428}" presName="parSpace" presStyleCnt="0"/>
      <dgm:spPr/>
    </dgm:pt>
    <dgm:pt modelId="{4146E3F4-AF68-452B-8B57-6FCE6C865806}" type="pres">
      <dgm:prSet presAssocID="{1A1C5199-AAB0-451E-9C4B-E39596CF7AC7}" presName="parTxOnly" presStyleLbl="node1" presStyleIdx="2" presStyleCnt="5">
        <dgm:presLayoutVars>
          <dgm:bulletEnabled val="1"/>
        </dgm:presLayoutVars>
      </dgm:prSet>
      <dgm:spPr/>
    </dgm:pt>
    <dgm:pt modelId="{3281581F-FC1C-4DC5-B774-2D6B0A3F4122}" type="pres">
      <dgm:prSet presAssocID="{26A5CFB2-67AF-403B-AF03-E265B76BAD45}" presName="parSpace" presStyleCnt="0"/>
      <dgm:spPr/>
    </dgm:pt>
    <dgm:pt modelId="{30718A47-861D-47C5-8621-0200AEBC2396}" type="pres">
      <dgm:prSet presAssocID="{334FA073-4421-4C28-BE17-750C44613534}" presName="parTxOnly" presStyleLbl="node1" presStyleIdx="3" presStyleCnt="5">
        <dgm:presLayoutVars>
          <dgm:bulletEnabled val="1"/>
        </dgm:presLayoutVars>
      </dgm:prSet>
      <dgm:spPr/>
    </dgm:pt>
    <dgm:pt modelId="{009ABBFC-9803-446D-A57D-E3E3B6254D1D}" type="pres">
      <dgm:prSet presAssocID="{D2F5A671-5C4F-4A92-B61B-1464FB632CFD}" presName="parSpace" presStyleCnt="0"/>
      <dgm:spPr/>
    </dgm:pt>
    <dgm:pt modelId="{B2E58550-562D-4FAE-B431-03550C0E97AB}" type="pres">
      <dgm:prSet presAssocID="{83E11522-A02B-4057-A54E-16391FD74C2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3B790106-5F1E-4A17-B42E-4E2121EB0FBE}" srcId="{E7CC98BD-8323-43D0-8DE2-C0420E7D1812}" destId="{83E11522-A02B-4057-A54E-16391FD74C2E}" srcOrd="4" destOrd="0" parTransId="{E8CD118F-7F06-42B8-9ABD-D77A7DFCAF92}" sibTransId="{B4510547-F3C3-41AD-BDF9-8079B319D8A6}"/>
    <dgm:cxn modelId="{2754100A-0497-4579-ADD5-A0EDFA5BF73B}" type="presOf" srcId="{698339C6-DFFB-44F5-8535-435AF45121B5}" destId="{6AA26656-9EB2-4541-BA04-C2122D0DC9D7}" srcOrd="0" destOrd="0" presId="urn:microsoft.com/office/officeart/2005/8/layout/hChevron3"/>
    <dgm:cxn modelId="{E1F84C2C-0264-4E00-84F1-266B6DCC4799}" srcId="{E7CC98BD-8323-43D0-8DE2-C0420E7D1812}" destId="{200FE610-2FC7-44A2-BCD0-F48F19895886}" srcOrd="0" destOrd="0" parTransId="{B84F0008-9309-4447-80CF-DBE10A748444}" sibTransId="{3583B078-FA2C-4975-894B-9CBF0E7F8A7E}"/>
    <dgm:cxn modelId="{6DA88136-AE06-4229-B0B7-2CA6499D2B44}" srcId="{E7CC98BD-8323-43D0-8DE2-C0420E7D1812}" destId="{334FA073-4421-4C28-BE17-750C44613534}" srcOrd="3" destOrd="0" parTransId="{ED794177-0090-4A2D-A0CC-495332957E96}" sibTransId="{D2F5A671-5C4F-4A92-B61B-1464FB632CFD}"/>
    <dgm:cxn modelId="{B383455D-6F63-466F-A5F2-542C7B470663}" srcId="{E7CC98BD-8323-43D0-8DE2-C0420E7D1812}" destId="{698339C6-DFFB-44F5-8535-435AF45121B5}" srcOrd="1" destOrd="0" parTransId="{BC9F25DB-799C-49BD-A510-955EF4C9F2CB}" sibTransId="{773F8119-1B09-49AA-A131-45E6F8AAF428}"/>
    <dgm:cxn modelId="{6B93D46E-1676-40E9-9FFE-A45D2355B61D}" type="presOf" srcId="{E7CC98BD-8323-43D0-8DE2-C0420E7D1812}" destId="{B2C26A8A-2443-4C02-8842-259CE6DFBE2A}" srcOrd="0" destOrd="0" presId="urn:microsoft.com/office/officeart/2005/8/layout/hChevron3"/>
    <dgm:cxn modelId="{F1812781-B12D-4E5A-A048-3C00F875E04C}" type="presOf" srcId="{1A1C5199-AAB0-451E-9C4B-E39596CF7AC7}" destId="{4146E3F4-AF68-452B-8B57-6FCE6C865806}" srcOrd="0" destOrd="0" presId="urn:microsoft.com/office/officeart/2005/8/layout/hChevron3"/>
    <dgm:cxn modelId="{924CDC85-B5BB-44F8-8D93-3D76219F8767}" type="presOf" srcId="{83E11522-A02B-4057-A54E-16391FD74C2E}" destId="{B2E58550-562D-4FAE-B431-03550C0E97AB}" srcOrd="0" destOrd="0" presId="urn:microsoft.com/office/officeart/2005/8/layout/hChevron3"/>
    <dgm:cxn modelId="{ACA92FAD-8A3E-4258-A6D1-6321AD37F454}" srcId="{E7CC98BD-8323-43D0-8DE2-C0420E7D1812}" destId="{1A1C5199-AAB0-451E-9C4B-E39596CF7AC7}" srcOrd="2" destOrd="0" parTransId="{CD7A2D38-1AE2-4B36-8261-B35B8D1AD607}" sibTransId="{26A5CFB2-67AF-403B-AF03-E265B76BAD45}"/>
    <dgm:cxn modelId="{3C369CBB-D618-4101-B77A-AF5582961E64}" type="presOf" srcId="{200FE610-2FC7-44A2-BCD0-F48F19895886}" destId="{97492F20-71A7-46BA-9053-9A55B497D836}" srcOrd="0" destOrd="0" presId="urn:microsoft.com/office/officeart/2005/8/layout/hChevron3"/>
    <dgm:cxn modelId="{173165F2-18B8-445A-AE3B-F30050765747}" type="presOf" srcId="{334FA073-4421-4C28-BE17-750C44613534}" destId="{30718A47-861D-47C5-8621-0200AEBC2396}" srcOrd="0" destOrd="0" presId="urn:microsoft.com/office/officeart/2005/8/layout/hChevron3"/>
    <dgm:cxn modelId="{837C1407-4D1A-49F8-A74B-87C04F462671}" type="presParOf" srcId="{B2C26A8A-2443-4C02-8842-259CE6DFBE2A}" destId="{97492F20-71A7-46BA-9053-9A55B497D836}" srcOrd="0" destOrd="0" presId="urn:microsoft.com/office/officeart/2005/8/layout/hChevron3"/>
    <dgm:cxn modelId="{FFB26DC9-8228-4423-AC28-77CD24B4F6E8}" type="presParOf" srcId="{B2C26A8A-2443-4C02-8842-259CE6DFBE2A}" destId="{252D45A8-2AF0-47B2-AEF2-334BD4E3CD7E}" srcOrd="1" destOrd="0" presId="urn:microsoft.com/office/officeart/2005/8/layout/hChevron3"/>
    <dgm:cxn modelId="{12957CFE-9D6A-45CA-8B09-61B2EC8AEAEA}" type="presParOf" srcId="{B2C26A8A-2443-4C02-8842-259CE6DFBE2A}" destId="{6AA26656-9EB2-4541-BA04-C2122D0DC9D7}" srcOrd="2" destOrd="0" presId="urn:microsoft.com/office/officeart/2005/8/layout/hChevron3"/>
    <dgm:cxn modelId="{907F5644-ED80-46FC-9090-83D8561848C1}" type="presParOf" srcId="{B2C26A8A-2443-4C02-8842-259CE6DFBE2A}" destId="{71BB7CA4-88ED-4751-9A3E-68BD598B3E9F}" srcOrd="3" destOrd="0" presId="urn:microsoft.com/office/officeart/2005/8/layout/hChevron3"/>
    <dgm:cxn modelId="{B0BD4CDF-C2A8-44F9-9F06-67643CB642B7}" type="presParOf" srcId="{B2C26A8A-2443-4C02-8842-259CE6DFBE2A}" destId="{4146E3F4-AF68-452B-8B57-6FCE6C865806}" srcOrd="4" destOrd="0" presId="urn:microsoft.com/office/officeart/2005/8/layout/hChevron3"/>
    <dgm:cxn modelId="{C66198D9-6934-4093-B7D1-537554DDD8DC}" type="presParOf" srcId="{B2C26A8A-2443-4C02-8842-259CE6DFBE2A}" destId="{3281581F-FC1C-4DC5-B774-2D6B0A3F4122}" srcOrd="5" destOrd="0" presId="urn:microsoft.com/office/officeart/2005/8/layout/hChevron3"/>
    <dgm:cxn modelId="{8D9A8962-12AD-4155-B06F-A9821F3B82CF}" type="presParOf" srcId="{B2C26A8A-2443-4C02-8842-259CE6DFBE2A}" destId="{30718A47-861D-47C5-8621-0200AEBC2396}" srcOrd="6" destOrd="0" presId="urn:microsoft.com/office/officeart/2005/8/layout/hChevron3"/>
    <dgm:cxn modelId="{311B085B-3510-4B68-AA92-C672104A03E9}" type="presParOf" srcId="{B2C26A8A-2443-4C02-8842-259CE6DFBE2A}" destId="{009ABBFC-9803-446D-A57D-E3E3B6254D1D}" srcOrd="7" destOrd="0" presId="urn:microsoft.com/office/officeart/2005/8/layout/hChevron3"/>
    <dgm:cxn modelId="{A8482A24-10BD-4AE3-BD99-13D6FC5022D0}" type="presParOf" srcId="{B2C26A8A-2443-4C02-8842-259CE6DFBE2A}" destId="{B2E58550-562D-4FAE-B431-03550C0E97AB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CC98BD-8323-43D0-8DE2-C0420E7D1812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200FE610-2FC7-44A2-BCD0-F48F19895886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Create </a:t>
          </a:r>
          <a:br>
            <a:rPr lang="en-AU">
              <a:solidFill>
                <a:schemeClr val="tx1"/>
              </a:solidFill>
            </a:rPr>
          </a:br>
          <a:r>
            <a:rPr lang="en-AU">
              <a:solidFill>
                <a:schemeClr val="tx1"/>
              </a:solidFill>
            </a:rPr>
            <a:t>queries</a:t>
          </a:r>
          <a:endParaRPr lang="en-US">
            <a:solidFill>
              <a:schemeClr val="tx1"/>
            </a:solidFill>
          </a:endParaRPr>
        </a:p>
      </dgm:t>
    </dgm:pt>
    <dgm:pt modelId="{B84F0008-9309-4447-80CF-DBE10A748444}" type="parTrans" cxnId="{E1F84C2C-0264-4E00-84F1-266B6DCC479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583B078-FA2C-4975-894B-9CBF0E7F8A7E}" type="sibTrans" cxnId="{E1F84C2C-0264-4E00-84F1-266B6DCC479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98339C6-DFFB-44F5-8535-435AF45121B5}">
      <dgm:prSet phldrT="[Text]"/>
      <dgm:spPr>
        <a:solidFill>
          <a:srgbClr val="F2C812"/>
        </a:solidFill>
      </dgm:spPr>
      <dgm:t>
        <a:bodyPr/>
        <a:lstStyle/>
        <a:p>
          <a:r>
            <a:rPr lang="en-AU">
              <a:solidFill>
                <a:schemeClr val="tx1"/>
              </a:solidFill>
            </a:rPr>
            <a:t>Configure relationships</a:t>
          </a:r>
          <a:endParaRPr lang="en-US">
            <a:solidFill>
              <a:schemeClr val="tx1"/>
            </a:solidFill>
          </a:endParaRPr>
        </a:p>
      </dgm:t>
    </dgm:pt>
    <dgm:pt modelId="{BC9F25DB-799C-49BD-A510-955EF4C9F2CB}" type="parTrans" cxnId="{B383455D-6F63-466F-A5F2-542C7B47066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73F8119-1B09-49AA-A131-45E6F8AAF428}" type="sibTrans" cxnId="{B383455D-6F63-466F-A5F2-542C7B47066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A1C5199-AAB0-451E-9C4B-E39596CF7AC7}">
      <dgm:prSet phldrT="[Text]"/>
      <dgm:spPr/>
      <dgm:t>
        <a:bodyPr/>
        <a:lstStyle/>
        <a:p>
          <a:r>
            <a:rPr lang="en-AU">
              <a:solidFill>
                <a:schemeClr val="tx1"/>
              </a:solidFill>
            </a:rPr>
            <a:t>Enhance the model</a:t>
          </a:r>
          <a:endParaRPr lang="en-US">
            <a:solidFill>
              <a:schemeClr val="tx1"/>
            </a:solidFill>
          </a:endParaRPr>
        </a:p>
      </dgm:t>
    </dgm:pt>
    <dgm:pt modelId="{CD7A2D38-1AE2-4B36-8261-B35B8D1AD607}" type="parTrans" cxnId="{ACA92FAD-8A3E-4258-A6D1-6321AD37F45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A5CFB2-67AF-403B-AF03-E265B76BAD45}" type="sibTrans" cxnId="{ACA92FAD-8A3E-4258-A6D1-6321AD37F45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34FA073-4421-4C28-BE17-750C44613534}">
      <dgm:prSet phldrT="[Text]"/>
      <dgm:spPr/>
      <dgm:t>
        <a:bodyPr/>
        <a:lstStyle/>
        <a:p>
          <a:r>
            <a:rPr lang="en-AU">
              <a:solidFill>
                <a:schemeClr val="tx1"/>
              </a:solidFill>
            </a:rPr>
            <a:t>Design reports</a:t>
          </a:r>
          <a:endParaRPr lang="en-US">
            <a:solidFill>
              <a:schemeClr val="tx1"/>
            </a:solidFill>
          </a:endParaRPr>
        </a:p>
      </dgm:t>
    </dgm:pt>
    <dgm:pt modelId="{ED794177-0090-4A2D-A0CC-495332957E96}" type="parTrans" cxnId="{6DA88136-AE06-4229-B0B7-2CA6499D2B4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2F5A671-5C4F-4A92-B61B-1464FB632CFD}" type="sibTrans" cxnId="{6DA88136-AE06-4229-B0B7-2CA6499D2B4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3E11522-A02B-4057-A54E-16391FD74C2E}">
      <dgm:prSet phldrT="[Text]"/>
      <dgm:spPr/>
      <dgm:t>
        <a:bodyPr/>
        <a:lstStyle/>
        <a:p>
          <a:r>
            <a:rPr lang="en-AU">
              <a:solidFill>
                <a:schemeClr val="tx1"/>
              </a:solidFill>
            </a:rPr>
            <a:t>Publish to Power BI</a:t>
          </a:r>
          <a:endParaRPr lang="en-US">
            <a:solidFill>
              <a:schemeClr val="tx1"/>
            </a:solidFill>
          </a:endParaRPr>
        </a:p>
      </dgm:t>
    </dgm:pt>
    <dgm:pt modelId="{E8CD118F-7F06-42B8-9ABD-D77A7DFCAF92}" type="parTrans" cxnId="{3B790106-5F1E-4A17-B42E-4E2121EB0FB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4510547-F3C3-41AD-BDF9-8079B319D8A6}" type="sibTrans" cxnId="{3B790106-5F1E-4A17-B42E-4E2121EB0FB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C26A8A-2443-4C02-8842-259CE6DFBE2A}" type="pres">
      <dgm:prSet presAssocID="{E7CC98BD-8323-43D0-8DE2-C0420E7D1812}" presName="Name0" presStyleCnt="0">
        <dgm:presLayoutVars>
          <dgm:dir/>
          <dgm:resizeHandles val="exact"/>
        </dgm:presLayoutVars>
      </dgm:prSet>
      <dgm:spPr/>
    </dgm:pt>
    <dgm:pt modelId="{97492F20-71A7-46BA-9053-9A55B497D836}" type="pres">
      <dgm:prSet presAssocID="{200FE610-2FC7-44A2-BCD0-F48F19895886}" presName="parTxOnly" presStyleLbl="node1" presStyleIdx="0" presStyleCnt="5">
        <dgm:presLayoutVars>
          <dgm:bulletEnabled val="1"/>
        </dgm:presLayoutVars>
      </dgm:prSet>
      <dgm:spPr/>
    </dgm:pt>
    <dgm:pt modelId="{252D45A8-2AF0-47B2-AEF2-334BD4E3CD7E}" type="pres">
      <dgm:prSet presAssocID="{3583B078-FA2C-4975-894B-9CBF0E7F8A7E}" presName="parSpace" presStyleCnt="0"/>
      <dgm:spPr/>
    </dgm:pt>
    <dgm:pt modelId="{6AA26656-9EB2-4541-BA04-C2122D0DC9D7}" type="pres">
      <dgm:prSet presAssocID="{698339C6-DFFB-44F5-8535-435AF45121B5}" presName="parTxOnly" presStyleLbl="node1" presStyleIdx="1" presStyleCnt="5">
        <dgm:presLayoutVars>
          <dgm:bulletEnabled val="1"/>
        </dgm:presLayoutVars>
      </dgm:prSet>
      <dgm:spPr/>
    </dgm:pt>
    <dgm:pt modelId="{71BB7CA4-88ED-4751-9A3E-68BD598B3E9F}" type="pres">
      <dgm:prSet presAssocID="{773F8119-1B09-49AA-A131-45E6F8AAF428}" presName="parSpace" presStyleCnt="0"/>
      <dgm:spPr/>
    </dgm:pt>
    <dgm:pt modelId="{4146E3F4-AF68-452B-8B57-6FCE6C865806}" type="pres">
      <dgm:prSet presAssocID="{1A1C5199-AAB0-451E-9C4B-E39596CF7AC7}" presName="parTxOnly" presStyleLbl="node1" presStyleIdx="2" presStyleCnt="5">
        <dgm:presLayoutVars>
          <dgm:bulletEnabled val="1"/>
        </dgm:presLayoutVars>
      </dgm:prSet>
      <dgm:spPr/>
    </dgm:pt>
    <dgm:pt modelId="{3281581F-FC1C-4DC5-B774-2D6B0A3F4122}" type="pres">
      <dgm:prSet presAssocID="{26A5CFB2-67AF-403B-AF03-E265B76BAD45}" presName="parSpace" presStyleCnt="0"/>
      <dgm:spPr/>
    </dgm:pt>
    <dgm:pt modelId="{30718A47-861D-47C5-8621-0200AEBC2396}" type="pres">
      <dgm:prSet presAssocID="{334FA073-4421-4C28-BE17-750C44613534}" presName="parTxOnly" presStyleLbl="node1" presStyleIdx="3" presStyleCnt="5">
        <dgm:presLayoutVars>
          <dgm:bulletEnabled val="1"/>
        </dgm:presLayoutVars>
      </dgm:prSet>
      <dgm:spPr/>
    </dgm:pt>
    <dgm:pt modelId="{009ABBFC-9803-446D-A57D-E3E3B6254D1D}" type="pres">
      <dgm:prSet presAssocID="{D2F5A671-5C4F-4A92-B61B-1464FB632CFD}" presName="parSpace" presStyleCnt="0"/>
      <dgm:spPr/>
    </dgm:pt>
    <dgm:pt modelId="{B2E58550-562D-4FAE-B431-03550C0E97AB}" type="pres">
      <dgm:prSet presAssocID="{83E11522-A02B-4057-A54E-16391FD74C2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3B790106-5F1E-4A17-B42E-4E2121EB0FBE}" srcId="{E7CC98BD-8323-43D0-8DE2-C0420E7D1812}" destId="{83E11522-A02B-4057-A54E-16391FD74C2E}" srcOrd="4" destOrd="0" parTransId="{E8CD118F-7F06-42B8-9ABD-D77A7DFCAF92}" sibTransId="{B4510547-F3C3-41AD-BDF9-8079B319D8A6}"/>
    <dgm:cxn modelId="{1040910F-873C-4890-AA6B-E029B880D66E}" type="presOf" srcId="{334FA073-4421-4C28-BE17-750C44613534}" destId="{30718A47-861D-47C5-8621-0200AEBC2396}" srcOrd="0" destOrd="0" presId="urn:microsoft.com/office/officeart/2005/8/layout/hChevron3"/>
    <dgm:cxn modelId="{E1F84C2C-0264-4E00-84F1-266B6DCC4799}" srcId="{E7CC98BD-8323-43D0-8DE2-C0420E7D1812}" destId="{200FE610-2FC7-44A2-BCD0-F48F19895886}" srcOrd="0" destOrd="0" parTransId="{B84F0008-9309-4447-80CF-DBE10A748444}" sibTransId="{3583B078-FA2C-4975-894B-9CBF0E7F8A7E}"/>
    <dgm:cxn modelId="{6DA88136-AE06-4229-B0B7-2CA6499D2B44}" srcId="{E7CC98BD-8323-43D0-8DE2-C0420E7D1812}" destId="{334FA073-4421-4C28-BE17-750C44613534}" srcOrd="3" destOrd="0" parTransId="{ED794177-0090-4A2D-A0CC-495332957E96}" sibTransId="{D2F5A671-5C4F-4A92-B61B-1464FB632CFD}"/>
    <dgm:cxn modelId="{890D3F3D-5352-4D30-BF59-E643224E9A29}" type="presOf" srcId="{200FE610-2FC7-44A2-BCD0-F48F19895886}" destId="{97492F20-71A7-46BA-9053-9A55B497D836}" srcOrd="0" destOrd="0" presId="urn:microsoft.com/office/officeart/2005/8/layout/hChevron3"/>
    <dgm:cxn modelId="{B383455D-6F63-466F-A5F2-542C7B470663}" srcId="{E7CC98BD-8323-43D0-8DE2-C0420E7D1812}" destId="{698339C6-DFFB-44F5-8535-435AF45121B5}" srcOrd="1" destOrd="0" parTransId="{BC9F25DB-799C-49BD-A510-955EF4C9F2CB}" sibTransId="{773F8119-1B09-49AA-A131-45E6F8AAF428}"/>
    <dgm:cxn modelId="{4E1B0F49-FFAA-4BAF-813A-3F8E24C40351}" type="presOf" srcId="{698339C6-DFFB-44F5-8535-435AF45121B5}" destId="{6AA26656-9EB2-4541-BA04-C2122D0DC9D7}" srcOrd="0" destOrd="0" presId="urn:microsoft.com/office/officeart/2005/8/layout/hChevron3"/>
    <dgm:cxn modelId="{ACA92FAD-8A3E-4258-A6D1-6321AD37F454}" srcId="{E7CC98BD-8323-43D0-8DE2-C0420E7D1812}" destId="{1A1C5199-AAB0-451E-9C4B-E39596CF7AC7}" srcOrd="2" destOrd="0" parTransId="{CD7A2D38-1AE2-4B36-8261-B35B8D1AD607}" sibTransId="{26A5CFB2-67AF-403B-AF03-E265B76BAD45}"/>
    <dgm:cxn modelId="{0A2074C1-543A-4C1C-87DF-892B4EDF9B1A}" type="presOf" srcId="{E7CC98BD-8323-43D0-8DE2-C0420E7D1812}" destId="{B2C26A8A-2443-4C02-8842-259CE6DFBE2A}" srcOrd="0" destOrd="0" presId="urn:microsoft.com/office/officeart/2005/8/layout/hChevron3"/>
    <dgm:cxn modelId="{863DEFD5-AEB8-4BED-9FE3-2FE336870892}" type="presOf" srcId="{83E11522-A02B-4057-A54E-16391FD74C2E}" destId="{B2E58550-562D-4FAE-B431-03550C0E97AB}" srcOrd="0" destOrd="0" presId="urn:microsoft.com/office/officeart/2005/8/layout/hChevron3"/>
    <dgm:cxn modelId="{63F065F4-4C5A-4865-8E33-B6E3D685B746}" type="presOf" srcId="{1A1C5199-AAB0-451E-9C4B-E39596CF7AC7}" destId="{4146E3F4-AF68-452B-8B57-6FCE6C865806}" srcOrd="0" destOrd="0" presId="urn:microsoft.com/office/officeart/2005/8/layout/hChevron3"/>
    <dgm:cxn modelId="{255C29D8-34A0-4C07-BEF7-F9F66A564743}" type="presParOf" srcId="{B2C26A8A-2443-4C02-8842-259CE6DFBE2A}" destId="{97492F20-71A7-46BA-9053-9A55B497D836}" srcOrd="0" destOrd="0" presId="urn:microsoft.com/office/officeart/2005/8/layout/hChevron3"/>
    <dgm:cxn modelId="{DCF4A8CE-B767-41EB-BAF5-25A6D3E4B43E}" type="presParOf" srcId="{B2C26A8A-2443-4C02-8842-259CE6DFBE2A}" destId="{252D45A8-2AF0-47B2-AEF2-334BD4E3CD7E}" srcOrd="1" destOrd="0" presId="urn:microsoft.com/office/officeart/2005/8/layout/hChevron3"/>
    <dgm:cxn modelId="{874EE93D-B098-4DD0-A39F-23971940E1D2}" type="presParOf" srcId="{B2C26A8A-2443-4C02-8842-259CE6DFBE2A}" destId="{6AA26656-9EB2-4541-BA04-C2122D0DC9D7}" srcOrd="2" destOrd="0" presId="urn:microsoft.com/office/officeart/2005/8/layout/hChevron3"/>
    <dgm:cxn modelId="{B724A478-7EFA-4FDC-ACD2-D7F021D08F11}" type="presParOf" srcId="{B2C26A8A-2443-4C02-8842-259CE6DFBE2A}" destId="{71BB7CA4-88ED-4751-9A3E-68BD598B3E9F}" srcOrd="3" destOrd="0" presId="urn:microsoft.com/office/officeart/2005/8/layout/hChevron3"/>
    <dgm:cxn modelId="{9CACE6C4-1F44-40E7-9948-B80D37072E59}" type="presParOf" srcId="{B2C26A8A-2443-4C02-8842-259CE6DFBE2A}" destId="{4146E3F4-AF68-452B-8B57-6FCE6C865806}" srcOrd="4" destOrd="0" presId="urn:microsoft.com/office/officeart/2005/8/layout/hChevron3"/>
    <dgm:cxn modelId="{EE569D06-C8CF-48A8-8CCD-330DD7E96E7E}" type="presParOf" srcId="{B2C26A8A-2443-4C02-8842-259CE6DFBE2A}" destId="{3281581F-FC1C-4DC5-B774-2D6B0A3F4122}" srcOrd="5" destOrd="0" presId="urn:microsoft.com/office/officeart/2005/8/layout/hChevron3"/>
    <dgm:cxn modelId="{8358EBB8-D769-4AF4-951E-6B01407A822F}" type="presParOf" srcId="{B2C26A8A-2443-4C02-8842-259CE6DFBE2A}" destId="{30718A47-861D-47C5-8621-0200AEBC2396}" srcOrd="6" destOrd="0" presId="urn:microsoft.com/office/officeart/2005/8/layout/hChevron3"/>
    <dgm:cxn modelId="{DB951D58-3E51-4806-8BCD-CA71EE008C1A}" type="presParOf" srcId="{B2C26A8A-2443-4C02-8842-259CE6DFBE2A}" destId="{009ABBFC-9803-446D-A57D-E3E3B6254D1D}" srcOrd="7" destOrd="0" presId="urn:microsoft.com/office/officeart/2005/8/layout/hChevron3"/>
    <dgm:cxn modelId="{2FC1113E-637C-41FA-A70C-352CC359E284}" type="presParOf" srcId="{B2C26A8A-2443-4C02-8842-259CE6DFBE2A}" destId="{B2E58550-562D-4FAE-B431-03550C0E97AB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92F20-71A7-46BA-9053-9A55B497D836}">
      <dsp:nvSpPr>
        <dsp:cNvPr id="0" name=""/>
        <dsp:cNvSpPr/>
      </dsp:nvSpPr>
      <dsp:spPr>
        <a:xfrm>
          <a:off x="1368" y="0"/>
          <a:ext cx="2667663" cy="930228"/>
        </a:xfrm>
        <a:prstGeom prst="homePlate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348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Create </a:t>
          </a:r>
          <a:br>
            <a:rPr lang="en-AU" sz="2200" kern="1200">
              <a:solidFill>
                <a:schemeClr val="tx1"/>
              </a:solidFill>
            </a:rPr>
          </a:br>
          <a:r>
            <a:rPr lang="en-AU" sz="2200" kern="1200">
              <a:solidFill>
                <a:schemeClr val="tx1"/>
              </a:solidFill>
            </a:rPr>
            <a:t>queries</a:t>
          </a:r>
          <a:endParaRPr lang="en-US" sz="2200" kern="1200" dirty="0">
            <a:solidFill>
              <a:schemeClr val="tx1"/>
            </a:solidFill>
          </a:endParaRPr>
        </a:p>
      </dsp:txBody>
      <dsp:txXfrm>
        <a:off x="1368" y="0"/>
        <a:ext cx="2435106" cy="930228"/>
      </dsp:txXfrm>
    </dsp:sp>
    <dsp:sp modelId="{6AA26656-9EB2-4541-BA04-C2122D0DC9D7}">
      <dsp:nvSpPr>
        <dsp:cNvPr id="0" name=""/>
        <dsp:cNvSpPr/>
      </dsp:nvSpPr>
      <dsp:spPr>
        <a:xfrm>
          <a:off x="2135498" y="0"/>
          <a:ext cx="2667663" cy="930228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Configure relationships</a:t>
          </a:r>
          <a:endParaRPr lang="en-US" sz="2200" kern="1200">
            <a:solidFill>
              <a:schemeClr val="tx1"/>
            </a:solidFill>
          </a:endParaRPr>
        </a:p>
      </dsp:txBody>
      <dsp:txXfrm>
        <a:off x="2600612" y="0"/>
        <a:ext cx="1737435" cy="930228"/>
      </dsp:txXfrm>
    </dsp:sp>
    <dsp:sp modelId="{4146E3F4-AF68-452B-8B57-6FCE6C865806}">
      <dsp:nvSpPr>
        <dsp:cNvPr id="0" name=""/>
        <dsp:cNvSpPr/>
      </dsp:nvSpPr>
      <dsp:spPr>
        <a:xfrm>
          <a:off x="4269629" y="0"/>
          <a:ext cx="2667663" cy="930228"/>
        </a:xfrm>
        <a:prstGeom prst="chevron">
          <a:avLst/>
        </a:prstGeom>
        <a:solidFill>
          <a:srgbClr val="F2C81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Enhance the model</a:t>
          </a:r>
          <a:endParaRPr lang="en-US" sz="2200" kern="1200">
            <a:solidFill>
              <a:schemeClr val="tx1"/>
            </a:solidFill>
          </a:endParaRPr>
        </a:p>
      </dsp:txBody>
      <dsp:txXfrm>
        <a:off x="4734743" y="0"/>
        <a:ext cx="1737435" cy="930228"/>
      </dsp:txXfrm>
    </dsp:sp>
    <dsp:sp modelId="{30718A47-861D-47C5-8621-0200AEBC2396}">
      <dsp:nvSpPr>
        <dsp:cNvPr id="0" name=""/>
        <dsp:cNvSpPr/>
      </dsp:nvSpPr>
      <dsp:spPr>
        <a:xfrm>
          <a:off x="6403760" y="0"/>
          <a:ext cx="2667663" cy="9302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Design reports</a:t>
          </a:r>
          <a:endParaRPr lang="en-US" sz="2200" kern="1200">
            <a:solidFill>
              <a:schemeClr val="tx1"/>
            </a:solidFill>
          </a:endParaRPr>
        </a:p>
      </dsp:txBody>
      <dsp:txXfrm>
        <a:off x="6868874" y="0"/>
        <a:ext cx="1737435" cy="930228"/>
      </dsp:txXfrm>
    </dsp:sp>
    <dsp:sp modelId="{B2E58550-562D-4FAE-B431-03550C0E97AB}">
      <dsp:nvSpPr>
        <dsp:cNvPr id="0" name=""/>
        <dsp:cNvSpPr/>
      </dsp:nvSpPr>
      <dsp:spPr>
        <a:xfrm>
          <a:off x="8537891" y="0"/>
          <a:ext cx="2667663" cy="9302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Publish to Power BI</a:t>
          </a:r>
          <a:endParaRPr lang="en-US" sz="2200" kern="1200">
            <a:solidFill>
              <a:schemeClr val="tx1"/>
            </a:solidFill>
          </a:endParaRPr>
        </a:p>
      </dsp:txBody>
      <dsp:txXfrm>
        <a:off x="9003005" y="0"/>
        <a:ext cx="1737435" cy="930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92F20-71A7-46BA-9053-9A55B497D836}">
      <dsp:nvSpPr>
        <dsp:cNvPr id="0" name=""/>
        <dsp:cNvSpPr/>
      </dsp:nvSpPr>
      <dsp:spPr>
        <a:xfrm>
          <a:off x="1368" y="0"/>
          <a:ext cx="2667663" cy="930228"/>
        </a:xfrm>
        <a:prstGeom prst="homePlate">
          <a:avLst/>
        </a:prstGeom>
        <a:solidFill>
          <a:srgbClr val="F2C81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348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Create </a:t>
          </a:r>
          <a:br>
            <a:rPr lang="en-AU" sz="2200" kern="1200">
              <a:solidFill>
                <a:schemeClr val="tx1"/>
              </a:solidFill>
            </a:rPr>
          </a:br>
          <a:r>
            <a:rPr lang="en-AU" sz="2200" kern="1200">
              <a:solidFill>
                <a:schemeClr val="tx1"/>
              </a:solidFill>
            </a:rPr>
            <a:t>queries</a:t>
          </a:r>
          <a:endParaRPr lang="en-US" sz="2200" kern="1200">
            <a:solidFill>
              <a:schemeClr val="tx1"/>
            </a:solidFill>
          </a:endParaRPr>
        </a:p>
      </dsp:txBody>
      <dsp:txXfrm>
        <a:off x="1368" y="0"/>
        <a:ext cx="2435106" cy="930228"/>
      </dsp:txXfrm>
    </dsp:sp>
    <dsp:sp modelId="{6AA26656-9EB2-4541-BA04-C2122D0DC9D7}">
      <dsp:nvSpPr>
        <dsp:cNvPr id="0" name=""/>
        <dsp:cNvSpPr/>
      </dsp:nvSpPr>
      <dsp:spPr>
        <a:xfrm>
          <a:off x="2135498" y="0"/>
          <a:ext cx="2667663" cy="930228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Configure relationships</a:t>
          </a:r>
          <a:endParaRPr lang="en-US" sz="2200" kern="1200">
            <a:solidFill>
              <a:schemeClr val="tx1"/>
            </a:solidFill>
          </a:endParaRPr>
        </a:p>
      </dsp:txBody>
      <dsp:txXfrm>
        <a:off x="2600612" y="0"/>
        <a:ext cx="1737435" cy="930228"/>
      </dsp:txXfrm>
    </dsp:sp>
    <dsp:sp modelId="{4146E3F4-AF68-452B-8B57-6FCE6C865806}">
      <dsp:nvSpPr>
        <dsp:cNvPr id="0" name=""/>
        <dsp:cNvSpPr/>
      </dsp:nvSpPr>
      <dsp:spPr>
        <a:xfrm>
          <a:off x="4269629" y="0"/>
          <a:ext cx="2667663" cy="930228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Enhance the model</a:t>
          </a:r>
          <a:endParaRPr lang="en-US" sz="2200" kern="1200">
            <a:solidFill>
              <a:schemeClr val="tx1"/>
            </a:solidFill>
          </a:endParaRPr>
        </a:p>
      </dsp:txBody>
      <dsp:txXfrm>
        <a:off x="4734743" y="0"/>
        <a:ext cx="1737435" cy="930228"/>
      </dsp:txXfrm>
    </dsp:sp>
    <dsp:sp modelId="{30718A47-861D-47C5-8621-0200AEBC2396}">
      <dsp:nvSpPr>
        <dsp:cNvPr id="0" name=""/>
        <dsp:cNvSpPr/>
      </dsp:nvSpPr>
      <dsp:spPr>
        <a:xfrm>
          <a:off x="6403760" y="0"/>
          <a:ext cx="2667663" cy="930228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Design reports</a:t>
          </a:r>
          <a:endParaRPr lang="en-US" sz="2200" kern="1200">
            <a:solidFill>
              <a:schemeClr val="tx1"/>
            </a:solidFill>
          </a:endParaRPr>
        </a:p>
      </dsp:txBody>
      <dsp:txXfrm>
        <a:off x="6868874" y="0"/>
        <a:ext cx="1737435" cy="930228"/>
      </dsp:txXfrm>
    </dsp:sp>
    <dsp:sp modelId="{B2E58550-562D-4FAE-B431-03550C0E97AB}">
      <dsp:nvSpPr>
        <dsp:cNvPr id="0" name=""/>
        <dsp:cNvSpPr/>
      </dsp:nvSpPr>
      <dsp:spPr>
        <a:xfrm>
          <a:off x="8537891" y="0"/>
          <a:ext cx="2667663" cy="930228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Publish to Power BI</a:t>
          </a:r>
          <a:endParaRPr lang="en-US" sz="2200" kern="1200">
            <a:solidFill>
              <a:schemeClr val="tx1"/>
            </a:solidFill>
          </a:endParaRPr>
        </a:p>
      </dsp:txBody>
      <dsp:txXfrm>
        <a:off x="9003005" y="0"/>
        <a:ext cx="1737435" cy="9302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92F20-71A7-46BA-9053-9A55B497D836}">
      <dsp:nvSpPr>
        <dsp:cNvPr id="0" name=""/>
        <dsp:cNvSpPr/>
      </dsp:nvSpPr>
      <dsp:spPr>
        <a:xfrm>
          <a:off x="1368" y="0"/>
          <a:ext cx="2667663" cy="930228"/>
        </a:xfrm>
        <a:prstGeom prst="homePlate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348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Create </a:t>
          </a:r>
          <a:br>
            <a:rPr lang="en-AU" sz="2200" kern="1200">
              <a:solidFill>
                <a:schemeClr val="tx1"/>
              </a:solidFill>
            </a:rPr>
          </a:br>
          <a:r>
            <a:rPr lang="en-AU" sz="2200" kern="1200">
              <a:solidFill>
                <a:schemeClr val="tx1"/>
              </a:solidFill>
            </a:rPr>
            <a:t>queries</a:t>
          </a:r>
          <a:endParaRPr lang="en-US" sz="2200" kern="1200">
            <a:solidFill>
              <a:schemeClr val="tx1"/>
            </a:solidFill>
          </a:endParaRPr>
        </a:p>
      </dsp:txBody>
      <dsp:txXfrm>
        <a:off x="1368" y="0"/>
        <a:ext cx="2435106" cy="930228"/>
      </dsp:txXfrm>
    </dsp:sp>
    <dsp:sp modelId="{6AA26656-9EB2-4541-BA04-C2122D0DC9D7}">
      <dsp:nvSpPr>
        <dsp:cNvPr id="0" name=""/>
        <dsp:cNvSpPr/>
      </dsp:nvSpPr>
      <dsp:spPr>
        <a:xfrm>
          <a:off x="2135498" y="0"/>
          <a:ext cx="2667663" cy="930228"/>
        </a:xfrm>
        <a:prstGeom prst="chevron">
          <a:avLst/>
        </a:prstGeom>
        <a:solidFill>
          <a:srgbClr val="F2C81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Configure relationships</a:t>
          </a:r>
          <a:endParaRPr lang="en-US" sz="2200" kern="1200">
            <a:solidFill>
              <a:schemeClr val="tx1"/>
            </a:solidFill>
          </a:endParaRPr>
        </a:p>
      </dsp:txBody>
      <dsp:txXfrm>
        <a:off x="2600612" y="0"/>
        <a:ext cx="1737435" cy="930228"/>
      </dsp:txXfrm>
    </dsp:sp>
    <dsp:sp modelId="{4146E3F4-AF68-452B-8B57-6FCE6C865806}">
      <dsp:nvSpPr>
        <dsp:cNvPr id="0" name=""/>
        <dsp:cNvSpPr/>
      </dsp:nvSpPr>
      <dsp:spPr>
        <a:xfrm>
          <a:off x="4269629" y="0"/>
          <a:ext cx="2667663" cy="9302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Enhance the model</a:t>
          </a:r>
          <a:endParaRPr lang="en-US" sz="2200" kern="1200">
            <a:solidFill>
              <a:schemeClr val="tx1"/>
            </a:solidFill>
          </a:endParaRPr>
        </a:p>
      </dsp:txBody>
      <dsp:txXfrm>
        <a:off x="4734743" y="0"/>
        <a:ext cx="1737435" cy="930228"/>
      </dsp:txXfrm>
    </dsp:sp>
    <dsp:sp modelId="{30718A47-861D-47C5-8621-0200AEBC2396}">
      <dsp:nvSpPr>
        <dsp:cNvPr id="0" name=""/>
        <dsp:cNvSpPr/>
      </dsp:nvSpPr>
      <dsp:spPr>
        <a:xfrm>
          <a:off x="6403760" y="0"/>
          <a:ext cx="2667663" cy="9302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Design reports</a:t>
          </a:r>
          <a:endParaRPr lang="en-US" sz="2200" kern="1200">
            <a:solidFill>
              <a:schemeClr val="tx1"/>
            </a:solidFill>
          </a:endParaRPr>
        </a:p>
      </dsp:txBody>
      <dsp:txXfrm>
        <a:off x="6868874" y="0"/>
        <a:ext cx="1737435" cy="930228"/>
      </dsp:txXfrm>
    </dsp:sp>
    <dsp:sp modelId="{B2E58550-562D-4FAE-B431-03550C0E97AB}">
      <dsp:nvSpPr>
        <dsp:cNvPr id="0" name=""/>
        <dsp:cNvSpPr/>
      </dsp:nvSpPr>
      <dsp:spPr>
        <a:xfrm>
          <a:off x="8537891" y="0"/>
          <a:ext cx="2667663" cy="9302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58674" rIns="29337" bIns="5867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>
              <a:solidFill>
                <a:schemeClr val="tx1"/>
              </a:solidFill>
            </a:rPr>
            <a:t>Publish to Power BI</a:t>
          </a:r>
          <a:endParaRPr lang="en-US" sz="2200" kern="1200">
            <a:solidFill>
              <a:schemeClr val="tx1"/>
            </a:solidFill>
          </a:endParaRPr>
        </a:p>
      </dsp:txBody>
      <dsp:txXfrm>
        <a:off x="9003005" y="0"/>
        <a:ext cx="1737435" cy="930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1C917-DDE5-4C3A-ACDA-04B184AAA28A}" type="datetimeFigureOut">
              <a:rPr lang="en-GB" smtClean="0"/>
              <a:t>23/10/2024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9293A-89C9-45C4-8EC7-C6D739491C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2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ower-bi/guided-learning/introductiontodax?tutorial-step=2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E570F-C13F-E494-E8AA-A828FC44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52AB5-5F48-2C3E-C273-D67D28E91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24A24-5F5B-C513-F23E-E59563E54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0EBD2-AF4C-F352-5D71-6B0562C16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1A89D-8738-4ED5-BF6E-F438F4965D3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879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Normalization</a:t>
            </a:r>
          </a:p>
          <a:p>
            <a:endParaRPr lang="en-GB" dirty="0"/>
          </a:p>
          <a:p>
            <a:r>
              <a:rPr lang="en-GB" dirty="0"/>
              <a:t>Why normalization</a:t>
            </a:r>
          </a:p>
          <a:p>
            <a:endParaRPr lang="en-GB" dirty="0"/>
          </a:p>
          <a:p>
            <a:r>
              <a:rPr lang="en-GB" dirty="0"/>
              <a:t>https://www.youtube.com/watch?v=xoTyrdT9SZI</a:t>
            </a:r>
          </a:p>
          <a:p>
            <a:endParaRPr lang="en-GB" dirty="0"/>
          </a:p>
          <a:p>
            <a:r>
              <a:rPr lang="en-GB" dirty="0"/>
              <a:t>How to normalise</a:t>
            </a:r>
          </a:p>
          <a:p>
            <a:endParaRPr lang="en-GB" dirty="0"/>
          </a:p>
          <a:p>
            <a:r>
              <a:rPr lang="en-GB" dirty="0"/>
              <a:t>https://www.youtube.com/watch?v=mUtAPbb1ECM</a:t>
            </a:r>
          </a:p>
          <a:p>
            <a:endParaRPr lang="en-GB" dirty="0"/>
          </a:p>
          <a:p>
            <a:r>
              <a:rPr lang="en-GB" dirty="0"/>
              <a:t>https://launchschool.com/books/sql/read/table_relationships#normalization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C9DF67-0900-1547-96D2-E921F3F76B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73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hlinkClick r:id="rId3"/>
              </a:rPr>
              <a:t>https://docs.microsoft.com/en-us/power-bi/guided-learning/introductiontodax?tutorial-step=2</a:t>
            </a:r>
            <a:endParaRPr lang="en-GB"/>
          </a:p>
          <a:p>
            <a:endParaRPr lang="en-GB"/>
          </a:p>
          <a:p>
            <a:r>
              <a:rPr lang="en-GB"/>
              <a:t>Link</a:t>
            </a:r>
            <a:r>
              <a:rPr lang="en-GB" baseline="0"/>
              <a:t> to the data used in the demo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https://services.odata.org/V3/Northwind/Northwind.svc/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9293A-89C9-45C4-8EC7-C6D739491CE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649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https://powerbi.microsoft.com/en-us/documentation/powerbi-desktop-data-sources/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1A89D-8738-4ED5-BF6E-F438F4965D3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993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It all begins by connecting to, and retrieving,</a:t>
            </a:r>
            <a:r>
              <a:rPr lang="en-AU" baseline="0"/>
              <a:t> data.</a:t>
            </a:r>
            <a:endParaRPr lang="en-AU"/>
          </a:p>
          <a:p>
            <a:r>
              <a:rPr lang="en-AU"/>
              <a:t>Power BI knowledgebase: https://support.powerbi.com/knowledgebase/articles/471635-connect-to-data-in-power-bi-designer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1A89D-8738-4ED5-BF6E-F438F4965D3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013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1A89D-8738-4ED5-BF6E-F438F4965D3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712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Power BI knowledge</a:t>
            </a:r>
            <a:r>
              <a:rPr lang="en-AU" baseline="0"/>
              <a:t>base: https://support.powerbi.com/knowledgebase/articles/663229-relationship-view-in-power-bi-desktop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81A89D-8738-4ED5-BF6E-F438F4965D3F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7207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Normalization</a:t>
            </a:r>
          </a:p>
          <a:p>
            <a:endParaRPr lang="en-GB" dirty="0"/>
          </a:p>
          <a:p>
            <a:r>
              <a:rPr lang="en-GB" dirty="0"/>
              <a:t>Why normalization</a:t>
            </a:r>
          </a:p>
          <a:p>
            <a:endParaRPr lang="en-GB" dirty="0"/>
          </a:p>
          <a:p>
            <a:r>
              <a:rPr lang="en-GB" dirty="0"/>
              <a:t>https://www.youtube.com/watch?v=xoTyrdT9SZI</a:t>
            </a:r>
          </a:p>
          <a:p>
            <a:endParaRPr lang="en-GB" dirty="0"/>
          </a:p>
          <a:p>
            <a:r>
              <a:rPr lang="en-GB" dirty="0"/>
              <a:t>How to normalise</a:t>
            </a:r>
          </a:p>
          <a:p>
            <a:endParaRPr lang="en-GB" dirty="0"/>
          </a:p>
          <a:p>
            <a:r>
              <a:rPr lang="en-GB" dirty="0"/>
              <a:t>https://www.youtube.com/watch?v=mUtAPbb1ECM</a:t>
            </a:r>
          </a:p>
          <a:p>
            <a:endParaRPr lang="en-GB" dirty="0"/>
          </a:p>
          <a:p>
            <a:r>
              <a:rPr lang="en-GB" dirty="0"/>
              <a:t>https://launchschool.com/books/sql/read/table_relationships#normalization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C9DF67-0900-1547-96D2-E921F3F76B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973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4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60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51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9999" y="1295400"/>
            <a:ext cx="5659801" cy="4881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95400"/>
            <a:ext cx="5665306" cy="4881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86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52551"/>
            <a:ext cx="563757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000" y="1981200"/>
            <a:ext cx="563757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52551"/>
            <a:ext cx="5665306" cy="502338"/>
          </a:xfrm>
        </p:spPr>
        <p:txBody>
          <a:bodyPr anchor="ctr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81200"/>
            <a:ext cx="5665306" cy="42084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825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49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4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457200"/>
            <a:ext cx="5507400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67425" y="1247775"/>
            <a:ext cx="5770081" cy="4886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000" y="2057400"/>
            <a:ext cx="55074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09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16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34600" y="1190625"/>
            <a:ext cx="1702906" cy="4986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9999" y="365125"/>
            <a:ext cx="9574575" cy="5811838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932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360000"/>
            <a:ext cx="11655840" cy="720000"/>
          </a:xfrm>
        </p:spPr>
        <p:txBody>
          <a:bodyPr lIns="18000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67833" y="1068634"/>
            <a:ext cx="11227981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269875" y="1169988"/>
            <a:ext cx="11655425" cy="334962"/>
          </a:xfrm>
        </p:spPr>
        <p:txBody>
          <a:bodyPr anchor="ctr">
            <a:noAutofit/>
          </a:bodyPr>
          <a:lstStyle>
            <a:lvl1pPr>
              <a:defRPr sz="2400"/>
            </a:lvl1pPr>
          </a:lstStyle>
          <a:p>
            <a:pPr lvl="0"/>
            <a:r>
              <a:rPr lang="en-US"/>
              <a:t>Slide 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69875" y="1749425"/>
            <a:ext cx="11655425" cy="5108575"/>
          </a:xfrm>
        </p:spPr>
        <p:txBody>
          <a:bodyPr/>
          <a:lstStyle>
            <a:lvl1pPr>
              <a:defRPr/>
            </a:lvl1pPr>
            <a:lvl2pPr marL="237600">
              <a:defRPr/>
            </a:lvl2pPr>
          </a:lstStyle>
          <a:p>
            <a:pPr lvl="0"/>
            <a:r>
              <a:rPr lang="en-US"/>
              <a:t>Slide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467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scri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383720" y="4354365"/>
            <a:ext cx="11408230" cy="110172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FontTx/>
              <a:buNone/>
              <a:defRPr sz="2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383720" y="3113371"/>
            <a:ext cx="11408230" cy="110172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3200" b="0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6" name="Name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32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module name</a:t>
            </a:r>
          </a:p>
        </p:txBody>
      </p:sp>
    </p:spTree>
    <p:extLst>
      <p:ext uri="{BB962C8B-B14F-4D97-AF65-F5344CB8AC3E}">
        <p14:creationId xmlns:p14="http://schemas.microsoft.com/office/powerpoint/2010/main" val="1250961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2030818"/>
            <a:ext cx="12192000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09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76275" y="3771900"/>
            <a:ext cx="10801350" cy="1485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76275" y="1122363"/>
            <a:ext cx="1080135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 descr="Main Event Image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8"/>
          <a:stretch/>
        </p:blipFill>
        <p:spPr bwMode="auto">
          <a:xfrm>
            <a:off x="4897299" y="4753206"/>
            <a:ext cx="2065179" cy="12316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67890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2238700"/>
            <a:ext cx="11477506" cy="398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360000" y="1443100"/>
            <a:ext cx="11477506" cy="795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6670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720" y="3113371"/>
            <a:ext cx="11408230" cy="1101726"/>
          </a:xfrm>
        </p:spPr>
        <p:txBody>
          <a:bodyPr anchor="b">
            <a:norm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lecture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720" y="4268030"/>
            <a:ext cx="11408230" cy="1063691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lecture description</a:t>
            </a:r>
            <a:endParaRPr lang="en-GB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383720" y="2045571"/>
            <a:ext cx="11408230" cy="98509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600" b="1" baseline="0"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module title</a:t>
            </a:r>
          </a:p>
        </p:txBody>
      </p:sp>
    </p:spTree>
    <p:extLst>
      <p:ext uri="{BB962C8B-B14F-4D97-AF65-F5344CB8AC3E}">
        <p14:creationId xmlns:p14="http://schemas.microsoft.com/office/powerpoint/2010/main" val="3796048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</p:spTree>
    <p:extLst>
      <p:ext uri="{BB962C8B-B14F-4D97-AF65-F5344CB8AC3E}">
        <p14:creationId xmlns:p14="http://schemas.microsoft.com/office/powerpoint/2010/main" val="1930928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574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496881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720" y="1380067"/>
            <a:ext cx="5636080" cy="479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380067"/>
            <a:ext cx="5690508" cy="479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5350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5"/>
            <a:ext cx="9505347" cy="8032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19" y="1262063"/>
            <a:ext cx="5613856" cy="498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720" y="1854202"/>
            <a:ext cx="5613856" cy="43354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262063"/>
            <a:ext cx="5690507" cy="498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1854202"/>
            <a:ext cx="5690507" cy="43354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2865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19" y="365126"/>
            <a:ext cx="9513813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8372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20804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1337733"/>
            <a:ext cx="6679519" cy="45233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9035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457200"/>
            <a:ext cx="438830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1329267"/>
            <a:ext cx="6679519" cy="45317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0" y="2057400"/>
            <a:ext cx="438830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6441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20" y="365126"/>
            <a:ext cx="9496880" cy="7954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1337734"/>
            <a:ext cx="11478986" cy="483923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9121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19733" y="1346199"/>
            <a:ext cx="2142973" cy="4830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721" y="365125"/>
            <a:ext cx="9209012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School of Computing , Engineering and Digital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104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470895" cy="795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332000"/>
            <a:ext cx="11477506" cy="489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999" y="6516000"/>
            <a:ext cx="10912206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6942" y="6516000"/>
            <a:ext cx="500564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91C18-2D9D-461C-87BF-48086B64411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325500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03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3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74000">
              <a:schemeClr val="accent3">
                <a:lumMod val="30000"/>
                <a:lumOff val="70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>
          <a:xfrm rot="10800000">
            <a:off x="11516008" y="4513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 rot="10800000">
            <a:off x="11871106" y="39279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ounded Rectangle 8"/>
          <p:cNvSpPr/>
          <p:nvPr userDrawn="1"/>
        </p:nvSpPr>
        <p:spPr>
          <a:xfrm rot="10800000">
            <a:off x="11157308" y="4513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ounded Rectangle 9"/>
          <p:cNvSpPr/>
          <p:nvPr userDrawn="1"/>
        </p:nvSpPr>
        <p:spPr>
          <a:xfrm rot="10800000">
            <a:off x="11868432" y="111510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ounded Rectangle 10"/>
          <p:cNvSpPr/>
          <p:nvPr userDrawn="1"/>
        </p:nvSpPr>
        <p:spPr>
          <a:xfrm rot="10800000">
            <a:off x="11516009" y="1115107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ounded Rectangle 11"/>
          <p:cNvSpPr/>
          <p:nvPr userDrawn="1"/>
        </p:nvSpPr>
        <p:spPr>
          <a:xfrm rot="10800000">
            <a:off x="11516010" y="759507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ounded Rectangle 12"/>
          <p:cNvSpPr/>
          <p:nvPr userDrawn="1"/>
        </p:nvSpPr>
        <p:spPr>
          <a:xfrm rot="10800000">
            <a:off x="11521860" y="146118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ounded Rectangle 13"/>
          <p:cNvSpPr/>
          <p:nvPr userDrawn="1"/>
        </p:nvSpPr>
        <p:spPr>
          <a:xfrm rot="10800000">
            <a:off x="10871846" y="39279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ounded Rectangle 14"/>
          <p:cNvSpPr/>
          <p:nvPr userDrawn="1"/>
        </p:nvSpPr>
        <p:spPr>
          <a:xfrm rot="10800000">
            <a:off x="11157307" y="75950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ounded Rectangle 15"/>
          <p:cNvSpPr/>
          <p:nvPr userDrawn="1"/>
        </p:nvSpPr>
        <p:spPr>
          <a:xfrm>
            <a:off x="11874788" y="654438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516013" y="654438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ounded Rectangle 17"/>
          <p:cNvSpPr/>
          <p:nvPr userDrawn="1"/>
        </p:nvSpPr>
        <p:spPr>
          <a:xfrm>
            <a:off x="11160412" y="654438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ounded Rectangle 18"/>
          <p:cNvSpPr/>
          <p:nvPr userDrawn="1"/>
        </p:nvSpPr>
        <p:spPr>
          <a:xfrm>
            <a:off x="11516012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ounded Rectangle 19"/>
          <p:cNvSpPr/>
          <p:nvPr userDrawn="1"/>
        </p:nvSpPr>
        <p:spPr>
          <a:xfrm>
            <a:off x="11516013" y="583014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874788" y="5821786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ounded Rectangle 21"/>
          <p:cNvSpPr/>
          <p:nvPr userDrawn="1"/>
        </p:nvSpPr>
        <p:spPr>
          <a:xfrm>
            <a:off x="11160555" y="583014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ounded Rectangle 22"/>
          <p:cNvSpPr/>
          <p:nvPr userDrawn="1"/>
        </p:nvSpPr>
        <p:spPr>
          <a:xfrm>
            <a:off x="10874951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ounded Rectangle 23"/>
          <p:cNvSpPr/>
          <p:nvPr userDrawn="1"/>
        </p:nvSpPr>
        <p:spPr>
          <a:xfrm>
            <a:off x="11516013" y="547585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ounded Rectangle 24"/>
          <p:cNvSpPr/>
          <p:nvPr userDrawn="1"/>
        </p:nvSpPr>
        <p:spPr>
          <a:xfrm>
            <a:off x="11516011" y="5120113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ounded Rectangle 25"/>
          <p:cNvSpPr/>
          <p:nvPr userDrawn="1"/>
        </p:nvSpPr>
        <p:spPr>
          <a:xfrm>
            <a:off x="11874788" y="512011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ounded Rectangle 26"/>
          <p:cNvSpPr/>
          <p:nvPr userDrawn="1"/>
        </p:nvSpPr>
        <p:spPr>
          <a:xfrm>
            <a:off x="10874950" y="5466188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8" name="Picture 2" descr="European Social Fund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439" y="86553"/>
            <a:ext cx="2350168" cy="52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Teesside University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526" y="6256336"/>
            <a:ext cx="1409700" cy="5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together with business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987" y="6437311"/>
            <a:ext cx="18859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ounded Rectangle 30"/>
          <p:cNvSpPr/>
          <p:nvPr userDrawn="1"/>
        </p:nvSpPr>
        <p:spPr>
          <a:xfrm>
            <a:off x="378472" y="653616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ounded Rectangle 31"/>
          <p:cNvSpPr/>
          <p:nvPr userDrawn="1"/>
        </p:nvSpPr>
        <p:spPr>
          <a:xfrm>
            <a:off x="23374" y="6188502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ounded Rectangle 32"/>
          <p:cNvSpPr/>
          <p:nvPr userDrawn="1"/>
        </p:nvSpPr>
        <p:spPr>
          <a:xfrm>
            <a:off x="737172" y="6536165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ounded Rectangle 33"/>
          <p:cNvSpPr/>
          <p:nvPr userDrawn="1"/>
        </p:nvSpPr>
        <p:spPr>
          <a:xfrm>
            <a:off x="23373" y="58217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ounded Rectangle 34"/>
          <p:cNvSpPr/>
          <p:nvPr userDrawn="1"/>
        </p:nvSpPr>
        <p:spPr>
          <a:xfrm>
            <a:off x="26048" y="54661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ounded Rectangle 35"/>
          <p:cNvSpPr/>
          <p:nvPr userDrawn="1"/>
        </p:nvSpPr>
        <p:spPr>
          <a:xfrm>
            <a:off x="378471" y="5466189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ounded Rectangle 36"/>
          <p:cNvSpPr/>
          <p:nvPr userDrawn="1"/>
        </p:nvSpPr>
        <p:spPr>
          <a:xfrm>
            <a:off x="378470" y="5821789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ounded Rectangle 37"/>
          <p:cNvSpPr/>
          <p:nvPr userDrawn="1"/>
        </p:nvSpPr>
        <p:spPr>
          <a:xfrm>
            <a:off x="372620" y="5120114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ounded Rectangle 38"/>
          <p:cNvSpPr/>
          <p:nvPr userDrawn="1"/>
        </p:nvSpPr>
        <p:spPr>
          <a:xfrm>
            <a:off x="1022634" y="6188501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ounded Rectangle 39"/>
          <p:cNvSpPr/>
          <p:nvPr userDrawn="1"/>
        </p:nvSpPr>
        <p:spPr>
          <a:xfrm>
            <a:off x="737173" y="58217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ounded Rectangle 40"/>
          <p:cNvSpPr/>
          <p:nvPr userDrawn="1"/>
        </p:nvSpPr>
        <p:spPr>
          <a:xfrm>
            <a:off x="1022633" y="5466190"/>
            <a:ext cx="285461" cy="285461"/>
          </a:xfrm>
          <a:prstGeom prst="roundRect">
            <a:avLst/>
          </a:prstGeom>
          <a:solidFill>
            <a:srgbClr val="713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20470" y="10287"/>
            <a:ext cx="1750446" cy="1498437"/>
            <a:chOff x="26048" y="29008"/>
            <a:chExt cx="1750446" cy="1498437"/>
          </a:xfrm>
        </p:grpSpPr>
        <p:sp>
          <p:nvSpPr>
            <p:cNvPr id="43" name="Rounded Rectangle 42"/>
            <p:cNvSpPr/>
            <p:nvPr/>
          </p:nvSpPr>
          <p:spPr>
            <a:xfrm>
              <a:off x="26048" y="29008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6048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26048" y="755933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78473" y="755933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737173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737173" y="29008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78473" y="1103596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78473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108648" y="389220"/>
              <a:ext cx="285461" cy="285461"/>
            </a:xfrm>
            <a:prstGeom prst="roundRect">
              <a:avLst/>
            </a:prstGeom>
            <a:solidFill>
              <a:srgbClr val="713F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746" y="518069"/>
              <a:ext cx="1427748" cy="1009376"/>
            </a:xfrm>
            <a:prstGeom prst="rect">
              <a:avLst/>
            </a:prstGeom>
          </p:spPr>
        </p:pic>
      </p:grpSp>
      <p:sp>
        <p:nvSpPr>
          <p:cNvPr id="54" name="Title 2"/>
          <p:cNvSpPr txBox="1">
            <a:spLocks/>
          </p:cNvSpPr>
          <p:nvPr userDrawn="1"/>
        </p:nvSpPr>
        <p:spPr>
          <a:xfrm>
            <a:off x="737172" y="3195191"/>
            <a:ext cx="10515600" cy="1325563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GB" sz="4000">
                <a:solidFill>
                  <a:schemeClr val="accent2"/>
                </a:solidFill>
              </a:rPr>
            </a:br>
            <a:br>
              <a:rPr lang="en-GB" sz="4000">
                <a:solidFill>
                  <a:schemeClr val="accent2"/>
                </a:solidFill>
              </a:rPr>
            </a:br>
            <a:br>
              <a:rPr lang="en-GB" sz="4000">
                <a:solidFill>
                  <a:schemeClr val="accent2"/>
                </a:solidFill>
              </a:rPr>
            </a:b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68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936" y="6384470"/>
            <a:ext cx="12191064" cy="473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720" y="292937"/>
            <a:ext cx="9369880" cy="7954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721" y="1323474"/>
            <a:ext cx="11478986" cy="4853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3720" y="6515100"/>
            <a:ext cx="10654393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Computing &amp; Digital Technologies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9628" y="6515099"/>
            <a:ext cx="683079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5BC3EEBC-8848-48BC-9E86-2856C4334E59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3" y="292937"/>
            <a:ext cx="1787964" cy="79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241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youtube.com/watch?v=waG_JhBgUp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ower-bi/guided-learning/introductiontodax" TargetMode="External"/><Relationship Id="rId2" Type="http://schemas.openxmlformats.org/officeDocument/2006/relationships/hyperlink" Target="https://docs.microsoft.com/en-us/power-bi/desktop-quickstart-learn-dax-basic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docs.microsoft.com/en-us/dax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c.tarzi@tees.ac.uk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mailto:aocchipinti@tees.ac.uk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Data Analytics using </a:t>
            </a:r>
          </a:p>
          <a:p>
            <a:r>
              <a:rPr lang="en-GB" dirty="0"/>
              <a:t>DAX in Power BI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880D6-E5AF-9100-6519-90F9F7F630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77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0B0871-30F1-41A9-991D-ABA17D3A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last lesson…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ED3F0-6F4E-4AED-BC09-6C11CEA33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09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A4165C-3912-419A-80AF-A92FDA022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359"/>
            <a:ext cx="6589880" cy="4178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18D68F-D1AC-478A-9A45-AC506757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19A9A-74A4-4DE6-9CF7-4623B6FCC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5096" y="5770800"/>
            <a:ext cx="4572410" cy="4572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…or Power BI: Trend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C1262-82B2-431E-A6C1-DC003CDF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62CEE-BB4D-41FE-B041-B4CF93FF8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433" y="232543"/>
            <a:ext cx="9068493" cy="3145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363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961E9-C320-A4D4-1062-4B669C1F1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0018-2BBF-610B-EBCC-0EAE4DFC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Your Power BI journey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37090-0FBC-ABA7-B189-9739C14B11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3698" y="1299720"/>
            <a:ext cx="11206923" cy="5108575"/>
          </a:xfrm>
        </p:spPr>
        <p:txBody>
          <a:bodyPr/>
          <a:lstStyle/>
          <a:p>
            <a:pPr marL="266700" lvl="1" indent="-266700">
              <a:buFont typeface="+mj-lt"/>
              <a:buAutoNum type="arabicPeriod"/>
            </a:pPr>
            <a:r>
              <a:rPr lang="en-US" noProof="0" dirty="0"/>
              <a:t>Create queries and use the </a:t>
            </a:r>
            <a:r>
              <a:rPr lang="en-US" b="1" noProof="0" dirty="0"/>
              <a:t>Query Editor </a:t>
            </a:r>
            <a:r>
              <a:rPr lang="en-US" noProof="0" dirty="0"/>
              <a:t>to filter, cleanse and reshape data</a:t>
            </a:r>
          </a:p>
          <a:p>
            <a:pPr marL="266700" lvl="1" indent="-266700">
              <a:buFont typeface="+mj-lt"/>
              <a:buAutoNum type="arabicPeriod"/>
            </a:pPr>
            <a:r>
              <a:rPr lang="en-US" noProof="0" dirty="0"/>
              <a:t>Configure/refine relationships to establish the foundations of a model</a:t>
            </a:r>
          </a:p>
          <a:p>
            <a:pPr marL="266700" lvl="1" indent="-266700">
              <a:buFont typeface="+mj-lt"/>
              <a:buAutoNum type="arabicPeriod"/>
            </a:pPr>
            <a:r>
              <a:rPr lang="en-US" noProof="0" dirty="0"/>
              <a:t>Enrich the model with calculation logic and formatting</a:t>
            </a:r>
          </a:p>
          <a:p>
            <a:pPr marL="266700" lvl="1" indent="-266700">
              <a:buFont typeface="+mj-lt"/>
              <a:buAutoNum type="arabicPeriod"/>
            </a:pPr>
            <a:r>
              <a:rPr lang="en-US" noProof="0" dirty="0"/>
              <a:t>Design interactive reports with a broad range of modern data visualizations</a:t>
            </a:r>
          </a:p>
          <a:p>
            <a:pPr marL="266700" lvl="1" indent="-266700">
              <a:buFont typeface="+mj-lt"/>
              <a:buAutoNum type="arabicPeriod"/>
            </a:pPr>
            <a:r>
              <a:rPr lang="en-US" noProof="0" dirty="0"/>
              <a:t>Publish solutions directly to the Power BI service</a:t>
            </a:r>
          </a:p>
          <a:p>
            <a:endParaRPr lang="en-US" sz="3200" noProof="0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324358555"/>
              </p:ext>
            </p:extLst>
          </p:nvPr>
        </p:nvGraphicFramePr>
        <p:xfrm>
          <a:off x="718157" y="4287890"/>
          <a:ext cx="11206923" cy="930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315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D99E14-5F4B-4781-8F2E-407A11835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09537"/>
            <a:ext cx="6600825" cy="40626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64541B-C3DF-4FEC-8970-03490F218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06" y="3109913"/>
            <a:ext cx="6259894" cy="37480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1324EF-B79D-4C90-800F-24DF3F635E11}"/>
              </a:ext>
            </a:extLst>
          </p:cNvPr>
          <p:cNvSpPr txBox="1"/>
          <p:nvPr/>
        </p:nvSpPr>
        <p:spPr>
          <a:xfrm>
            <a:off x="1336294" y="5053410"/>
            <a:ext cx="3333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Be proud of your work!</a:t>
            </a:r>
          </a:p>
        </p:txBody>
      </p:sp>
    </p:spTree>
    <p:extLst>
      <p:ext uri="{BB962C8B-B14F-4D97-AF65-F5344CB8AC3E}">
        <p14:creationId xmlns:p14="http://schemas.microsoft.com/office/powerpoint/2010/main" val="113776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5195" y="1651659"/>
            <a:ext cx="6829376" cy="4033324"/>
          </a:xfrm>
        </p:spPr>
        <p:txBody>
          <a:bodyPr>
            <a:normAutofit/>
          </a:bodyPr>
          <a:lstStyle/>
          <a:p>
            <a:r>
              <a:rPr lang="en-US" dirty="0"/>
              <a:t>Data Analysis Expression (DAX) fundamentals.</a:t>
            </a:r>
          </a:p>
          <a:p>
            <a:r>
              <a:rPr lang="en-GB" dirty="0"/>
              <a:t>Implementation of aggregation, counting, and logical functions using DAX - Demo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EEBC-8848-48BC-9E86-2856C4334E59}" type="slidenum">
              <a:rPr lang="en-GB" smtClean="0"/>
              <a:t>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355195" y="126000"/>
            <a:ext cx="10917009" cy="1192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Outline</a:t>
            </a:r>
          </a:p>
        </p:txBody>
      </p:sp>
      <p:pic>
        <p:nvPicPr>
          <p:cNvPr id="1026" name="Picture 2" descr="How should I Study Data Analytics using R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282" y="1651659"/>
            <a:ext cx="4795523" cy="2497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84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DAX</a:t>
            </a:r>
            <a:r>
              <a:rPr lang="en-GB" dirty="0"/>
              <a:t> stands for </a:t>
            </a:r>
            <a:r>
              <a:rPr lang="en-GB" b="1" dirty="0"/>
              <a:t>Data Analysis Expressions and</a:t>
            </a:r>
            <a:r>
              <a:rPr lang="en-GB" dirty="0"/>
              <a:t> is the formula language used throughout Power BI (it's also used by Power BI behind the scenes).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40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 to DAX Language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60000" y="5040076"/>
            <a:ext cx="11477506" cy="65266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Link to video: </a:t>
            </a:r>
            <a:r>
              <a:rPr lang="en-GB" dirty="0">
                <a:hlinkClick r:id="rId2"/>
              </a:rPr>
              <a:t>https://www.youtube.com/watch?v=waG_JhBgUpM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Available also </a:t>
            </a:r>
            <a:r>
              <a:rPr lang="en-GB"/>
              <a:t>on Blackboard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8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664277-930A-4F0D-9CCF-6A1321320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603" y="1261641"/>
            <a:ext cx="4428494" cy="328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8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DAX -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There are two primary calculations you can create using DAX:</a:t>
            </a:r>
          </a:p>
          <a:p>
            <a:pPr marL="0" indent="0">
              <a:buNone/>
            </a:pPr>
            <a:endParaRPr lang="en-GB" dirty="0"/>
          </a:p>
          <a:p>
            <a:pPr marL="1071563" indent="-171450"/>
            <a:r>
              <a:rPr lang="en-GB" b="1" dirty="0"/>
              <a:t>Calculated Columns</a:t>
            </a:r>
            <a:r>
              <a:rPr lang="en-GB" dirty="0"/>
              <a:t>, to slice or filter on the values</a:t>
            </a:r>
          </a:p>
          <a:p>
            <a:pPr marL="1071563" indent="-171450"/>
            <a:r>
              <a:rPr lang="en-GB" b="1" dirty="0"/>
              <a:t>Calculated Measures</a:t>
            </a:r>
            <a:r>
              <a:rPr lang="en-GB" dirty="0"/>
              <a:t>, to calculate percentages or ratios, or to perform complex aggregations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Before digging into creating either of those, let’s have a look at DAX </a:t>
            </a:r>
            <a:r>
              <a:rPr lang="en-GB" b="1" dirty="0"/>
              <a:t>syntax for tables and columns</a:t>
            </a:r>
            <a:r>
              <a:rPr lang="en-GB" dirty="0"/>
              <a:t>, which you will use when creating either calculated columns or calculated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82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DAX -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Products and Orders Tables</a:t>
            </a:r>
          </a:p>
          <a:p>
            <a:r>
              <a:rPr lang="en-GB" dirty="0"/>
              <a:t>Create new Calculated Column, </a:t>
            </a:r>
          </a:p>
          <a:p>
            <a:r>
              <a:rPr lang="en-GB" b="1" dirty="0"/>
              <a:t>Calculated columns</a:t>
            </a:r>
            <a:r>
              <a:rPr lang="en-GB" dirty="0"/>
              <a:t> are useful when you want to slice or filter on the value, or if you want a calculation for every row in your table.</a:t>
            </a:r>
          </a:p>
          <a:p>
            <a:endParaRPr lang="en-GB" sz="4000" dirty="0"/>
          </a:p>
          <a:p>
            <a:r>
              <a:rPr lang="en-GB" dirty="0"/>
              <a:t>New Measure. Use a </a:t>
            </a:r>
            <a:r>
              <a:rPr lang="en-GB" b="1" dirty="0"/>
              <a:t>calculated measure</a:t>
            </a:r>
            <a:r>
              <a:rPr lang="en-GB" dirty="0"/>
              <a:t> when you are calculating percentages or ratios, or you need complex aggregations.</a:t>
            </a:r>
          </a:p>
          <a:p>
            <a:endParaRPr lang="en-GB" dirty="0"/>
          </a:p>
          <a:p>
            <a:pPr marL="0" indent="0">
              <a:buNone/>
            </a:pPr>
            <a:endParaRPr lang="en-GB" sz="600" dirty="0"/>
          </a:p>
          <a:p>
            <a:pPr marL="0" indent="0">
              <a:buNone/>
            </a:pPr>
            <a:r>
              <a:rPr lang="en-GB" dirty="0"/>
              <a:t>How to add them both to a report?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620" y="3511396"/>
            <a:ext cx="10189604" cy="5372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16" y="5305424"/>
            <a:ext cx="7076129" cy="5667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23123" y="5379127"/>
            <a:ext cx="306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Link used in the Demo: https://services.odata.org/V3/Northwind/Northwind.svc/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23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25500"/>
            <a:ext cx="9869850" cy="795600"/>
          </a:xfrm>
        </p:spPr>
        <p:txBody>
          <a:bodyPr/>
          <a:lstStyle/>
          <a:p>
            <a:r>
              <a:rPr lang="en-GB"/>
              <a:t>Using DAX Demo. Aggregation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DAX has a number of </a:t>
            </a:r>
            <a:r>
              <a:rPr lang="en-GB" b="1" dirty="0"/>
              <a:t>aggregation</a:t>
            </a:r>
            <a:r>
              <a:rPr lang="en-GB" dirty="0"/>
              <a:t> functions, including the following commonly used functions:</a:t>
            </a:r>
          </a:p>
          <a:p>
            <a:r>
              <a:rPr lang="en-GB" dirty="0"/>
              <a:t>SUM – Sum of all the units in stock</a:t>
            </a:r>
          </a:p>
          <a:p>
            <a:r>
              <a:rPr lang="en-GB" dirty="0"/>
              <a:t>AVERAGE – Average number of orders</a:t>
            </a:r>
          </a:p>
          <a:p>
            <a:r>
              <a:rPr lang="en-GB" dirty="0"/>
              <a:t>MIN – minimum unit price</a:t>
            </a:r>
          </a:p>
          <a:p>
            <a:r>
              <a:rPr lang="en-GB" dirty="0"/>
              <a:t>MAX – maximum unit price</a:t>
            </a:r>
          </a:p>
          <a:p>
            <a:r>
              <a:rPr lang="en-GB" dirty="0"/>
              <a:t>These functions work only on numeric columns, and generally can aggregate only one column at a time.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599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 vs SUMX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334028"/>
          <a:ext cx="1147750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753">
                  <a:extLst>
                    <a:ext uri="{9D8B030D-6E8A-4147-A177-3AD203B41FA5}">
                      <a16:colId xmlns:a16="http://schemas.microsoft.com/office/drawing/2014/main" val="860635305"/>
                    </a:ext>
                  </a:extLst>
                </a:gridCol>
                <a:gridCol w="5738753">
                  <a:extLst>
                    <a:ext uri="{9D8B030D-6E8A-4147-A177-3AD203B41FA5}">
                      <a16:colId xmlns:a16="http://schemas.microsoft.com/office/drawing/2014/main" val="131838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/>
                        <a:t>SUM()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SUMX()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63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SUM() is an aggregator function.  It adds up all the values </a:t>
                      </a:r>
                      <a:r>
                        <a:rPr lang="en-GB" sz="2000" b="1" dirty="0"/>
                        <a:t>in a single column</a:t>
                      </a:r>
                      <a:r>
                        <a:rPr lang="en-GB" sz="2000" dirty="0"/>
                        <a:t> you specify </a:t>
                      </a:r>
                      <a:r>
                        <a:rPr lang="en-GB" sz="2000" b="1" dirty="0"/>
                        <a:t>after applying all filters</a:t>
                      </a:r>
                      <a:r>
                        <a:rPr lang="en-GB" sz="2000" dirty="0"/>
                        <a:t> that will impact the formula.  SUM() has no knowledge of the existence of rows (it can’t do row by row evaluation) – all it can do is add everything in the </a:t>
                      </a:r>
                      <a:r>
                        <a:rPr lang="en-GB" sz="2000" b="1" dirty="0"/>
                        <a:t>single column</a:t>
                      </a:r>
                      <a:r>
                        <a:rPr lang="en-GB" sz="2000" dirty="0"/>
                        <a:t> it is presented with </a:t>
                      </a:r>
                      <a:r>
                        <a:rPr lang="en-GB" sz="2000" b="1" dirty="0"/>
                        <a:t>after the filters have been applied</a:t>
                      </a:r>
                      <a:r>
                        <a:rPr lang="en-GB" sz="2000" dirty="0"/>
                        <a:t>.</a:t>
                      </a:r>
                    </a:p>
                    <a:p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/>
                        <a:t>SUMX() is an iterator function.  It works through a table, </a:t>
                      </a:r>
                      <a:r>
                        <a:rPr lang="en-GB" sz="2000" b="1" dirty="0"/>
                        <a:t>row by row</a:t>
                      </a:r>
                      <a:r>
                        <a:rPr lang="en-GB" sz="2000" dirty="0"/>
                        <a:t> to complete the evaluation </a:t>
                      </a:r>
                      <a:r>
                        <a:rPr lang="en-GB" sz="2000" b="1" dirty="0"/>
                        <a:t>after applying all filters.  </a:t>
                      </a:r>
                      <a:r>
                        <a:rPr lang="en-GB" sz="2000" dirty="0"/>
                        <a:t>SUMX() has awareness of rows in a table, and hence can reference the intersection of each row with any columns in the table.  SUMX() can operate over  a single column but can also operate over multiple columns too – because it has the ability to work row by row.</a:t>
                      </a:r>
                    </a:p>
                    <a:p>
                      <a:endParaRPr lang="en-GB" sz="2000" dirty="0"/>
                    </a:p>
                    <a:p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23917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83E2CEC-E97E-436C-8D18-DE86E9167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9" y="5634579"/>
            <a:ext cx="11286161" cy="42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66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Counting functions as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32000"/>
            <a:ext cx="11832000" cy="4896000"/>
          </a:xfrm>
        </p:spPr>
        <p:txBody>
          <a:bodyPr/>
          <a:lstStyle/>
          <a:p>
            <a:r>
              <a:rPr lang="en-GB" b="1" dirty="0"/>
              <a:t>COUNT</a:t>
            </a:r>
            <a:r>
              <a:rPr lang="en-GB" dirty="0"/>
              <a:t> – How many values in that column? Orders with Ship Region</a:t>
            </a:r>
          </a:p>
          <a:p>
            <a:r>
              <a:rPr lang="en-GB" b="1" dirty="0"/>
              <a:t>COUNTBLANK</a:t>
            </a:r>
            <a:r>
              <a:rPr lang="en-GB" dirty="0"/>
              <a:t> - How many blank cells in that column? Orders without Ship Region</a:t>
            </a:r>
          </a:p>
          <a:p>
            <a:r>
              <a:rPr lang="en-GB" b="1" dirty="0"/>
              <a:t>COUNTROWS</a:t>
            </a:r>
            <a:r>
              <a:rPr lang="en-GB" dirty="0"/>
              <a:t> – How many orders in total? Order table</a:t>
            </a:r>
          </a:p>
          <a:p>
            <a:r>
              <a:rPr lang="en-GB" b="1" dirty="0"/>
              <a:t>DISTINCTCOUNT</a:t>
            </a:r>
            <a:r>
              <a:rPr lang="en-GB" dirty="0"/>
              <a:t> – How many different Customers? Order table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601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AND</a:t>
            </a:r>
          </a:p>
          <a:p>
            <a:r>
              <a:rPr lang="en-GB"/>
              <a:t>OR</a:t>
            </a:r>
          </a:p>
          <a:p>
            <a:r>
              <a:rPr lang="en-GB"/>
              <a:t>NOT</a:t>
            </a:r>
          </a:p>
          <a:p>
            <a:r>
              <a:rPr lang="en-GB"/>
              <a:t>IF</a:t>
            </a:r>
          </a:p>
          <a:p>
            <a:r>
              <a:rPr lang="en-GB"/>
              <a:t>IFERROR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4200524"/>
            <a:ext cx="9601210" cy="5000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4911487"/>
            <a:ext cx="9471819" cy="5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15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And Even more Functions! </a:t>
            </a:r>
            <a:r>
              <a:rPr lang="en-GB">
                <a:sym typeface="Wingdings" panose="05000000000000000000" pitchFamily="2" charset="2"/>
              </a:rPr>
              <a:t>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15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0534" y="1836735"/>
          <a:ext cx="10896408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2136">
                  <a:extLst>
                    <a:ext uri="{9D8B030D-6E8A-4147-A177-3AD203B41FA5}">
                      <a16:colId xmlns:a16="http://schemas.microsoft.com/office/drawing/2014/main" val="1071320988"/>
                    </a:ext>
                  </a:extLst>
                </a:gridCol>
                <a:gridCol w="3632136">
                  <a:extLst>
                    <a:ext uri="{9D8B030D-6E8A-4147-A177-3AD203B41FA5}">
                      <a16:colId xmlns:a16="http://schemas.microsoft.com/office/drawing/2014/main" val="2547535977"/>
                    </a:ext>
                  </a:extLst>
                </a:gridCol>
                <a:gridCol w="3632136">
                  <a:extLst>
                    <a:ext uri="{9D8B030D-6E8A-4147-A177-3AD203B41FA5}">
                      <a16:colId xmlns:a16="http://schemas.microsoft.com/office/drawing/2014/main" val="3147267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500"/>
                        <a:t>Information</a:t>
                      </a:r>
                      <a:r>
                        <a:rPr lang="en-GB" sz="2500" baseline="0"/>
                        <a:t> Functions</a:t>
                      </a:r>
                      <a:endParaRPr lang="en-GB" sz="2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Text Functions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Date</a:t>
                      </a:r>
                      <a:r>
                        <a:rPr lang="en-GB" sz="2500" baseline="0"/>
                        <a:t> Functions</a:t>
                      </a:r>
                      <a:endParaRPr lang="en-GB" sz="2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96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500"/>
                        <a:t>ISBLANK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CONCATENATE</a:t>
                      </a:r>
                    </a:p>
                    <a:p>
                      <a:endParaRPr lang="en-GB" sz="2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GB" sz="2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31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500"/>
                        <a:t>ISNUMBER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5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</a:t>
                      </a:r>
                    </a:p>
                    <a:p>
                      <a:endParaRPr lang="en-GB" sz="2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HOUR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501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500"/>
                        <a:t>ISTEXT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893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500"/>
                        <a:t>ISNONTEXT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EOMONTH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309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500"/>
                        <a:t>ISERROR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WEEKDAY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61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69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There is plenty more to learn…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32000"/>
            <a:ext cx="11370038" cy="4896000"/>
          </a:xfrm>
        </p:spPr>
        <p:txBody>
          <a:bodyPr/>
          <a:lstStyle/>
          <a:p>
            <a:r>
              <a:rPr lang="en-GB">
                <a:hlinkClick r:id="rId2"/>
              </a:rPr>
              <a:t>https://docs.microsoft.com/en-us/power-bi/desktop-quickstart-learn-dax-basics</a:t>
            </a:r>
            <a:endParaRPr lang="en-GB"/>
          </a:p>
          <a:p>
            <a:r>
              <a:rPr lang="en-GB">
                <a:hlinkClick r:id="rId3"/>
              </a:rPr>
              <a:t>https://docs.microsoft.com/en-us/power-bi/guided-learning/introductiontodax</a:t>
            </a:r>
            <a:endParaRPr lang="en-GB"/>
          </a:p>
          <a:p>
            <a:r>
              <a:rPr lang="en-GB">
                <a:hlinkClick r:id="rId4"/>
              </a:rPr>
              <a:t>https://docs.microsoft.com/en-us/dax/</a:t>
            </a:r>
            <a:endParaRPr lang="en-GB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16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88" y="3702264"/>
            <a:ext cx="5362575" cy="315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84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5579" y="348926"/>
            <a:ext cx="9144000" cy="2387600"/>
          </a:xfrm>
        </p:spPr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r>
              <a:rPr lang="en-GB" dirty="0"/>
              <a:t>Feel free to contact me on Teams or email me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  <a:p>
            <a:r>
              <a:rPr lang="en-GB" dirty="0">
                <a:hlinkClick r:id="rId2"/>
              </a:rPr>
              <a:t>c.tarzi@tees.ac.uk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2190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Creating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9875" y="2332800"/>
            <a:ext cx="9117013" cy="452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/>
              <a:t>Queries can be edited before loading into the model</a:t>
            </a:r>
          </a:p>
          <a:p>
            <a:pPr marL="0" indent="0">
              <a:buNone/>
            </a:pPr>
            <a:r>
              <a:rPr lang="en-US" noProof="0"/>
              <a:t>Once created, each query:</a:t>
            </a:r>
          </a:p>
          <a:p>
            <a:pPr lvl="1"/>
            <a:r>
              <a:rPr lang="en-US" sz="2800" noProof="0"/>
              <a:t>Is referenced by a unique name</a:t>
            </a:r>
          </a:p>
          <a:p>
            <a:pPr lvl="1"/>
            <a:r>
              <a:rPr lang="en-US" sz="2800" noProof="0"/>
              <a:t>Defines query steps by using the language “M”</a:t>
            </a:r>
          </a:p>
          <a:p>
            <a:pPr lvl="2"/>
            <a:r>
              <a:rPr lang="en-US" sz="2800" noProof="0"/>
              <a:t>Most query step logic does not require writing formulas</a:t>
            </a:r>
          </a:p>
          <a:p>
            <a:pPr lvl="1"/>
            <a:r>
              <a:rPr lang="en-US" sz="2800" noProof="0"/>
              <a:t>Is used to load data into a model table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441738" y="1332000"/>
          <a:ext cx="11206923" cy="930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/>
          <a:srcRect b="17073"/>
          <a:stretch/>
        </p:blipFill>
        <p:spPr>
          <a:xfrm>
            <a:off x="9161016" y="2732850"/>
            <a:ext cx="2902396" cy="323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2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Creating Queries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0"/>
              <a:t>User experience: Getting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9875" y="3811799"/>
            <a:ext cx="11655425" cy="3046202"/>
          </a:xfrm>
        </p:spPr>
        <p:txBody>
          <a:bodyPr>
            <a:normAutofit/>
          </a:bodyPr>
          <a:lstStyle/>
          <a:p>
            <a:r>
              <a:rPr lang="en-US" sz="2400" b="1" u="sng" noProof="0"/>
              <a:t>A query is defined by “getting data”</a:t>
            </a:r>
          </a:p>
          <a:p>
            <a:pPr lvl="1"/>
            <a:r>
              <a:rPr lang="en-US" noProof="0"/>
              <a:t>Source types include Excel, csv, Database, Azure, Online Services and Others</a:t>
            </a:r>
          </a:p>
          <a:p>
            <a:r>
              <a:rPr lang="en-US" sz="2400" noProof="0"/>
              <a:t>Data can be simply and quickly loaded “as is”</a:t>
            </a:r>
          </a:p>
          <a:p>
            <a:pPr lvl="1"/>
            <a:r>
              <a:rPr lang="en-US" noProof="0"/>
              <a:t>Optionally, the </a:t>
            </a:r>
            <a:r>
              <a:rPr lang="en-US" b="1" noProof="0"/>
              <a:t>Query Editor </a:t>
            </a:r>
            <a:r>
              <a:rPr lang="en-US" noProof="0"/>
              <a:t>can be used to transform queries (Data Analysis)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7894C-2EB6-471E-BFD5-51D56C635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" y="1874626"/>
            <a:ext cx="9839325" cy="11715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 bwMode="auto">
          <a:xfrm>
            <a:off x="2057400" y="2137868"/>
            <a:ext cx="447675" cy="805357"/>
          </a:xfrm>
          <a:prstGeom prst="rect">
            <a:avLst/>
          </a:prstGeom>
          <a:noFill/>
          <a:ln w="28575">
            <a:solidFill>
              <a:srgbClr val="C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84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Creating queries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9240" y="1186118"/>
            <a:ext cx="11655425" cy="5108575"/>
          </a:xfrm>
        </p:spPr>
        <p:txBody>
          <a:bodyPr/>
          <a:lstStyle/>
          <a:p>
            <a:r>
              <a:rPr lang="en-US" noProof="0"/>
              <a:t>Numerous commands are available on the </a:t>
            </a:r>
            <a:r>
              <a:rPr lang="en-US" b="1" noProof="0"/>
              <a:t>Query Editor </a:t>
            </a:r>
            <a:r>
              <a:rPr lang="en-US" noProof="0"/>
              <a:t>ribbons and context menus to:</a:t>
            </a:r>
          </a:p>
          <a:p>
            <a:pPr marL="808038" lvl="1" indent="-192088"/>
            <a:r>
              <a:rPr lang="en-US" noProof="0"/>
              <a:t>Manage columns</a:t>
            </a:r>
          </a:p>
          <a:p>
            <a:pPr marL="808038" lvl="1" indent="-192088"/>
            <a:r>
              <a:rPr lang="en-US" noProof="0"/>
              <a:t>Reduce rows, including removing errors</a:t>
            </a:r>
          </a:p>
          <a:p>
            <a:pPr marL="808038" lvl="1" indent="-192088"/>
            <a:r>
              <a:rPr lang="en-US" noProof="0"/>
              <a:t>Transform</a:t>
            </a:r>
          </a:p>
          <a:p>
            <a:pPr marL="808038" lvl="1" indent="-192088"/>
            <a:r>
              <a:rPr lang="en-US" noProof="0"/>
              <a:t>Split</a:t>
            </a:r>
          </a:p>
          <a:p>
            <a:pPr marL="808038" lvl="1" indent="-192088"/>
            <a:r>
              <a:rPr lang="en-US" noProof="0"/>
              <a:t>Add columns, by using formulas</a:t>
            </a:r>
          </a:p>
          <a:p>
            <a:r>
              <a:rPr lang="en-US" noProof="0"/>
              <a:t>As the editor experience is WYSIWYG, users can easily experiment and roll-back changes</a:t>
            </a:r>
          </a:p>
          <a:p>
            <a:endParaRPr lang="en-US" noProof="0"/>
          </a:p>
        </p:txBody>
      </p:sp>
      <p:sp>
        <p:nvSpPr>
          <p:cNvPr id="5" name="TextBox 4"/>
          <p:cNvSpPr txBox="1"/>
          <p:nvPr/>
        </p:nvSpPr>
        <p:spPr>
          <a:xfrm>
            <a:off x="6264476" y="5651813"/>
            <a:ext cx="4816928" cy="5724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2000"/>
              <a:t>What You See Is What You Get</a:t>
            </a:r>
            <a:endParaRPr lang="en-GB" sz="280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264476" y="4833387"/>
            <a:ext cx="718457" cy="74801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52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Power BI so far…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1054" lvl="1" indent="0">
              <a:buNone/>
            </a:pPr>
            <a:endParaRPr lang="en-US" noProof="0"/>
          </a:p>
          <a:p>
            <a:endParaRPr lang="en-US" noProof="0"/>
          </a:p>
        </p:txBody>
      </p:sp>
      <p:sp>
        <p:nvSpPr>
          <p:cNvPr id="6" name="Rectangle 5"/>
          <p:cNvSpPr/>
          <p:nvPr/>
        </p:nvSpPr>
        <p:spPr>
          <a:xfrm>
            <a:off x="-602213" y="1280298"/>
            <a:ext cx="1222148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/>
            <a:r>
              <a:rPr lang="en-GB" sz="3200">
                <a:latin typeface="+mj-lt"/>
              </a:rPr>
              <a:t>Getting data from csv</a:t>
            </a:r>
          </a:p>
          <a:p>
            <a:pPr lvl="3"/>
            <a:r>
              <a:rPr lang="en-GB" sz="3200">
                <a:latin typeface="+mj-lt"/>
              </a:rPr>
              <a:t>3 views</a:t>
            </a:r>
          </a:p>
          <a:p>
            <a:pPr lvl="3"/>
            <a:r>
              <a:rPr lang="en-GB" sz="3200">
                <a:latin typeface="+mj-lt"/>
              </a:rPr>
              <a:t>Change data-type</a:t>
            </a:r>
          </a:p>
          <a:p>
            <a:pPr lvl="3"/>
            <a:r>
              <a:rPr lang="en-GB" sz="3200">
                <a:latin typeface="+mj-lt"/>
              </a:rPr>
              <a:t>Rename columns</a:t>
            </a:r>
          </a:p>
          <a:p>
            <a:pPr lvl="3"/>
            <a:r>
              <a:rPr lang="en-GB" sz="3200">
                <a:latin typeface="+mj-lt"/>
              </a:rPr>
              <a:t>Dealing with errors/NAs</a:t>
            </a:r>
          </a:p>
          <a:p>
            <a:pPr lvl="3"/>
            <a:r>
              <a:rPr lang="en-GB" sz="3200">
                <a:latin typeface="+mj-lt"/>
              </a:rPr>
              <a:t>Removing columns</a:t>
            </a:r>
          </a:p>
          <a:p>
            <a:pPr lvl="3"/>
            <a:r>
              <a:rPr lang="en-GB" sz="3200">
                <a:latin typeface="+mj-lt"/>
              </a:rPr>
              <a:t>Adding a calculated column (Custom column -&gt; </a:t>
            </a:r>
            <a:r>
              <a:rPr lang="en-US" b="1"/>
              <a:t>= #date([Year], [Month], [Day])</a:t>
            </a:r>
            <a:r>
              <a:rPr lang="en-GB" sz="3200">
                <a:latin typeface="+mj-lt"/>
              </a:rPr>
              <a:t>)</a:t>
            </a:r>
          </a:p>
          <a:p>
            <a:pPr lvl="3"/>
            <a:r>
              <a:rPr lang="en-GB" sz="3200">
                <a:latin typeface="+mj-lt"/>
              </a:rPr>
              <a:t>Splitting a column</a:t>
            </a:r>
          </a:p>
          <a:p>
            <a:pPr lvl="3"/>
            <a:r>
              <a:rPr lang="en-GB" sz="3200">
                <a:latin typeface="+mj-lt"/>
              </a:rPr>
              <a:t>Replacing values to improve the readability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14410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Configuring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9875" y="2332800"/>
            <a:ext cx="11655425" cy="4525200"/>
          </a:xfrm>
        </p:spPr>
        <p:txBody>
          <a:bodyPr>
            <a:normAutofit/>
          </a:bodyPr>
          <a:lstStyle/>
          <a:p>
            <a:r>
              <a:rPr lang="en-US" sz="2600" noProof="0"/>
              <a:t>Relationships enable filters on one table to appropriately propagate filter to other tables</a:t>
            </a:r>
          </a:p>
          <a:p>
            <a:endParaRPr lang="en-US" sz="2600" noProof="0"/>
          </a:p>
          <a:p>
            <a:r>
              <a:rPr lang="en-US" sz="2600" noProof="0"/>
              <a:t>They can be defined between any two tables, regardless of their data connection or source type</a:t>
            </a:r>
          </a:p>
          <a:p>
            <a:pPr marL="714375" lvl="1" indent="-271463"/>
            <a:r>
              <a:rPr lang="en-US" sz="2600" noProof="0"/>
              <a:t>However, they must be based on single columns with matching data types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441738" y="1332000"/>
          <a:ext cx="11206923" cy="930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431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Creating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0"/>
              <a:t>User experience: Relationships 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9875" y="1749425"/>
            <a:ext cx="4603575" cy="5108575"/>
          </a:xfrm>
        </p:spPr>
        <p:txBody>
          <a:bodyPr>
            <a:normAutofit/>
          </a:bodyPr>
          <a:lstStyle/>
          <a:p>
            <a:r>
              <a:rPr lang="en-US" noProof="0"/>
              <a:t>Work in </a:t>
            </a:r>
            <a:r>
              <a:rPr lang="en-US" b="1" noProof="0"/>
              <a:t>Relationships View </a:t>
            </a:r>
            <a:r>
              <a:rPr lang="en-US" noProof="0"/>
              <a:t>to view all tables, columns, measures and relationships in the model</a:t>
            </a:r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763" y="1749425"/>
            <a:ext cx="5672790" cy="450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3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Configuring relationships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9876" y="1749425"/>
            <a:ext cx="5865881" cy="5108575"/>
          </a:xfrm>
        </p:spPr>
        <p:txBody>
          <a:bodyPr/>
          <a:lstStyle/>
          <a:p>
            <a:r>
              <a:rPr lang="en-US" noProof="0"/>
              <a:t>Configure relationship advanced options to set:</a:t>
            </a:r>
          </a:p>
          <a:p>
            <a:pPr marL="722313" lvl="1" indent="-446088"/>
            <a:r>
              <a:rPr lang="en-US" noProof="0"/>
              <a:t>Cardinality</a:t>
            </a:r>
          </a:p>
          <a:p>
            <a:pPr marL="722313" lvl="1" indent="-446088"/>
            <a:r>
              <a:rPr lang="en-US" noProof="0"/>
              <a:t>Cross filter direction</a:t>
            </a:r>
          </a:p>
          <a:p>
            <a:pPr marL="722313" lvl="1" indent="-446088"/>
            <a:r>
              <a:rPr lang="en-US" noProof="0"/>
              <a:t>Active/inactive</a:t>
            </a:r>
          </a:p>
          <a:p>
            <a:endParaRPr lang="en-US" noProof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86" y="1938576"/>
            <a:ext cx="4979611" cy="3458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8266" y="5159732"/>
            <a:ext cx="5111143" cy="794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prstClr val="black"/>
                    </a:gs>
                    <a:gs pos="3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+mn-cs"/>
              </a:rPr>
              <a:t>Tip: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prstClr val="black"/>
                    </a:gs>
                    <a:gs pos="3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+mn-cs"/>
              </a:rPr>
              <a:t>All options can be interpreted from symbols used in the relationship diagram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71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Configuring relationships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9240" y="1324122"/>
            <a:ext cx="11655425" cy="5108575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It is possible to define multiple relationship paths between two tables</a:t>
            </a:r>
          </a:p>
          <a:p>
            <a:pPr marL="808038" lvl="1" indent="-276225"/>
            <a:r>
              <a:rPr lang="en-US" noProof="0"/>
              <a:t>One relationship must be </a:t>
            </a:r>
            <a:r>
              <a:rPr lang="en-US" b="1" noProof="0"/>
              <a:t>active</a:t>
            </a:r>
            <a:r>
              <a:rPr lang="en-US" noProof="0"/>
              <a:t>, and will be used by default during model browsing</a:t>
            </a:r>
          </a:p>
          <a:p>
            <a:pPr marL="808038" lvl="1" indent="-276225"/>
            <a:r>
              <a:rPr lang="en-US" noProof="0"/>
              <a:t>The remaining relationships are </a:t>
            </a:r>
            <a:r>
              <a:rPr lang="en-US" b="1" noProof="0"/>
              <a:t>inactive</a:t>
            </a:r>
            <a:r>
              <a:rPr lang="en-US" noProof="0"/>
              <a:t>, and can be used explicitly in model calculations</a:t>
            </a:r>
          </a:p>
          <a:p>
            <a:endParaRPr lang="en-US" noProof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4183" t="15281" r="3461" b="12643"/>
          <a:stretch/>
        </p:blipFill>
        <p:spPr>
          <a:xfrm>
            <a:off x="3551273" y="3438729"/>
            <a:ext cx="3870253" cy="299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2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Enhancing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9240" y="1843702"/>
            <a:ext cx="11655425" cy="4525200"/>
          </a:xfrm>
        </p:spPr>
        <p:txBody>
          <a:bodyPr>
            <a:normAutofit/>
          </a:bodyPr>
          <a:lstStyle/>
          <a:p>
            <a:r>
              <a:rPr lang="en-US" noProof="0"/>
              <a:t>Perform data analytics using</a:t>
            </a:r>
          </a:p>
          <a:p>
            <a:pPr marL="1339850" lvl="1" indent="-361950"/>
            <a:r>
              <a:rPr lang="en-US"/>
              <a:t>Power Query M formula</a:t>
            </a:r>
          </a:p>
          <a:p>
            <a:pPr marL="1339850" lvl="1" indent="-361950"/>
            <a:r>
              <a:rPr lang="en-US" noProof="0"/>
              <a:t>DAX</a:t>
            </a:r>
          </a:p>
        </p:txBody>
      </p:sp>
    </p:spTree>
    <p:extLst>
      <p:ext uri="{BB962C8B-B14F-4D97-AF65-F5344CB8AC3E}">
        <p14:creationId xmlns:p14="http://schemas.microsoft.com/office/powerpoint/2010/main" val="130635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5579" y="348926"/>
            <a:ext cx="9144000" cy="2387600"/>
          </a:xfrm>
        </p:spPr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r>
              <a:rPr lang="en-GB" dirty="0"/>
              <a:t>Feel free to contact me on Teams or email me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  <a:p>
            <a:r>
              <a:rPr lang="en-GB" dirty="0">
                <a:hlinkClick r:id="rId2"/>
              </a:rPr>
              <a:t>a.occhipinti@tees.ac.uk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0398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Your Data Analytics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Data Extraction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What data is most relevant to the business objective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What data should you collect to answer a given business question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Prepare the Data (pre-processing)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Eliminate duplicate data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Data is properly formatted so that the analytics software can work with it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28</a:t>
            </a:fld>
            <a:endParaRPr lang="en-GB"/>
          </a:p>
        </p:txBody>
      </p:sp>
      <p:pic>
        <p:nvPicPr>
          <p:cNvPr id="5122" name="Picture 2" descr="Data Analytics Pipeline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077" y="4457475"/>
            <a:ext cx="8705205" cy="205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52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Your Data Analytics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121100"/>
            <a:ext cx="11477506" cy="48960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3. Start the Data Analytics process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Build a </a:t>
            </a:r>
            <a:r>
              <a:rPr lang="en-GB" b="1" dirty="0"/>
              <a:t>predictive</a:t>
            </a:r>
            <a:r>
              <a:rPr lang="en-GB" dirty="0"/>
              <a:t> model using statistical algorithms on small samples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Test your model on a partial set of samples to test the accuracy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Using the accuracy result, adjust the algorithm and run the mode again to increase accuracy.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Once your algorithm has reached a desired accuracy, the predictive model runs on a full data set to answer the business question.  </a:t>
            </a:r>
          </a:p>
          <a:p>
            <a:pPr marL="0" indent="0">
              <a:buNone/>
            </a:pPr>
            <a:r>
              <a:rPr lang="en-GB" dirty="0"/>
              <a:t>4. Share the results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Finally, you decide how to share the results with others.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Communicate your information simply and clearly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91C18-2D9D-461C-87BF-48086B644113}" type="slidenum">
              <a:rPr lang="en-GB" smtClean="0"/>
              <a:t>29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657" y="5287723"/>
            <a:ext cx="3531706" cy="1430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321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Dr Annalisa Occhipinti</a:t>
            </a:r>
          </a:p>
          <a:p>
            <a:r>
              <a:rPr lang="en-GB" dirty="0"/>
              <a:t>a.occhipinti@tees.ac.uk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 few Points to consider about your ICA</a:t>
            </a:r>
          </a:p>
        </p:txBody>
      </p:sp>
    </p:spTree>
    <p:extLst>
      <p:ext uri="{BB962C8B-B14F-4D97-AF65-F5344CB8AC3E}">
        <p14:creationId xmlns:p14="http://schemas.microsoft.com/office/powerpoint/2010/main" val="41019978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lnSpc>
                <a:spcPct val="100000"/>
              </a:lnSpc>
              <a:buNone/>
              <a:tabLst>
                <a:tab pos="339725" algn="l"/>
                <a:tab pos="340360" algn="l"/>
              </a:tabLst>
            </a:pPr>
            <a:r>
              <a:rPr lang="en-GB" dirty="0"/>
              <a:t>In course Assessment (ICA)</a:t>
            </a:r>
          </a:p>
          <a:p>
            <a:pPr marL="12700" indent="0">
              <a:lnSpc>
                <a:spcPct val="100000"/>
              </a:lnSpc>
              <a:buNone/>
              <a:tabLst>
                <a:tab pos="339725" algn="l"/>
                <a:tab pos="340360" algn="l"/>
              </a:tabLst>
            </a:pPr>
            <a:endParaRPr lang="en-GB" dirty="0"/>
          </a:p>
          <a:p>
            <a:r>
              <a:rPr lang="en-GB" dirty="0"/>
              <a:t>The assessment will be in the form of an in-course assignment (ICA) that requires students to design and implement a Data Warehouse/Business Intelligence solution using an appropriate dataset.   </a:t>
            </a:r>
          </a:p>
          <a:p>
            <a:endParaRPr lang="en-GB" dirty="0"/>
          </a:p>
          <a:p>
            <a:r>
              <a:rPr lang="en-GB" dirty="0"/>
              <a:t>Along with the solution, students will prepare a technical report (approx. 1,200 words) that will include a summary of the solution (design and implementation), an evaluation of the solution and personal reflection.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Assessme</a:t>
            </a:r>
            <a:r>
              <a:rPr lang="en-GB" spc="-35" dirty="0">
                <a:latin typeface="Calibri"/>
                <a:cs typeface="Calibri"/>
              </a:rPr>
              <a:t>n</a:t>
            </a:r>
            <a:r>
              <a:rPr lang="en-GB" dirty="0">
                <a:latin typeface="Calibri"/>
                <a:cs typeface="Calibri"/>
              </a:rPr>
              <a:t>t - ICA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Computing, Engineering &amp; Digital Technologies</a:t>
            </a:r>
          </a:p>
        </p:txBody>
      </p:sp>
    </p:spTree>
    <p:extLst>
      <p:ext uri="{BB962C8B-B14F-4D97-AF65-F5344CB8AC3E}">
        <p14:creationId xmlns:p14="http://schemas.microsoft.com/office/powerpoint/2010/main" val="378712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0" y="1323474"/>
            <a:ext cx="9460201" cy="332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85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, Engineering and Digital Technologies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56" y="1426535"/>
            <a:ext cx="10181265" cy="158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0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3EEBC-8848-48BC-9E86-2856C4334E59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typical BI architecture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32" y="1683868"/>
            <a:ext cx="10005193" cy="426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907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Planning your BI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68" y="1379087"/>
            <a:ext cx="7693169" cy="480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06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BI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535" y="1464253"/>
            <a:ext cx="84486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380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whole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447" y="0"/>
            <a:ext cx="5606644" cy="67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09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51" y="-627617"/>
            <a:ext cx="10110334" cy="3945164"/>
          </a:xfrm>
        </p:spPr>
        <p:txBody>
          <a:bodyPr/>
          <a:lstStyle/>
          <a:p>
            <a:r>
              <a:rPr lang="en-GB" sz="2800" dirty="0"/>
              <a:t>For more details check the </a:t>
            </a:r>
            <a:r>
              <a:rPr lang="en-GB" sz="2800" b="1" dirty="0"/>
              <a:t>ICA document</a:t>
            </a:r>
            <a:r>
              <a:rPr lang="en-GB" sz="2800" dirty="0"/>
              <a:t>, under Assessment on Blackboard and the </a:t>
            </a:r>
            <a:r>
              <a:rPr lang="en-GB" sz="2800" b="1" dirty="0"/>
              <a:t>Extra Resources </a:t>
            </a:r>
            <a:r>
              <a:rPr lang="en-GB" sz="2800" dirty="0"/>
              <a:t>folder for public data repositories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Check also the </a:t>
            </a:r>
            <a:r>
              <a:rPr lang="en-GB" sz="2800" b="1" dirty="0"/>
              <a:t>ICA Samples </a:t>
            </a:r>
            <a:r>
              <a:rPr lang="en-GB" sz="2800" dirty="0"/>
              <a:t>for more ideas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C91C18-2D9D-461C-87BF-48086B644113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25A69-8A6D-41E7-BF36-B83201213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851" y="3146443"/>
            <a:ext cx="12192000" cy="33695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6687DA-384E-46B0-A537-68B7793C3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776" y="2567221"/>
            <a:ext cx="8747342" cy="416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61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0563C1"/>
      </a:hlink>
      <a:folHlink>
        <a:srgbClr val="F7964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ro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S4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SCM Colours">
      <a:dk1>
        <a:sysClr val="windowText" lastClr="000000"/>
      </a:dk1>
      <a:lt1>
        <a:sysClr val="window" lastClr="FFFFFF"/>
      </a:lt1>
      <a:dk2>
        <a:srgbClr val="8970A9"/>
      </a:dk2>
      <a:lt2>
        <a:srgbClr val="BFBFBF"/>
      </a:lt2>
      <a:accent1>
        <a:srgbClr val="6C2787"/>
      </a:accent1>
      <a:accent2>
        <a:srgbClr val="F79646"/>
      </a:accent2>
      <a:accent3>
        <a:srgbClr val="9BBB59"/>
      </a:accent3>
      <a:accent4>
        <a:srgbClr val="C0504D"/>
      </a:accent4>
      <a:accent5>
        <a:srgbClr val="4F81BD"/>
      </a:accent5>
      <a:accent6>
        <a:srgbClr val="4BACC6"/>
      </a:accent6>
      <a:hlink>
        <a:srgbClr val="6C2787"/>
      </a:hlink>
      <a:folHlink>
        <a:srgbClr val="F79646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a-com3041-lecture-template.potx" id="{09F266B8-037D-4960-B683-4D141DDD58CF}" vid="{54ED4B27-7A9F-4E1F-B0CB-1BA09105F62F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2567</TotalTime>
  <Words>1689</Words>
  <Application>Microsoft Office PowerPoint</Application>
  <PresentationFormat>Widescreen</PresentationFormat>
  <Paragraphs>251</Paragraphs>
  <Slides>38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Calibri</vt:lpstr>
      <vt:lpstr>Segoe UI</vt:lpstr>
      <vt:lpstr>Wingdings</vt:lpstr>
      <vt:lpstr>Calibri Light</vt:lpstr>
      <vt:lpstr>Arial</vt:lpstr>
      <vt:lpstr>Office Theme</vt:lpstr>
      <vt:lpstr>Intro slide</vt:lpstr>
      <vt:lpstr>DS4G</vt:lpstr>
      <vt:lpstr>1_Office Theme</vt:lpstr>
      <vt:lpstr>PowerPoint Presentation</vt:lpstr>
      <vt:lpstr>From last lesson…</vt:lpstr>
      <vt:lpstr>Solution</vt:lpstr>
      <vt:lpstr>Your Power BI journey</vt:lpstr>
      <vt:lpstr>PowerPoint Presentation</vt:lpstr>
      <vt:lpstr>PowerPoint Presentation</vt:lpstr>
      <vt:lpstr>DAX</vt:lpstr>
      <vt:lpstr>Introduction to DAX Language</vt:lpstr>
      <vt:lpstr>Using DAX - Demo</vt:lpstr>
      <vt:lpstr>Using DAX - Demo</vt:lpstr>
      <vt:lpstr>Using DAX Demo. Aggregation Functions</vt:lpstr>
      <vt:lpstr>SUM vs SUMX</vt:lpstr>
      <vt:lpstr>Counting functions as Measures</vt:lpstr>
      <vt:lpstr>Logical functions</vt:lpstr>
      <vt:lpstr>And Even more Functions! </vt:lpstr>
      <vt:lpstr>There is plenty more to learn…</vt:lpstr>
      <vt:lpstr>Questions?</vt:lpstr>
      <vt:lpstr>Creating queries</vt:lpstr>
      <vt:lpstr>Creating Queries</vt:lpstr>
      <vt:lpstr>Creating queries</vt:lpstr>
      <vt:lpstr>Power BI so far…</vt:lpstr>
      <vt:lpstr>Configuring relationships</vt:lpstr>
      <vt:lpstr>Creating Relationships</vt:lpstr>
      <vt:lpstr>Configuring relationships</vt:lpstr>
      <vt:lpstr>Configuring relationships</vt:lpstr>
      <vt:lpstr>Enhancing the model</vt:lpstr>
      <vt:lpstr>Questions?</vt:lpstr>
      <vt:lpstr>Summary: Your Data Analytics Journey</vt:lpstr>
      <vt:lpstr>Summary: Your Data Analytics Journey</vt:lpstr>
      <vt:lpstr>PowerPoint Presentation</vt:lpstr>
      <vt:lpstr>Assessment - ICA</vt:lpstr>
      <vt:lpstr>Section 1</vt:lpstr>
      <vt:lpstr>Section 2</vt:lpstr>
      <vt:lpstr>A typical BI architecture</vt:lpstr>
      <vt:lpstr>Step 1: Planning your BI journey</vt:lpstr>
      <vt:lpstr>Step 2: BI cycle</vt:lpstr>
      <vt:lpstr>The whole picture</vt:lpstr>
      <vt:lpstr>For more details check the ICA document, under Assessment on Blackboard and the Extra Resources folder for public data repositories  Check also the ICA Samples for more ideas</vt:lpstr>
    </vt:vector>
  </TitlesOfParts>
  <Company>Teesside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SCEDT</dc:creator>
  <cp:lastModifiedBy>Tarzi, Chaimaa</cp:lastModifiedBy>
  <cp:revision>61</cp:revision>
  <dcterms:created xsi:type="dcterms:W3CDTF">2020-04-07T22:33:11Z</dcterms:created>
  <dcterms:modified xsi:type="dcterms:W3CDTF">2024-10-23T17:39:09Z</dcterms:modified>
</cp:coreProperties>
</file>