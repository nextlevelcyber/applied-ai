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60" r:id="rId2"/>
    <p:sldMasterId id="2147483663" r:id="rId3"/>
  </p:sldMasterIdLst>
  <p:notesMasterIdLst>
    <p:notesMasterId r:id="rId47"/>
  </p:notesMasterIdLst>
  <p:sldIdLst>
    <p:sldId id="261" r:id="rId4"/>
    <p:sldId id="313" r:id="rId5"/>
    <p:sldId id="263" r:id="rId6"/>
    <p:sldId id="315" r:id="rId7"/>
    <p:sldId id="339" r:id="rId8"/>
    <p:sldId id="265" r:id="rId9"/>
    <p:sldId id="340" r:id="rId10"/>
    <p:sldId id="342" r:id="rId11"/>
    <p:sldId id="322" r:id="rId12"/>
    <p:sldId id="343" r:id="rId13"/>
    <p:sldId id="344" r:id="rId14"/>
    <p:sldId id="345" r:id="rId15"/>
    <p:sldId id="346" r:id="rId16"/>
    <p:sldId id="341" r:id="rId17"/>
    <p:sldId id="348" r:id="rId18"/>
    <p:sldId id="374" r:id="rId19"/>
    <p:sldId id="347" r:id="rId20"/>
    <p:sldId id="270" r:id="rId21"/>
    <p:sldId id="271" r:id="rId22"/>
    <p:sldId id="272" r:id="rId23"/>
    <p:sldId id="349" r:id="rId24"/>
    <p:sldId id="373" r:id="rId25"/>
    <p:sldId id="350" r:id="rId26"/>
    <p:sldId id="351" r:id="rId27"/>
    <p:sldId id="353" r:id="rId28"/>
    <p:sldId id="357" r:id="rId29"/>
    <p:sldId id="276" r:id="rId30"/>
    <p:sldId id="354" r:id="rId31"/>
    <p:sldId id="360" r:id="rId32"/>
    <p:sldId id="358" r:id="rId33"/>
    <p:sldId id="355" r:id="rId34"/>
    <p:sldId id="359" r:id="rId35"/>
    <p:sldId id="326" r:id="rId36"/>
    <p:sldId id="356" r:id="rId37"/>
    <p:sldId id="370" r:id="rId38"/>
    <p:sldId id="371" r:id="rId39"/>
    <p:sldId id="320" r:id="rId40"/>
    <p:sldId id="324" r:id="rId41"/>
    <p:sldId id="330" r:id="rId42"/>
    <p:sldId id="323" r:id="rId43"/>
    <p:sldId id="314" r:id="rId44"/>
    <p:sldId id="317" r:id="rId45"/>
    <p:sldId id="319" r:id="rId46"/>
  </p:sldIdLst>
  <p:sldSz cx="12192000" cy="6858000"/>
  <p:notesSz cx="6858000" cy="9144000"/>
  <p:embeddedFontLs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Calibri Light" panose="020F0302020204030204" pitchFamily="34" charset="0"/>
      <p:regular r:id="rId52"/>
      <p:italic r:id="rId53"/>
    </p:embeddedFont>
    <p:embeddedFont>
      <p:font typeface="Cambria Math" panose="02040503050406030204" pitchFamily="18" charset="0"/>
      <p:regular r:id="rId54"/>
    </p:embeddedFont>
    <p:embeddedFont>
      <p:font typeface="Lato" panose="020F0502020204030203" pitchFamily="34" charset="0"/>
      <p:regular r:id="rId55"/>
      <p:bold r:id="rId56"/>
      <p:italic r:id="rId57"/>
      <p:boldItalic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0B2C2F-36CF-4E9C-A473-FF74E60A43C0}" v="85" dt="2022-10-17T11:47:22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8260" autoAdjust="0"/>
  </p:normalViewPr>
  <p:slideViewPr>
    <p:cSldViewPr snapToGrid="0">
      <p:cViewPr varScale="1">
        <p:scale>
          <a:sx n="96" d="100"/>
          <a:sy n="96" d="100"/>
        </p:scale>
        <p:origin x="7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7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5.fntdata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chipinti, Annalisa" userId="a66fcd2b-4181-400a-8ca1-7fdb013d8d8c" providerId="ADAL" clId="{AF0B2C2F-36CF-4E9C-A473-FF74E60A43C0}"/>
    <pc:docChg chg="undo custSel addSld delSld modSld sldOrd delMainMaster">
      <pc:chgData name="Occhipinti, Annalisa" userId="a66fcd2b-4181-400a-8ca1-7fdb013d8d8c" providerId="ADAL" clId="{AF0B2C2F-36CF-4E9C-A473-FF74E60A43C0}" dt="2022-10-17T11:47:22.574" v="209"/>
      <pc:docMkLst>
        <pc:docMk/>
      </pc:docMkLst>
      <pc:sldChg chg="addSp delSp modSp mod">
        <pc:chgData name="Occhipinti, Annalisa" userId="a66fcd2b-4181-400a-8ca1-7fdb013d8d8c" providerId="ADAL" clId="{AF0B2C2F-36CF-4E9C-A473-FF74E60A43C0}" dt="2022-10-15T18:35:27.639" v="14" actId="478"/>
        <pc:sldMkLst>
          <pc:docMk/>
          <pc:sldMk cId="4287778871" sldId="261"/>
        </pc:sldMkLst>
        <pc:spChg chg="add mod">
          <ac:chgData name="Occhipinti, Annalisa" userId="a66fcd2b-4181-400a-8ca1-7fdb013d8d8c" providerId="ADAL" clId="{AF0B2C2F-36CF-4E9C-A473-FF74E60A43C0}" dt="2022-10-15T18:35:27.639" v="14" actId="478"/>
          <ac:spMkLst>
            <pc:docMk/>
            <pc:sldMk cId="4287778871" sldId="261"/>
            <ac:spMk id="3" creationId="{E1D46379-8FF1-4812-835C-E6D5F1A91CC9}"/>
          </ac:spMkLst>
        </pc:spChg>
        <pc:spChg chg="del">
          <ac:chgData name="Occhipinti, Annalisa" userId="a66fcd2b-4181-400a-8ca1-7fdb013d8d8c" providerId="ADAL" clId="{AF0B2C2F-36CF-4E9C-A473-FF74E60A43C0}" dt="2022-10-15T18:35:27.639" v="14" actId="478"/>
          <ac:spMkLst>
            <pc:docMk/>
            <pc:sldMk cId="4287778871" sldId="261"/>
            <ac:spMk id="16" creationId="{00000000-0000-0000-0000-000000000000}"/>
          </ac:spMkLst>
        </pc:spChg>
      </pc:sldChg>
      <pc:sldChg chg="modSp mod modAnim">
        <pc:chgData name="Occhipinti, Annalisa" userId="a66fcd2b-4181-400a-8ca1-7fdb013d8d8c" providerId="ADAL" clId="{AF0B2C2F-36CF-4E9C-A473-FF74E60A43C0}" dt="2022-10-17T11:35:33.089" v="54" actId="14100"/>
        <pc:sldMkLst>
          <pc:docMk/>
          <pc:sldMk cId="1594387062" sldId="263"/>
        </pc:sldMkLst>
        <pc:spChg chg="mod">
          <ac:chgData name="Occhipinti, Annalisa" userId="a66fcd2b-4181-400a-8ca1-7fdb013d8d8c" providerId="ADAL" clId="{AF0B2C2F-36CF-4E9C-A473-FF74E60A43C0}" dt="2022-10-15T18:35:39.405" v="19" actId="20577"/>
          <ac:spMkLst>
            <pc:docMk/>
            <pc:sldMk cId="1594387062" sldId="263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AF0B2C2F-36CF-4E9C-A473-FF74E60A43C0}" dt="2022-10-17T11:35:27.249" v="53" actId="20577"/>
          <ac:spMkLst>
            <pc:docMk/>
            <pc:sldMk cId="1594387062" sldId="263"/>
            <ac:spMk id="3" creationId="{00000000-0000-0000-0000-000000000000}"/>
          </ac:spMkLst>
        </pc:spChg>
        <pc:spChg chg="mod">
          <ac:chgData name="Occhipinti, Annalisa" userId="a66fcd2b-4181-400a-8ca1-7fdb013d8d8c" providerId="ADAL" clId="{AF0B2C2F-36CF-4E9C-A473-FF74E60A43C0}" dt="2022-10-17T11:35:33.089" v="54" actId="14100"/>
          <ac:spMkLst>
            <pc:docMk/>
            <pc:sldMk cId="1594387062" sldId="263"/>
            <ac:spMk id="7" creationId="{712B7C54-0B9E-4AD6-BA5C-4BF1C38B3671}"/>
          </ac:spMkLst>
        </pc:spChg>
      </pc:sldChg>
      <pc:sldChg chg="modSp mod modAnim modShow">
        <pc:chgData name="Occhipinti, Annalisa" userId="a66fcd2b-4181-400a-8ca1-7fdb013d8d8c" providerId="ADAL" clId="{AF0B2C2F-36CF-4E9C-A473-FF74E60A43C0}" dt="2022-10-17T11:36:42.331" v="88" actId="20577"/>
        <pc:sldMkLst>
          <pc:docMk/>
          <pc:sldMk cId="3721381551" sldId="265"/>
        </pc:sldMkLst>
        <pc:spChg chg="mod">
          <ac:chgData name="Occhipinti, Annalisa" userId="a66fcd2b-4181-400a-8ca1-7fdb013d8d8c" providerId="ADAL" clId="{AF0B2C2F-36CF-4E9C-A473-FF74E60A43C0}" dt="2022-10-17T11:36:12.674" v="81" actId="20577"/>
          <ac:spMkLst>
            <pc:docMk/>
            <pc:sldMk cId="3721381551" sldId="265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AF0B2C2F-36CF-4E9C-A473-FF74E60A43C0}" dt="2022-10-17T11:36:42.331" v="88" actId="20577"/>
          <ac:spMkLst>
            <pc:docMk/>
            <pc:sldMk cId="3721381551" sldId="265"/>
            <ac:spMk id="3" creationId="{00000000-0000-0000-0000-000000000000}"/>
          </ac:spMkLst>
        </pc:spChg>
      </pc:sldChg>
      <pc:sldChg chg="modSp mod">
        <pc:chgData name="Occhipinti, Annalisa" userId="a66fcd2b-4181-400a-8ca1-7fdb013d8d8c" providerId="ADAL" clId="{AF0B2C2F-36CF-4E9C-A473-FF74E60A43C0}" dt="2022-10-15T12:01:31.776" v="5" actId="20577"/>
        <pc:sldMkLst>
          <pc:docMk/>
          <pc:sldMk cId="2621592362" sldId="270"/>
        </pc:sldMkLst>
        <pc:spChg chg="mod">
          <ac:chgData name="Occhipinti, Annalisa" userId="a66fcd2b-4181-400a-8ca1-7fdb013d8d8c" providerId="ADAL" clId="{AF0B2C2F-36CF-4E9C-A473-FF74E60A43C0}" dt="2022-10-15T12:01:31.776" v="5" actId="20577"/>
          <ac:spMkLst>
            <pc:docMk/>
            <pc:sldMk cId="2621592362" sldId="270"/>
            <ac:spMk id="2" creationId="{00000000-0000-0000-0000-000000000000}"/>
          </ac:spMkLst>
        </pc:spChg>
      </pc:sldChg>
      <pc:sldChg chg="mod modShow">
        <pc:chgData name="Occhipinti, Annalisa" userId="a66fcd2b-4181-400a-8ca1-7fdb013d8d8c" providerId="ADAL" clId="{AF0B2C2F-36CF-4E9C-A473-FF74E60A43C0}" dt="2022-10-15T12:01:28.109" v="3" actId="729"/>
        <pc:sldMkLst>
          <pc:docMk/>
          <pc:sldMk cId="2206491264" sldId="271"/>
        </pc:sldMkLst>
      </pc:sldChg>
      <pc:sldChg chg="mod modShow">
        <pc:chgData name="Occhipinti, Annalisa" userId="a66fcd2b-4181-400a-8ca1-7fdb013d8d8c" providerId="ADAL" clId="{AF0B2C2F-36CF-4E9C-A473-FF74E60A43C0}" dt="2022-10-15T12:01:18.947" v="2" actId="729"/>
        <pc:sldMkLst>
          <pc:docMk/>
          <pc:sldMk cId="3425516314" sldId="272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1498151960" sldId="273"/>
        </pc:sldMkLst>
      </pc:sldChg>
      <pc:sldChg chg="modSp ord modAnim">
        <pc:chgData name="Occhipinti, Annalisa" userId="a66fcd2b-4181-400a-8ca1-7fdb013d8d8c" providerId="ADAL" clId="{AF0B2C2F-36CF-4E9C-A473-FF74E60A43C0}" dt="2022-10-17T11:37:19.906" v="120" actId="20577"/>
        <pc:sldMkLst>
          <pc:docMk/>
          <pc:sldMk cId="2708840233" sldId="313"/>
        </pc:sldMkLst>
        <pc:spChg chg="mod">
          <ac:chgData name="Occhipinti, Annalisa" userId="a66fcd2b-4181-400a-8ca1-7fdb013d8d8c" providerId="ADAL" clId="{AF0B2C2F-36CF-4E9C-A473-FF74E60A43C0}" dt="2022-10-17T11:37:19.906" v="120" actId="20577"/>
          <ac:spMkLst>
            <pc:docMk/>
            <pc:sldMk cId="2708840233" sldId="313"/>
            <ac:spMk id="2" creationId="{00000000-0000-0000-0000-000000000000}"/>
          </ac:spMkLst>
        </pc:spChg>
      </pc:sldChg>
      <pc:sldChg chg="mod modShow">
        <pc:chgData name="Occhipinti, Annalisa" userId="a66fcd2b-4181-400a-8ca1-7fdb013d8d8c" providerId="ADAL" clId="{AF0B2C2F-36CF-4E9C-A473-FF74E60A43C0}" dt="2022-10-15T11:59:56.982" v="1" actId="729"/>
        <pc:sldMkLst>
          <pc:docMk/>
          <pc:sldMk cId="3041989369" sldId="315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3239805191" sldId="316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193293880" sldId="318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2573495912" sldId="321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1051526297" sldId="325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177104781" sldId="327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4134449247" sldId="331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2045213410" sldId="332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501898533" sldId="333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3494428137" sldId="334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4126436667" sldId="335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2978758737" sldId="336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4010813072" sldId="337"/>
        </pc:sldMkLst>
      </pc:sldChg>
      <pc:sldChg chg="modSp mod ord">
        <pc:chgData name="Occhipinti, Annalisa" userId="a66fcd2b-4181-400a-8ca1-7fdb013d8d8c" providerId="ADAL" clId="{AF0B2C2F-36CF-4E9C-A473-FF74E60A43C0}" dt="2022-10-17T11:35:43.810" v="55" actId="20577"/>
        <pc:sldMkLst>
          <pc:docMk/>
          <pc:sldMk cId="1957552883" sldId="339"/>
        </pc:sldMkLst>
        <pc:spChg chg="mod">
          <ac:chgData name="Occhipinti, Annalisa" userId="a66fcd2b-4181-400a-8ca1-7fdb013d8d8c" providerId="ADAL" clId="{AF0B2C2F-36CF-4E9C-A473-FF74E60A43C0}" dt="2022-10-17T11:35:43.810" v="55" actId="20577"/>
          <ac:spMkLst>
            <pc:docMk/>
            <pc:sldMk cId="1957552883" sldId="339"/>
            <ac:spMk id="2" creationId="{C0504D83-169F-4274-9D17-A1C7A87AA9F1}"/>
          </ac:spMkLst>
        </pc:spChg>
      </pc:sldChg>
      <pc:sldChg chg="modSp mod">
        <pc:chgData name="Occhipinti, Annalisa" userId="a66fcd2b-4181-400a-8ca1-7fdb013d8d8c" providerId="ADAL" clId="{AF0B2C2F-36CF-4E9C-A473-FF74E60A43C0}" dt="2022-10-17T11:36:52.858" v="107" actId="20577"/>
        <pc:sldMkLst>
          <pc:docMk/>
          <pc:sldMk cId="34764179" sldId="340"/>
        </pc:sldMkLst>
        <pc:spChg chg="mod">
          <ac:chgData name="Occhipinti, Annalisa" userId="a66fcd2b-4181-400a-8ca1-7fdb013d8d8c" providerId="ADAL" clId="{AF0B2C2F-36CF-4E9C-A473-FF74E60A43C0}" dt="2022-10-17T11:36:52.858" v="107" actId="20577"/>
          <ac:spMkLst>
            <pc:docMk/>
            <pc:sldMk cId="34764179" sldId="340"/>
            <ac:spMk id="5" creationId="{72733EC4-D168-42FA-A3BC-4A1E6572B68B}"/>
          </ac:spMkLst>
        </pc:spChg>
      </pc:sldChg>
      <pc:sldChg chg="addSp delSp modSp mod delAnim modAnim">
        <pc:chgData name="Occhipinti, Annalisa" userId="a66fcd2b-4181-400a-8ca1-7fdb013d8d8c" providerId="ADAL" clId="{AF0B2C2F-36CF-4E9C-A473-FF74E60A43C0}" dt="2022-10-17T11:45:29.661" v="201" actId="166"/>
        <pc:sldMkLst>
          <pc:docMk/>
          <pc:sldMk cId="3186468027" sldId="345"/>
        </pc:sldMkLst>
        <pc:spChg chg="add del">
          <ac:chgData name="Occhipinti, Annalisa" userId="a66fcd2b-4181-400a-8ca1-7fdb013d8d8c" providerId="ADAL" clId="{AF0B2C2F-36CF-4E9C-A473-FF74E60A43C0}" dt="2022-10-17T11:41:52.941" v="129"/>
          <ac:spMkLst>
            <pc:docMk/>
            <pc:sldMk cId="3186468027" sldId="345"/>
            <ac:spMk id="7" creationId="{D91299D8-B29E-44A9-8E0A-F69FBE2E962C}"/>
          </ac:spMkLst>
        </pc:spChg>
        <pc:spChg chg="add mod ord">
          <ac:chgData name="Occhipinti, Annalisa" userId="a66fcd2b-4181-400a-8ca1-7fdb013d8d8c" providerId="ADAL" clId="{AF0B2C2F-36CF-4E9C-A473-FF74E60A43C0}" dt="2022-10-17T11:42:28.025" v="136" actId="164"/>
          <ac:spMkLst>
            <pc:docMk/>
            <pc:sldMk cId="3186468027" sldId="345"/>
            <ac:spMk id="9" creationId="{47F43C2E-18B2-4D5E-96A1-AEA2261D8D56}"/>
          </ac:spMkLst>
        </pc:spChg>
        <pc:spChg chg="add mod">
          <ac:chgData name="Occhipinti, Annalisa" userId="a66fcd2b-4181-400a-8ca1-7fdb013d8d8c" providerId="ADAL" clId="{AF0B2C2F-36CF-4E9C-A473-FF74E60A43C0}" dt="2022-10-17T11:44:15.705" v="180" actId="164"/>
          <ac:spMkLst>
            <pc:docMk/>
            <pc:sldMk cId="3186468027" sldId="345"/>
            <ac:spMk id="13" creationId="{CE6E403B-721F-4656-9F3E-DB886DAD0003}"/>
          </ac:spMkLst>
        </pc:spChg>
        <pc:spChg chg="add mod">
          <ac:chgData name="Occhipinti, Annalisa" userId="a66fcd2b-4181-400a-8ca1-7fdb013d8d8c" providerId="ADAL" clId="{AF0B2C2F-36CF-4E9C-A473-FF74E60A43C0}" dt="2022-10-17T11:44:15.705" v="180" actId="164"/>
          <ac:spMkLst>
            <pc:docMk/>
            <pc:sldMk cId="3186468027" sldId="345"/>
            <ac:spMk id="15" creationId="{C1FCBD78-5317-4F6D-8195-9BA51A2197BF}"/>
          </ac:spMkLst>
        </pc:spChg>
        <pc:spChg chg="add mod">
          <ac:chgData name="Occhipinti, Annalisa" userId="a66fcd2b-4181-400a-8ca1-7fdb013d8d8c" providerId="ADAL" clId="{AF0B2C2F-36CF-4E9C-A473-FF74E60A43C0}" dt="2022-10-17T11:44:15.705" v="180" actId="164"/>
          <ac:spMkLst>
            <pc:docMk/>
            <pc:sldMk cId="3186468027" sldId="345"/>
            <ac:spMk id="16" creationId="{302A6703-1933-4960-934C-329E57C09F5C}"/>
          </ac:spMkLst>
        </pc:spChg>
        <pc:spChg chg="add del mod">
          <ac:chgData name="Occhipinti, Annalisa" userId="a66fcd2b-4181-400a-8ca1-7fdb013d8d8c" providerId="ADAL" clId="{AF0B2C2F-36CF-4E9C-A473-FF74E60A43C0}" dt="2022-10-17T11:44:57.427" v="193" actId="207"/>
          <ac:spMkLst>
            <pc:docMk/>
            <pc:sldMk cId="3186468027" sldId="345"/>
            <ac:spMk id="20" creationId="{2E738ED3-93E4-463C-B6CF-798B8A7219E7}"/>
          </ac:spMkLst>
        </pc:spChg>
        <pc:spChg chg="add del mod">
          <ac:chgData name="Occhipinti, Annalisa" userId="a66fcd2b-4181-400a-8ca1-7fdb013d8d8c" providerId="ADAL" clId="{AF0B2C2F-36CF-4E9C-A473-FF74E60A43C0}" dt="2022-10-17T11:45:02.481" v="196" actId="20577"/>
          <ac:spMkLst>
            <pc:docMk/>
            <pc:sldMk cId="3186468027" sldId="345"/>
            <ac:spMk id="21" creationId="{2FA3A8FD-5476-4B8F-9045-118E9E33012D}"/>
          </ac:spMkLst>
        </pc:spChg>
        <pc:spChg chg="mod">
          <ac:chgData name="Occhipinti, Annalisa" userId="a66fcd2b-4181-400a-8ca1-7fdb013d8d8c" providerId="ADAL" clId="{AF0B2C2F-36CF-4E9C-A473-FF74E60A43C0}" dt="2022-10-17T11:45:00.571" v="195" actId="6549"/>
          <ac:spMkLst>
            <pc:docMk/>
            <pc:sldMk cId="3186468027" sldId="345"/>
            <ac:spMk id="22" creationId="{36C94BCD-186A-4402-AB5B-72D945DC90AE}"/>
          </ac:spMkLst>
        </pc:spChg>
        <pc:spChg chg="mod">
          <ac:chgData name="Occhipinti, Annalisa" userId="a66fcd2b-4181-400a-8ca1-7fdb013d8d8c" providerId="ADAL" clId="{AF0B2C2F-36CF-4E9C-A473-FF74E60A43C0}" dt="2022-10-17T11:44:21.200" v="184"/>
          <ac:spMkLst>
            <pc:docMk/>
            <pc:sldMk cId="3186468027" sldId="345"/>
            <ac:spMk id="23" creationId="{C34C7F1A-BCB0-4FFB-BD16-0853A5ADA5C5}"/>
          </ac:spMkLst>
        </pc:spChg>
        <pc:grpChg chg="add mod">
          <ac:chgData name="Occhipinti, Annalisa" userId="a66fcd2b-4181-400a-8ca1-7fdb013d8d8c" providerId="ADAL" clId="{AF0B2C2F-36CF-4E9C-A473-FF74E60A43C0}" dt="2022-10-17T11:44:15.705" v="180" actId="164"/>
          <ac:grpSpMkLst>
            <pc:docMk/>
            <pc:sldMk cId="3186468027" sldId="345"/>
            <ac:grpSpMk id="10" creationId="{E57A6FE6-B7F2-4509-A57D-507951520B7D}"/>
          </ac:grpSpMkLst>
        </pc:grpChg>
        <pc:grpChg chg="del">
          <ac:chgData name="Occhipinti, Annalisa" userId="a66fcd2b-4181-400a-8ca1-7fdb013d8d8c" providerId="ADAL" clId="{AF0B2C2F-36CF-4E9C-A473-FF74E60A43C0}" dt="2022-10-17T11:38:47.414" v="121" actId="478"/>
          <ac:grpSpMkLst>
            <pc:docMk/>
            <pc:sldMk cId="3186468027" sldId="345"/>
            <ac:grpSpMk id="12" creationId="{00000000-0000-0000-0000-000000000000}"/>
          </ac:grpSpMkLst>
        </pc:grpChg>
        <pc:grpChg chg="add mod">
          <ac:chgData name="Occhipinti, Annalisa" userId="a66fcd2b-4181-400a-8ca1-7fdb013d8d8c" providerId="ADAL" clId="{AF0B2C2F-36CF-4E9C-A473-FF74E60A43C0}" dt="2022-10-17T11:44:20.196" v="183" actId="1076"/>
          <ac:grpSpMkLst>
            <pc:docMk/>
            <pc:sldMk cId="3186468027" sldId="345"/>
            <ac:grpSpMk id="14" creationId="{4FA9AAEB-9D1C-4C4E-B06E-297400D2E37D}"/>
          </ac:grpSpMkLst>
        </pc:grpChg>
        <pc:grpChg chg="add mod">
          <ac:chgData name="Occhipinti, Annalisa" userId="a66fcd2b-4181-400a-8ca1-7fdb013d8d8c" providerId="ADAL" clId="{AF0B2C2F-36CF-4E9C-A473-FF74E60A43C0}" dt="2022-10-17T11:44:26.291" v="185" actId="1076"/>
          <ac:grpSpMkLst>
            <pc:docMk/>
            <pc:sldMk cId="3186468027" sldId="345"/>
            <ac:grpSpMk id="18" creationId="{3CFC753A-9FFA-46BA-9F04-C44BB54B1685}"/>
          </ac:grpSpMkLst>
        </pc:grpChg>
        <pc:grpChg chg="mod">
          <ac:chgData name="Occhipinti, Annalisa" userId="a66fcd2b-4181-400a-8ca1-7fdb013d8d8c" providerId="ADAL" clId="{AF0B2C2F-36CF-4E9C-A473-FF74E60A43C0}" dt="2022-10-17T11:44:21.200" v="184"/>
          <ac:grpSpMkLst>
            <pc:docMk/>
            <pc:sldMk cId="3186468027" sldId="345"/>
            <ac:grpSpMk id="19" creationId="{B4EE9734-76F3-4548-8A65-2CD017655692}"/>
          </ac:grpSpMkLst>
        </pc:grpChg>
        <pc:picChg chg="add del mod">
          <ac:chgData name="Occhipinti, Annalisa" userId="a66fcd2b-4181-400a-8ca1-7fdb013d8d8c" providerId="ADAL" clId="{AF0B2C2F-36CF-4E9C-A473-FF74E60A43C0}" dt="2022-10-17T11:41:50.110" v="127" actId="478"/>
          <ac:picMkLst>
            <pc:docMk/>
            <pc:sldMk cId="3186468027" sldId="345"/>
            <ac:picMk id="5" creationId="{D6EF919D-EC85-48BE-91D5-75B32CE7D988}"/>
          </ac:picMkLst>
        </pc:picChg>
        <pc:picChg chg="add mod">
          <ac:chgData name="Occhipinti, Annalisa" userId="a66fcd2b-4181-400a-8ca1-7fdb013d8d8c" providerId="ADAL" clId="{AF0B2C2F-36CF-4E9C-A473-FF74E60A43C0}" dt="2022-10-17T11:42:39.593" v="138" actId="2085"/>
          <ac:picMkLst>
            <pc:docMk/>
            <pc:sldMk cId="3186468027" sldId="345"/>
            <ac:picMk id="8" creationId="{5E3AB1B6-8166-4FEC-B6A1-21C646B5AC3A}"/>
          </ac:picMkLst>
        </pc:picChg>
        <pc:picChg chg="mod">
          <ac:chgData name="Occhipinti, Annalisa" userId="a66fcd2b-4181-400a-8ca1-7fdb013d8d8c" providerId="ADAL" clId="{AF0B2C2F-36CF-4E9C-A473-FF74E60A43C0}" dt="2022-10-17T11:44:21.200" v="184"/>
          <ac:picMkLst>
            <pc:docMk/>
            <pc:sldMk cId="3186468027" sldId="345"/>
            <ac:picMk id="24" creationId="{3D958BD6-72A7-46EF-A973-273D343D4A78}"/>
          </ac:picMkLst>
        </pc:picChg>
        <pc:picChg chg="mod">
          <ac:chgData name="Occhipinti, Annalisa" userId="a66fcd2b-4181-400a-8ca1-7fdb013d8d8c" providerId="ADAL" clId="{AF0B2C2F-36CF-4E9C-A473-FF74E60A43C0}" dt="2022-10-17T11:45:29.661" v="201" actId="166"/>
          <ac:picMkLst>
            <pc:docMk/>
            <pc:sldMk cId="3186468027" sldId="345"/>
            <ac:picMk id="1026" creationId="{00000000-0000-0000-0000-000000000000}"/>
          </ac:picMkLst>
        </pc:picChg>
        <pc:cxnChg chg="add mod">
          <ac:chgData name="Occhipinti, Annalisa" userId="a66fcd2b-4181-400a-8ca1-7fdb013d8d8c" providerId="ADAL" clId="{AF0B2C2F-36CF-4E9C-A473-FF74E60A43C0}" dt="2022-10-17T11:45:14.732" v="198" actId="1582"/>
          <ac:cxnSpMkLst>
            <pc:docMk/>
            <pc:sldMk cId="3186468027" sldId="345"/>
            <ac:cxnSpMk id="25" creationId="{06974DED-E20F-48EB-99A0-A4178AC4748D}"/>
          </ac:cxnSpMkLst>
        </pc:cxnChg>
      </pc:sldChg>
      <pc:sldChg chg="modAnim">
        <pc:chgData name="Occhipinti, Annalisa" userId="a66fcd2b-4181-400a-8ca1-7fdb013d8d8c" providerId="ADAL" clId="{AF0B2C2F-36CF-4E9C-A473-FF74E60A43C0}" dt="2022-10-17T11:47:06.057" v="207"/>
        <pc:sldMkLst>
          <pc:docMk/>
          <pc:sldMk cId="2918707324" sldId="348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4101997874" sldId="361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3787120792" sldId="362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810485793" sldId="363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374400191" sldId="364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2843590735" sldId="365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2393106641" sldId="366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2176038027" sldId="367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1933009343" sldId="368"/>
        </pc:sldMkLst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2145861005" sldId="369"/>
        </pc:sldMkLst>
      </pc:sldChg>
      <pc:sldChg chg="addSp delSp modSp mod">
        <pc:chgData name="Occhipinti, Annalisa" userId="a66fcd2b-4181-400a-8ca1-7fdb013d8d8c" providerId="ADAL" clId="{AF0B2C2F-36CF-4E9C-A473-FF74E60A43C0}" dt="2022-10-15T18:33:39.310" v="12" actId="1076"/>
        <pc:sldMkLst>
          <pc:docMk/>
          <pc:sldMk cId="3149100599" sldId="371"/>
        </pc:sldMkLst>
        <pc:spChg chg="add mod">
          <ac:chgData name="Occhipinti, Annalisa" userId="a66fcd2b-4181-400a-8ca1-7fdb013d8d8c" providerId="ADAL" clId="{AF0B2C2F-36CF-4E9C-A473-FF74E60A43C0}" dt="2022-10-15T18:32:47.809" v="9" actId="478"/>
          <ac:spMkLst>
            <pc:docMk/>
            <pc:sldMk cId="3149100599" sldId="371"/>
            <ac:spMk id="5" creationId="{6B9B272F-40F6-4F26-A86F-CC4957802644}"/>
          </ac:spMkLst>
        </pc:spChg>
        <pc:spChg chg="del">
          <ac:chgData name="Occhipinti, Annalisa" userId="a66fcd2b-4181-400a-8ca1-7fdb013d8d8c" providerId="ADAL" clId="{AF0B2C2F-36CF-4E9C-A473-FF74E60A43C0}" dt="2022-10-15T18:32:46.189" v="7" actId="478"/>
          <ac:spMkLst>
            <pc:docMk/>
            <pc:sldMk cId="3149100599" sldId="371"/>
            <ac:spMk id="9" creationId="{C4108BCF-126A-4AEF-9057-F1FF43F7B705}"/>
          </ac:spMkLst>
        </pc:spChg>
        <pc:picChg chg="del">
          <ac:chgData name="Occhipinti, Annalisa" userId="a66fcd2b-4181-400a-8ca1-7fdb013d8d8c" providerId="ADAL" clId="{AF0B2C2F-36CF-4E9C-A473-FF74E60A43C0}" dt="2022-10-15T18:32:46.950" v="8" actId="478"/>
          <ac:picMkLst>
            <pc:docMk/>
            <pc:sldMk cId="3149100599" sldId="371"/>
            <ac:picMk id="6" creationId="{B3125EE0-766A-4299-8039-7BB809A81944}"/>
          </ac:picMkLst>
        </pc:picChg>
        <pc:picChg chg="del">
          <ac:chgData name="Occhipinti, Annalisa" userId="a66fcd2b-4181-400a-8ca1-7fdb013d8d8c" providerId="ADAL" clId="{AF0B2C2F-36CF-4E9C-A473-FF74E60A43C0}" dt="2022-10-15T18:32:47.809" v="9" actId="478"/>
          <ac:picMkLst>
            <pc:docMk/>
            <pc:sldMk cId="3149100599" sldId="371"/>
            <ac:picMk id="8" creationId="{D9E263AA-BE1C-465A-B8DF-2E4C415A5C1C}"/>
          </ac:picMkLst>
        </pc:picChg>
        <pc:picChg chg="add mod">
          <ac:chgData name="Occhipinti, Annalisa" userId="a66fcd2b-4181-400a-8ca1-7fdb013d8d8c" providerId="ADAL" clId="{AF0B2C2F-36CF-4E9C-A473-FF74E60A43C0}" dt="2022-10-15T18:33:39.310" v="12" actId="1076"/>
          <ac:picMkLst>
            <pc:docMk/>
            <pc:sldMk cId="3149100599" sldId="371"/>
            <ac:picMk id="10" creationId="{EEA46C55-1AD3-49C7-8D25-4D8C657C97CF}"/>
          </ac:picMkLst>
        </pc:picChg>
        <pc:picChg chg="del">
          <ac:chgData name="Occhipinti, Annalisa" userId="a66fcd2b-4181-400a-8ca1-7fdb013d8d8c" providerId="ADAL" clId="{AF0B2C2F-36CF-4E9C-A473-FF74E60A43C0}" dt="2022-10-15T18:32:44.195" v="6" actId="478"/>
          <ac:picMkLst>
            <pc:docMk/>
            <pc:sldMk cId="3149100599" sldId="371"/>
            <ac:picMk id="11" creationId="{3A3FD5C0-CB03-4F0F-9B8E-D54FB21E83D1}"/>
          </ac:picMkLst>
        </pc:picChg>
      </pc:sldChg>
      <pc:sldChg chg="del">
        <pc:chgData name="Occhipinti, Annalisa" userId="a66fcd2b-4181-400a-8ca1-7fdb013d8d8c" providerId="ADAL" clId="{AF0B2C2F-36CF-4E9C-A473-FF74E60A43C0}" dt="2022-10-15T18:34:19.188" v="13" actId="2696"/>
        <pc:sldMkLst>
          <pc:docMk/>
          <pc:sldMk cId="1823744162" sldId="372"/>
        </pc:sldMkLst>
      </pc:sldChg>
      <pc:sldChg chg="modSp mod">
        <pc:chgData name="Occhipinti, Annalisa" userId="a66fcd2b-4181-400a-8ca1-7fdb013d8d8c" providerId="ADAL" clId="{AF0B2C2F-36CF-4E9C-A473-FF74E60A43C0}" dt="2022-10-15T18:36:51.608" v="51" actId="20577"/>
        <pc:sldMkLst>
          <pc:docMk/>
          <pc:sldMk cId="3136099232" sldId="373"/>
        </pc:sldMkLst>
        <pc:spChg chg="mod">
          <ac:chgData name="Occhipinti, Annalisa" userId="a66fcd2b-4181-400a-8ca1-7fdb013d8d8c" providerId="ADAL" clId="{AF0B2C2F-36CF-4E9C-A473-FF74E60A43C0}" dt="2022-10-15T18:36:51.608" v="51" actId="20577"/>
          <ac:spMkLst>
            <pc:docMk/>
            <pc:sldMk cId="3136099232" sldId="373"/>
            <ac:spMk id="2" creationId="{00000000-0000-0000-0000-000000000000}"/>
          </ac:spMkLst>
        </pc:spChg>
      </pc:sldChg>
      <pc:sldChg chg="addSp delSp modSp add mod delAnim modAnim">
        <pc:chgData name="Occhipinti, Annalisa" userId="a66fcd2b-4181-400a-8ca1-7fdb013d8d8c" providerId="ADAL" clId="{AF0B2C2F-36CF-4E9C-A473-FF74E60A43C0}" dt="2022-10-17T11:47:22.574" v="209"/>
        <pc:sldMkLst>
          <pc:docMk/>
          <pc:sldMk cId="2126261679" sldId="374"/>
        </pc:sldMkLst>
        <pc:spChg chg="del">
          <ac:chgData name="Occhipinti, Annalisa" userId="a66fcd2b-4181-400a-8ca1-7fdb013d8d8c" providerId="ADAL" clId="{AF0B2C2F-36CF-4E9C-A473-FF74E60A43C0}" dt="2022-10-17T11:46:22.351" v="205" actId="478"/>
          <ac:spMkLst>
            <pc:docMk/>
            <pc:sldMk cId="2126261679" sldId="374"/>
            <ac:spMk id="5" creationId="{DEFEE7B4-1FD6-41BF-8707-52D038716ECB}"/>
          </ac:spMkLst>
        </pc:spChg>
        <pc:spChg chg="del">
          <ac:chgData name="Occhipinti, Annalisa" userId="a66fcd2b-4181-400a-8ca1-7fdb013d8d8c" providerId="ADAL" clId="{AF0B2C2F-36CF-4E9C-A473-FF74E60A43C0}" dt="2022-10-17T11:46:23.026" v="206" actId="478"/>
          <ac:spMkLst>
            <pc:docMk/>
            <pc:sldMk cId="2126261679" sldId="374"/>
            <ac:spMk id="7" creationId="{5AFF2248-CE08-43F1-B7DB-456D2F4FE01F}"/>
          </ac:spMkLst>
        </pc:spChg>
        <pc:picChg chg="del">
          <ac:chgData name="Occhipinti, Annalisa" userId="a66fcd2b-4181-400a-8ca1-7fdb013d8d8c" providerId="ADAL" clId="{AF0B2C2F-36CF-4E9C-A473-FF74E60A43C0}" dt="2022-10-17T11:46:21.312" v="204" actId="478"/>
          <ac:picMkLst>
            <pc:docMk/>
            <pc:sldMk cId="2126261679" sldId="374"/>
            <ac:picMk id="6" creationId="{AB7F87DD-39AC-4A37-A93E-E3352DAFA94B}"/>
          </ac:picMkLst>
        </pc:picChg>
        <pc:picChg chg="del">
          <ac:chgData name="Occhipinti, Annalisa" userId="a66fcd2b-4181-400a-8ca1-7fdb013d8d8c" providerId="ADAL" clId="{AF0B2C2F-36CF-4E9C-A473-FF74E60A43C0}" dt="2022-10-17T11:46:20.543" v="203" actId="478"/>
          <ac:picMkLst>
            <pc:docMk/>
            <pc:sldMk cId="2126261679" sldId="374"/>
            <ac:picMk id="8" creationId="{4DCC8810-0AC2-4C02-BFCB-F13293DC4592}"/>
          </ac:picMkLst>
        </pc:picChg>
        <pc:picChg chg="add mod">
          <ac:chgData name="Occhipinti, Annalisa" userId="a66fcd2b-4181-400a-8ca1-7fdb013d8d8c" providerId="ADAL" clId="{AF0B2C2F-36CF-4E9C-A473-FF74E60A43C0}" dt="2022-10-17T11:47:19.793" v="208"/>
          <ac:picMkLst>
            <pc:docMk/>
            <pc:sldMk cId="2126261679" sldId="374"/>
            <ac:picMk id="9" creationId="{9B81E919-FCCB-43E8-B89E-A1BC2A904DDF}"/>
          </ac:picMkLst>
        </pc:picChg>
      </pc:sldChg>
      <pc:sldMasterChg chg="del delSldLayout">
        <pc:chgData name="Occhipinti, Annalisa" userId="a66fcd2b-4181-400a-8ca1-7fdb013d8d8c" providerId="ADAL" clId="{AF0B2C2F-36CF-4E9C-A473-FF74E60A43C0}" dt="2022-10-15T18:34:19.188" v="13" actId="2696"/>
        <pc:sldMasterMkLst>
          <pc:docMk/>
          <pc:sldMasterMk cId="2792415719" sldId="2147483666"/>
        </pc:sldMasterMkLst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3796048256" sldId="2147483667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1930928020" sldId="2147483668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1110574124" sldId="2147483669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1360535057" sldId="2147483670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2102865901" sldId="2147483671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1148372333" sldId="2147483672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2872080403" sldId="2147483673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388903553" sldId="2147483674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74644107" sldId="2147483675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2558912140" sldId="2147483676"/>
          </pc:sldLayoutMkLst>
        </pc:sldLayoutChg>
        <pc:sldLayoutChg chg="del">
          <pc:chgData name="Occhipinti, Annalisa" userId="a66fcd2b-4181-400a-8ca1-7fdb013d8d8c" providerId="ADAL" clId="{AF0B2C2F-36CF-4E9C-A473-FF74E60A43C0}" dt="2022-10-15T18:34:19.188" v="13" actId="2696"/>
          <pc:sldLayoutMkLst>
            <pc:docMk/>
            <pc:sldMasterMk cId="2792415719" sldId="2147483666"/>
            <pc:sldLayoutMk cId="1581046301" sldId="2147483677"/>
          </pc:sldLayoutMkLst>
        </pc:sldLayoutChg>
      </pc:sldMasterChg>
    </pc:docChg>
  </pc:docChgLst>
  <pc:docChgLst>
    <pc:chgData name="Occhipinti, Annalisa" userId="a66fcd2b-4181-400a-8ca1-7fdb013d8d8c" providerId="ADAL" clId="{3DDF7D65-96A3-4585-9CE0-21978C501C7B}"/>
    <pc:docChg chg="addSld delSld modSld sldOrd">
      <pc:chgData name="Occhipinti, Annalisa" userId="a66fcd2b-4181-400a-8ca1-7fdb013d8d8c" providerId="ADAL" clId="{3DDF7D65-96A3-4585-9CE0-21978C501C7B}" dt="2021-10-18T15:38:53.569" v="225"/>
      <pc:docMkLst>
        <pc:docMk/>
      </pc:docMkLst>
      <pc:sldChg chg="addSp delSp modSp mod modAnim">
        <pc:chgData name="Occhipinti, Annalisa" userId="a66fcd2b-4181-400a-8ca1-7fdb013d8d8c" providerId="ADAL" clId="{3DDF7D65-96A3-4585-9CE0-21978C501C7B}" dt="2021-10-18T14:35:24.910" v="75"/>
        <pc:sldMkLst>
          <pc:docMk/>
          <pc:sldMk cId="1594387062" sldId="263"/>
        </pc:sldMkLst>
        <pc:spChg chg="add del mod">
          <ac:chgData name="Occhipinti, Annalisa" userId="a66fcd2b-4181-400a-8ca1-7fdb013d8d8c" providerId="ADAL" clId="{3DDF7D65-96A3-4585-9CE0-21978C501C7B}" dt="2021-10-18T14:34:26.467" v="64" actId="767"/>
          <ac:spMkLst>
            <pc:docMk/>
            <pc:sldMk cId="1594387062" sldId="263"/>
            <ac:spMk id="5" creationId="{765D6D63-9B93-40C3-A4FF-CE7AC15EFD31}"/>
          </ac:spMkLst>
        </pc:spChg>
        <pc:spChg chg="add mod">
          <ac:chgData name="Occhipinti, Annalisa" userId="a66fcd2b-4181-400a-8ca1-7fdb013d8d8c" providerId="ADAL" clId="{3DDF7D65-96A3-4585-9CE0-21978C501C7B}" dt="2021-10-18T14:35:18.485" v="74" actId="14100"/>
          <ac:spMkLst>
            <pc:docMk/>
            <pc:sldMk cId="1594387062" sldId="263"/>
            <ac:spMk id="7" creationId="{712B7C54-0B9E-4AD6-BA5C-4BF1C38B3671}"/>
          </ac:spMkLst>
        </pc:spChg>
      </pc:sldChg>
      <pc:sldChg chg="modSp mod">
        <pc:chgData name="Occhipinti, Annalisa" userId="a66fcd2b-4181-400a-8ca1-7fdb013d8d8c" providerId="ADAL" clId="{3DDF7D65-96A3-4585-9CE0-21978C501C7B}" dt="2021-10-18T14:25:52.559" v="9" actId="113"/>
        <pc:sldMkLst>
          <pc:docMk/>
          <pc:sldMk cId="3425516314" sldId="272"/>
        </pc:sldMkLst>
        <pc:spChg chg="mod">
          <ac:chgData name="Occhipinti, Annalisa" userId="a66fcd2b-4181-400a-8ca1-7fdb013d8d8c" providerId="ADAL" clId="{3DDF7D65-96A3-4585-9CE0-21978C501C7B}" dt="2021-10-18T14:25:52.559" v="9" actId="113"/>
          <ac:spMkLst>
            <pc:docMk/>
            <pc:sldMk cId="3425516314" sldId="272"/>
            <ac:spMk id="6" creationId="{00000000-0000-0000-0000-000000000000}"/>
          </ac:spMkLst>
        </pc:spChg>
      </pc:sldChg>
      <pc:sldChg chg="modSp">
        <pc:chgData name="Occhipinti, Annalisa" userId="a66fcd2b-4181-400a-8ca1-7fdb013d8d8c" providerId="ADAL" clId="{3DDF7D65-96A3-4585-9CE0-21978C501C7B}" dt="2021-10-18T15:05:21.002" v="117" actId="20577"/>
        <pc:sldMkLst>
          <pc:docMk/>
          <pc:sldMk cId="2708840233" sldId="313"/>
        </pc:sldMkLst>
        <pc:spChg chg="mod">
          <ac:chgData name="Occhipinti, Annalisa" userId="a66fcd2b-4181-400a-8ca1-7fdb013d8d8c" providerId="ADAL" clId="{3DDF7D65-96A3-4585-9CE0-21978C501C7B}" dt="2021-10-18T15:05:21.002" v="117" actId="20577"/>
          <ac:spMkLst>
            <pc:docMk/>
            <pc:sldMk cId="2708840233" sldId="313"/>
            <ac:spMk id="2" creationId="{00000000-0000-0000-0000-000000000000}"/>
          </ac:spMkLst>
        </pc:spChg>
      </pc:sldChg>
      <pc:sldChg chg="add">
        <pc:chgData name="Occhipinti, Annalisa" userId="a66fcd2b-4181-400a-8ca1-7fdb013d8d8c" providerId="ADAL" clId="{3DDF7D65-96A3-4585-9CE0-21978C501C7B}" dt="2021-10-18T14:33:03.515" v="62"/>
        <pc:sldMkLst>
          <pc:docMk/>
          <pc:sldMk cId="479528791" sldId="317"/>
        </pc:sldMkLst>
      </pc:sldChg>
      <pc:sldChg chg="del">
        <pc:chgData name="Occhipinti, Annalisa" userId="a66fcd2b-4181-400a-8ca1-7fdb013d8d8c" providerId="ADAL" clId="{3DDF7D65-96A3-4585-9CE0-21978C501C7B}" dt="2021-10-18T14:32:59.313" v="61" actId="2696"/>
        <pc:sldMkLst>
          <pc:docMk/>
          <pc:sldMk cId="3857200471" sldId="317"/>
        </pc:sldMkLst>
      </pc:sldChg>
      <pc:sldChg chg="del">
        <pc:chgData name="Occhipinti, Annalisa" userId="a66fcd2b-4181-400a-8ca1-7fdb013d8d8c" providerId="ADAL" clId="{3DDF7D65-96A3-4585-9CE0-21978C501C7B}" dt="2021-10-18T14:32:59.313" v="61" actId="2696"/>
        <pc:sldMkLst>
          <pc:docMk/>
          <pc:sldMk cId="1143536488" sldId="319"/>
        </pc:sldMkLst>
      </pc:sldChg>
      <pc:sldChg chg="add">
        <pc:chgData name="Occhipinti, Annalisa" userId="a66fcd2b-4181-400a-8ca1-7fdb013d8d8c" providerId="ADAL" clId="{3DDF7D65-96A3-4585-9CE0-21978C501C7B}" dt="2021-10-18T14:33:03.515" v="62"/>
        <pc:sldMkLst>
          <pc:docMk/>
          <pc:sldMk cId="2973213558" sldId="319"/>
        </pc:sldMkLst>
      </pc:sldChg>
      <pc:sldChg chg="modSp mod ord modAnim">
        <pc:chgData name="Occhipinti, Annalisa" userId="a66fcd2b-4181-400a-8ca1-7fdb013d8d8c" providerId="ADAL" clId="{3DDF7D65-96A3-4585-9CE0-21978C501C7B}" dt="2021-10-18T15:06:14.664" v="157" actId="1076"/>
        <pc:sldMkLst>
          <pc:docMk/>
          <pc:sldMk cId="2918707324" sldId="348"/>
        </pc:sldMkLst>
        <pc:spChg chg="mod">
          <ac:chgData name="Occhipinti, Annalisa" userId="a66fcd2b-4181-400a-8ca1-7fdb013d8d8c" providerId="ADAL" clId="{3DDF7D65-96A3-4585-9CE0-21978C501C7B}" dt="2021-10-18T15:05:54.677" v="154" actId="1076"/>
          <ac:spMkLst>
            <pc:docMk/>
            <pc:sldMk cId="2918707324" sldId="348"/>
            <ac:spMk id="2" creationId="{C3A5636F-926C-4280-B404-70CBF32C9709}"/>
          </ac:spMkLst>
        </pc:spChg>
        <pc:spChg chg="mod">
          <ac:chgData name="Occhipinti, Annalisa" userId="a66fcd2b-4181-400a-8ca1-7fdb013d8d8c" providerId="ADAL" clId="{3DDF7D65-96A3-4585-9CE0-21978C501C7B}" dt="2021-10-18T15:06:14.664" v="157" actId="1076"/>
          <ac:spMkLst>
            <pc:docMk/>
            <pc:sldMk cId="2918707324" sldId="348"/>
            <ac:spMk id="5" creationId="{DEFEE7B4-1FD6-41BF-8707-52D038716ECB}"/>
          </ac:spMkLst>
        </pc:spChg>
        <pc:spChg chg="mod">
          <ac:chgData name="Occhipinti, Annalisa" userId="a66fcd2b-4181-400a-8ca1-7fdb013d8d8c" providerId="ADAL" clId="{3DDF7D65-96A3-4585-9CE0-21978C501C7B}" dt="2021-10-18T15:06:11.363" v="156" actId="1076"/>
          <ac:spMkLst>
            <pc:docMk/>
            <pc:sldMk cId="2918707324" sldId="348"/>
            <ac:spMk id="7" creationId="{5AFF2248-CE08-43F1-B7DB-456D2F4FE01F}"/>
          </ac:spMkLst>
        </pc:spChg>
        <pc:picChg chg="mod">
          <ac:chgData name="Occhipinti, Annalisa" userId="a66fcd2b-4181-400a-8ca1-7fdb013d8d8c" providerId="ADAL" clId="{3DDF7D65-96A3-4585-9CE0-21978C501C7B}" dt="2021-10-18T15:06:11.363" v="156" actId="1076"/>
          <ac:picMkLst>
            <pc:docMk/>
            <pc:sldMk cId="2918707324" sldId="348"/>
            <ac:picMk id="6" creationId="{AB7F87DD-39AC-4A37-A93E-E3352DAFA94B}"/>
          </ac:picMkLst>
        </pc:picChg>
        <pc:picChg chg="mod">
          <ac:chgData name="Occhipinti, Annalisa" userId="a66fcd2b-4181-400a-8ca1-7fdb013d8d8c" providerId="ADAL" clId="{3DDF7D65-96A3-4585-9CE0-21978C501C7B}" dt="2021-10-18T14:24:20.908" v="5" actId="1076"/>
          <ac:picMkLst>
            <pc:docMk/>
            <pc:sldMk cId="2918707324" sldId="348"/>
            <ac:picMk id="8" creationId="{4DCC8810-0AC2-4C02-BFCB-F13293DC4592}"/>
          </ac:picMkLst>
        </pc:picChg>
      </pc:sldChg>
      <pc:sldChg chg="addSp modSp mod ord modShow">
        <pc:chgData name="Occhipinti, Annalisa" userId="a66fcd2b-4181-400a-8ca1-7fdb013d8d8c" providerId="ADAL" clId="{3DDF7D65-96A3-4585-9CE0-21978C501C7B}" dt="2021-10-18T14:32:25.196" v="58" actId="729"/>
        <pc:sldMkLst>
          <pc:docMk/>
          <pc:sldMk cId="3475742706" sldId="349"/>
        </pc:sldMkLst>
        <pc:spChg chg="add mod">
          <ac:chgData name="Occhipinti, Annalisa" userId="a66fcd2b-4181-400a-8ca1-7fdb013d8d8c" providerId="ADAL" clId="{3DDF7D65-96A3-4585-9CE0-21978C501C7B}" dt="2021-10-18T14:26:24.512" v="14" actId="14100"/>
          <ac:spMkLst>
            <pc:docMk/>
            <pc:sldMk cId="3475742706" sldId="349"/>
            <ac:spMk id="8" creationId="{C98AC592-8F12-4619-B2B4-49EC6F8DC6F5}"/>
          </ac:spMkLst>
        </pc:spChg>
        <pc:picChg chg="mod">
          <ac:chgData name="Occhipinti, Annalisa" userId="a66fcd2b-4181-400a-8ca1-7fdb013d8d8c" providerId="ADAL" clId="{3DDF7D65-96A3-4585-9CE0-21978C501C7B}" dt="2021-10-18T14:26:11.795" v="10" actId="1076"/>
          <ac:picMkLst>
            <pc:docMk/>
            <pc:sldMk cId="3475742706" sldId="349"/>
            <ac:picMk id="6" creationId="{932255EF-F0CB-4540-BFC0-5304F4DCDA19}"/>
          </ac:picMkLst>
        </pc:picChg>
      </pc:sldChg>
      <pc:sldChg chg="modSp mod">
        <pc:chgData name="Occhipinti, Annalisa" userId="a66fcd2b-4181-400a-8ca1-7fdb013d8d8c" providerId="ADAL" clId="{3DDF7D65-96A3-4585-9CE0-21978C501C7B}" dt="2021-10-18T14:29:21.207" v="35" actId="20577"/>
        <pc:sldMkLst>
          <pc:docMk/>
          <pc:sldMk cId="2496963498" sldId="350"/>
        </pc:sldMkLst>
        <pc:spChg chg="mod">
          <ac:chgData name="Occhipinti, Annalisa" userId="a66fcd2b-4181-400a-8ca1-7fdb013d8d8c" providerId="ADAL" clId="{3DDF7D65-96A3-4585-9CE0-21978C501C7B}" dt="2021-10-18T14:29:21.207" v="35" actId="20577"/>
          <ac:spMkLst>
            <pc:docMk/>
            <pc:sldMk cId="2496963498" sldId="350"/>
            <ac:spMk id="2" creationId="{20024C07-7D05-499F-BEB3-B7778B03E610}"/>
          </ac:spMkLst>
        </pc:spChg>
      </pc:sldChg>
      <pc:sldChg chg="addSp modSp mod">
        <pc:chgData name="Occhipinti, Annalisa" userId="a66fcd2b-4181-400a-8ca1-7fdb013d8d8c" providerId="ADAL" clId="{3DDF7D65-96A3-4585-9CE0-21978C501C7B}" dt="2021-10-18T14:30:22.760" v="57" actId="166"/>
        <pc:sldMkLst>
          <pc:docMk/>
          <pc:sldMk cId="3890714359" sldId="351"/>
        </pc:sldMkLst>
        <pc:spChg chg="add mod">
          <ac:chgData name="Occhipinti, Annalisa" userId="a66fcd2b-4181-400a-8ca1-7fdb013d8d8c" providerId="ADAL" clId="{3DDF7D65-96A3-4585-9CE0-21978C501C7B}" dt="2021-10-18T14:30:16.472" v="55" actId="2085"/>
          <ac:spMkLst>
            <pc:docMk/>
            <pc:sldMk cId="3890714359" sldId="351"/>
            <ac:spMk id="2" creationId="{3180116B-7AD1-4473-ACD5-B5C89C58B08D}"/>
          </ac:spMkLst>
        </pc:spChg>
        <pc:spChg chg="mod ord">
          <ac:chgData name="Occhipinti, Annalisa" userId="a66fcd2b-4181-400a-8ca1-7fdb013d8d8c" providerId="ADAL" clId="{3DDF7D65-96A3-4585-9CE0-21978C501C7B}" dt="2021-10-18T14:30:22.760" v="57" actId="166"/>
          <ac:spMkLst>
            <pc:docMk/>
            <pc:sldMk cId="3890714359" sldId="351"/>
            <ac:spMk id="7" creationId="{A02944F5-527C-47CD-AC99-C5756BC7EAE6}"/>
          </ac:spMkLst>
        </pc:spChg>
      </pc:sldChg>
      <pc:sldChg chg="ord">
        <pc:chgData name="Occhipinti, Annalisa" userId="a66fcd2b-4181-400a-8ca1-7fdb013d8d8c" providerId="ADAL" clId="{3DDF7D65-96A3-4585-9CE0-21978C501C7B}" dt="2021-10-18T15:38:53.569" v="225"/>
        <pc:sldMkLst>
          <pc:docMk/>
          <pc:sldMk cId="1717255756" sldId="360"/>
        </pc:sldMkLst>
      </pc:sldChg>
      <pc:sldChg chg="del">
        <pc:chgData name="Occhipinti, Annalisa" userId="a66fcd2b-4181-400a-8ca1-7fdb013d8d8c" providerId="ADAL" clId="{3DDF7D65-96A3-4585-9CE0-21978C501C7B}" dt="2021-10-18T14:32:28.203" v="59" actId="2696"/>
        <pc:sldMkLst>
          <pc:docMk/>
          <pc:sldMk cId="2244964014" sldId="371"/>
        </pc:sldMkLst>
      </pc:sldChg>
      <pc:sldChg chg="modSp add mod">
        <pc:chgData name="Occhipinti, Annalisa" userId="a66fcd2b-4181-400a-8ca1-7fdb013d8d8c" providerId="ADAL" clId="{3DDF7D65-96A3-4585-9CE0-21978C501C7B}" dt="2021-10-18T15:13:49.714" v="223" actId="14100"/>
        <pc:sldMkLst>
          <pc:docMk/>
          <pc:sldMk cId="3149100599" sldId="371"/>
        </pc:sldMkLst>
        <pc:spChg chg="mod">
          <ac:chgData name="Occhipinti, Annalisa" userId="a66fcd2b-4181-400a-8ca1-7fdb013d8d8c" providerId="ADAL" clId="{3DDF7D65-96A3-4585-9CE0-21978C501C7B}" dt="2021-10-18T15:13:42.236" v="220" actId="20577"/>
          <ac:spMkLst>
            <pc:docMk/>
            <pc:sldMk cId="3149100599" sldId="371"/>
            <ac:spMk id="9" creationId="{C4108BCF-126A-4AEF-9057-F1FF43F7B705}"/>
          </ac:spMkLst>
        </pc:spChg>
        <pc:picChg chg="mod">
          <ac:chgData name="Occhipinti, Annalisa" userId="a66fcd2b-4181-400a-8ca1-7fdb013d8d8c" providerId="ADAL" clId="{3DDF7D65-96A3-4585-9CE0-21978C501C7B}" dt="2021-10-18T15:13:49.714" v="223" actId="14100"/>
          <ac:picMkLst>
            <pc:docMk/>
            <pc:sldMk cId="3149100599" sldId="371"/>
            <ac:picMk id="11" creationId="{3A3FD5C0-CB03-4F0F-9B8E-D54FB21E83D1}"/>
          </ac:picMkLst>
        </pc:picChg>
      </pc:sldChg>
      <pc:sldChg chg="addSp modSp add modAnim">
        <pc:chgData name="Occhipinti, Annalisa" userId="a66fcd2b-4181-400a-8ca1-7fdb013d8d8c" providerId="ADAL" clId="{3DDF7D65-96A3-4585-9CE0-21978C501C7B}" dt="2021-10-18T14:36:37.069" v="110"/>
        <pc:sldMkLst>
          <pc:docMk/>
          <pc:sldMk cId="3136099232" sldId="373"/>
        </pc:sldMkLst>
        <pc:picChg chg="add mod">
          <ac:chgData name="Occhipinti, Annalisa" userId="a66fcd2b-4181-400a-8ca1-7fdb013d8d8c" providerId="ADAL" clId="{3DDF7D65-96A3-4585-9CE0-21978C501C7B}" dt="2021-10-18T14:36:32.903" v="109" actId="1038"/>
          <ac:picMkLst>
            <pc:docMk/>
            <pc:sldMk cId="3136099232" sldId="373"/>
            <ac:picMk id="13" creationId="{1E298F8C-EE81-4975-A27C-EB4AC7BD151D}"/>
          </ac:picMkLst>
        </pc:picChg>
        <pc:picChg chg="add mod">
          <ac:chgData name="Occhipinti, Annalisa" userId="a66fcd2b-4181-400a-8ca1-7fdb013d8d8c" providerId="ADAL" clId="{3DDF7D65-96A3-4585-9CE0-21978C501C7B}" dt="2021-10-18T14:36:32.903" v="109" actId="1038"/>
          <ac:picMkLst>
            <pc:docMk/>
            <pc:sldMk cId="3136099232" sldId="373"/>
            <ac:picMk id="14" creationId="{E2B0DBFC-544C-48B1-8EF3-F5B34776166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1C917-DDE5-4C3A-ACDA-04B184AAA28A}" type="datetimeFigureOut">
              <a:rPr lang="en-GB" smtClean="0"/>
              <a:t>17/10/2022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9293A-89C9-45C4-8EC7-C6D739491C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2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tsmarter.com/blog/career-advice/difference-data-analytics-data-analysis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Normalization</a:t>
            </a:r>
          </a:p>
          <a:p>
            <a:endParaRPr lang="en-GB" dirty="0"/>
          </a:p>
          <a:p>
            <a:r>
              <a:rPr lang="en-GB" dirty="0"/>
              <a:t>Why normalization</a:t>
            </a:r>
          </a:p>
          <a:p>
            <a:endParaRPr lang="en-GB" dirty="0"/>
          </a:p>
          <a:p>
            <a:r>
              <a:rPr lang="en-GB" dirty="0"/>
              <a:t>https://www.youtube.com/watch?v=xoTyrdT9SZI</a:t>
            </a:r>
          </a:p>
          <a:p>
            <a:endParaRPr lang="en-GB" dirty="0"/>
          </a:p>
          <a:p>
            <a:r>
              <a:rPr lang="en-GB" dirty="0"/>
              <a:t>How to normalise</a:t>
            </a:r>
          </a:p>
          <a:p>
            <a:endParaRPr lang="en-GB" dirty="0"/>
          </a:p>
          <a:p>
            <a:r>
              <a:rPr lang="en-GB" dirty="0"/>
              <a:t>https://www.youtube.com/watch?v=mUtAPbb1ECM</a:t>
            </a:r>
          </a:p>
          <a:p>
            <a:endParaRPr lang="en-GB" dirty="0"/>
          </a:p>
          <a:p>
            <a:r>
              <a:rPr lang="en-GB" dirty="0"/>
              <a:t>https://launchschool.com/books/sql/read/table_relationships#normalization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C9DF67-0900-1547-96D2-E921F3F76B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73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70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mentioned previously, linear regression fits a line (or plane, or hyperplane) to the data set. It's a workhorse,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 and fast, but it may be overly simplistic for some problems.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0653-A455-4DD1-9ECD-5EE9ED72CCA8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1211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hlinkClick r:id="rId3"/>
              </a:rPr>
              <a:t>https://www.getsmarter.com/blog/career-advice/difference-data-analytics-data-analysis/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539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4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60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51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5659801" cy="4881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95400"/>
            <a:ext cx="5665306" cy="4881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86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52551"/>
            <a:ext cx="563757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00" y="1981200"/>
            <a:ext cx="563757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52551"/>
            <a:ext cx="566530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81200"/>
            <a:ext cx="566530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825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49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4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457200"/>
            <a:ext cx="5507400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67425" y="1247775"/>
            <a:ext cx="5770081" cy="4886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000" y="2057400"/>
            <a:ext cx="55074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09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16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34600" y="1190625"/>
            <a:ext cx="1702906" cy="4986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9999" y="365125"/>
            <a:ext cx="9574575" cy="5811838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932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383720" y="4354365"/>
            <a:ext cx="11408230" cy="11017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2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383720" y="3113371"/>
            <a:ext cx="11408230" cy="110172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3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6" name="Name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32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module name</a:t>
            </a:r>
          </a:p>
        </p:txBody>
      </p:sp>
    </p:spTree>
    <p:extLst>
      <p:ext uri="{BB962C8B-B14F-4D97-AF65-F5344CB8AC3E}">
        <p14:creationId xmlns:p14="http://schemas.microsoft.com/office/powerpoint/2010/main" val="1250961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2030818"/>
            <a:ext cx="12192000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09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76275" y="3771900"/>
            <a:ext cx="10801350" cy="1485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76275" y="1122363"/>
            <a:ext cx="1080135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 descr="Main Event Image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8"/>
          <a:stretch/>
        </p:blipFill>
        <p:spPr bwMode="auto">
          <a:xfrm>
            <a:off x="4897299" y="4753206"/>
            <a:ext cx="2065179" cy="12316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67890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2238700"/>
            <a:ext cx="11477506" cy="398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360000" y="1443100"/>
            <a:ext cx="11477506" cy="795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66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32000"/>
            <a:ext cx="11477506" cy="489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999" y="6516000"/>
            <a:ext cx="10912206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6942" y="6516000"/>
            <a:ext cx="500564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91C18-2D9D-461C-87BF-48086B64411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325500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03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3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74000">
              <a:schemeClr val="accent3">
                <a:lumMod val="30000"/>
                <a:lumOff val="70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>
          <a:xfrm rot="10800000">
            <a:off x="11516008" y="4513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 rot="10800000">
            <a:off x="11871106" y="39279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ed Rectangle 8"/>
          <p:cNvSpPr/>
          <p:nvPr userDrawn="1"/>
        </p:nvSpPr>
        <p:spPr>
          <a:xfrm rot="10800000">
            <a:off x="11157308" y="4513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ounded Rectangle 9"/>
          <p:cNvSpPr/>
          <p:nvPr userDrawn="1"/>
        </p:nvSpPr>
        <p:spPr>
          <a:xfrm rot="10800000">
            <a:off x="11868432" y="111510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ounded Rectangle 10"/>
          <p:cNvSpPr/>
          <p:nvPr userDrawn="1"/>
        </p:nvSpPr>
        <p:spPr>
          <a:xfrm rot="10800000">
            <a:off x="11516009" y="1115107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ounded Rectangle 11"/>
          <p:cNvSpPr/>
          <p:nvPr userDrawn="1"/>
        </p:nvSpPr>
        <p:spPr>
          <a:xfrm rot="10800000">
            <a:off x="11516010" y="759507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ounded Rectangle 12"/>
          <p:cNvSpPr/>
          <p:nvPr userDrawn="1"/>
        </p:nvSpPr>
        <p:spPr>
          <a:xfrm rot="10800000">
            <a:off x="11521860" y="146118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ounded Rectangle 13"/>
          <p:cNvSpPr/>
          <p:nvPr userDrawn="1"/>
        </p:nvSpPr>
        <p:spPr>
          <a:xfrm rot="10800000">
            <a:off x="10871846" y="39279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ounded Rectangle 14"/>
          <p:cNvSpPr/>
          <p:nvPr userDrawn="1"/>
        </p:nvSpPr>
        <p:spPr>
          <a:xfrm rot="10800000">
            <a:off x="11157307" y="75950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ounded Rectangle 15"/>
          <p:cNvSpPr/>
          <p:nvPr userDrawn="1"/>
        </p:nvSpPr>
        <p:spPr>
          <a:xfrm>
            <a:off x="11874788" y="654438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516013" y="654438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ounded Rectangle 17"/>
          <p:cNvSpPr/>
          <p:nvPr userDrawn="1"/>
        </p:nvSpPr>
        <p:spPr>
          <a:xfrm>
            <a:off x="11160412" y="654438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ounded Rectangle 18"/>
          <p:cNvSpPr/>
          <p:nvPr userDrawn="1"/>
        </p:nvSpPr>
        <p:spPr>
          <a:xfrm>
            <a:off x="11516012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ounded Rectangle 19"/>
          <p:cNvSpPr/>
          <p:nvPr userDrawn="1"/>
        </p:nvSpPr>
        <p:spPr>
          <a:xfrm>
            <a:off x="11516013" y="583014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874788" y="582178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ounded Rectangle 21"/>
          <p:cNvSpPr/>
          <p:nvPr userDrawn="1"/>
        </p:nvSpPr>
        <p:spPr>
          <a:xfrm>
            <a:off x="11160555" y="583014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ounded Rectangle 22"/>
          <p:cNvSpPr/>
          <p:nvPr userDrawn="1"/>
        </p:nvSpPr>
        <p:spPr>
          <a:xfrm>
            <a:off x="10874951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ounded Rectangle 23"/>
          <p:cNvSpPr/>
          <p:nvPr userDrawn="1"/>
        </p:nvSpPr>
        <p:spPr>
          <a:xfrm>
            <a:off x="11516013" y="547585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ounded Rectangle 24"/>
          <p:cNvSpPr/>
          <p:nvPr userDrawn="1"/>
        </p:nvSpPr>
        <p:spPr>
          <a:xfrm>
            <a:off x="11516011" y="5120113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ounded Rectangle 25"/>
          <p:cNvSpPr/>
          <p:nvPr userDrawn="1"/>
        </p:nvSpPr>
        <p:spPr>
          <a:xfrm>
            <a:off x="11874788" y="512011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ounded Rectangle 26"/>
          <p:cNvSpPr/>
          <p:nvPr userDrawn="1"/>
        </p:nvSpPr>
        <p:spPr>
          <a:xfrm>
            <a:off x="10874950" y="546618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8" name="Picture 2" descr="European Social Fund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439" y="86553"/>
            <a:ext cx="2350168" cy="52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Teesside University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526" y="6256336"/>
            <a:ext cx="1409700" cy="5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together with business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987" y="6437311"/>
            <a:ext cx="18859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ounded Rectangle 30"/>
          <p:cNvSpPr/>
          <p:nvPr userDrawn="1"/>
        </p:nvSpPr>
        <p:spPr>
          <a:xfrm>
            <a:off x="378472" y="653616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ounded Rectangle 31"/>
          <p:cNvSpPr/>
          <p:nvPr userDrawn="1"/>
        </p:nvSpPr>
        <p:spPr>
          <a:xfrm>
            <a:off x="23374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ounded Rectangle 32"/>
          <p:cNvSpPr/>
          <p:nvPr userDrawn="1"/>
        </p:nvSpPr>
        <p:spPr>
          <a:xfrm>
            <a:off x="737172" y="653616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ounded Rectangle 33"/>
          <p:cNvSpPr/>
          <p:nvPr userDrawn="1"/>
        </p:nvSpPr>
        <p:spPr>
          <a:xfrm>
            <a:off x="23373" y="58217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ounded Rectangle 34"/>
          <p:cNvSpPr/>
          <p:nvPr userDrawn="1"/>
        </p:nvSpPr>
        <p:spPr>
          <a:xfrm>
            <a:off x="26048" y="54661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ounded Rectangle 35"/>
          <p:cNvSpPr/>
          <p:nvPr userDrawn="1"/>
        </p:nvSpPr>
        <p:spPr>
          <a:xfrm>
            <a:off x="378471" y="5466189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ounded Rectangle 36"/>
          <p:cNvSpPr/>
          <p:nvPr userDrawn="1"/>
        </p:nvSpPr>
        <p:spPr>
          <a:xfrm>
            <a:off x="378470" y="5821789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ounded Rectangle 37"/>
          <p:cNvSpPr/>
          <p:nvPr userDrawn="1"/>
        </p:nvSpPr>
        <p:spPr>
          <a:xfrm>
            <a:off x="372620" y="512011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ounded Rectangle 38"/>
          <p:cNvSpPr/>
          <p:nvPr userDrawn="1"/>
        </p:nvSpPr>
        <p:spPr>
          <a:xfrm>
            <a:off x="1022634" y="618850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ounded Rectangle 39"/>
          <p:cNvSpPr/>
          <p:nvPr userDrawn="1"/>
        </p:nvSpPr>
        <p:spPr>
          <a:xfrm>
            <a:off x="737173" y="58217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ounded Rectangle 40"/>
          <p:cNvSpPr/>
          <p:nvPr userDrawn="1"/>
        </p:nvSpPr>
        <p:spPr>
          <a:xfrm>
            <a:off x="1022633" y="54661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20470" y="10287"/>
            <a:ext cx="1750446" cy="1498437"/>
            <a:chOff x="26048" y="29008"/>
            <a:chExt cx="1750446" cy="1498437"/>
          </a:xfrm>
        </p:grpSpPr>
        <p:sp>
          <p:nvSpPr>
            <p:cNvPr id="43" name="Rounded Rectangle 42"/>
            <p:cNvSpPr/>
            <p:nvPr/>
          </p:nvSpPr>
          <p:spPr>
            <a:xfrm>
              <a:off x="26048" y="29008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6048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26048" y="755933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78473" y="755933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737173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737173" y="29008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78473" y="1103596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78473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108648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746" y="518069"/>
              <a:ext cx="1427748" cy="1009376"/>
            </a:xfrm>
            <a:prstGeom prst="rect">
              <a:avLst/>
            </a:prstGeom>
          </p:spPr>
        </p:pic>
      </p:grpSp>
      <p:sp>
        <p:nvSpPr>
          <p:cNvPr id="54" name="Title 2"/>
          <p:cNvSpPr txBox="1">
            <a:spLocks/>
          </p:cNvSpPr>
          <p:nvPr userDrawn="1"/>
        </p:nvSpPr>
        <p:spPr>
          <a:xfrm>
            <a:off x="737172" y="3195191"/>
            <a:ext cx="10515600" cy="1325563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GB" sz="4000">
                <a:solidFill>
                  <a:schemeClr val="accent2"/>
                </a:solidFill>
              </a:rPr>
            </a:br>
            <a:br>
              <a:rPr lang="en-GB" sz="4000">
                <a:solidFill>
                  <a:schemeClr val="accent2"/>
                </a:solidFill>
              </a:rPr>
            </a:br>
            <a:br>
              <a:rPr lang="en-GB" sz="4000">
                <a:solidFill>
                  <a:schemeClr val="accent2"/>
                </a:solidFill>
              </a:rPr>
            </a:b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68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hyperlink" Target="mailto:aocchipinti@tees.ac.uk" TargetMode="Externa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Data Preparation and Exploration</a:t>
            </a:r>
          </a:p>
          <a:p>
            <a:r>
              <a:rPr lang="en-GB" dirty="0"/>
              <a:t>Application: Linear Regression (DAX)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46379-8FF1-4812-835C-E6D5F1A91C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77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5195" y="1291591"/>
            <a:ext cx="6829376" cy="4033324"/>
          </a:xfrm>
        </p:spPr>
        <p:txBody>
          <a:bodyPr>
            <a:normAutofit/>
          </a:bodyPr>
          <a:lstStyle/>
          <a:p>
            <a:r>
              <a:rPr lang="en-GB" sz="2600" dirty="0"/>
              <a:t>Data Pre-processing and Data Exploration</a:t>
            </a:r>
          </a:p>
          <a:p>
            <a:r>
              <a:rPr lang="en-GB" sz="2600" dirty="0"/>
              <a:t>Business Problem: Linear Regression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355195" y="126000"/>
            <a:ext cx="10917009" cy="1192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Outline</a:t>
            </a:r>
          </a:p>
        </p:txBody>
      </p:sp>
      <p:pic>
        <p:nvPicPr>
          <p:cNvPr id="1026" name="Picture 2" descr="How should I Study Data Analytics using R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395" y="1651659"/>
            <a:ext cx="4156829" cy="2165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84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224400"/>
            <a:ext cx="9470895" cy="795600"/>
          </a:xfrm>
        </p:spPr>
        <p:txBody>
          <a:bodyPr/>
          <a:lstStyle/>
          <a:p>
            <a:r>
              <a:rPr lang="en-GB" dirty="0"/>
              <a:t>Recap: BI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822" y="1166256"/>
            <a:ext cx="7101956" cy="48960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sz="2200" dirty="0"/>
              <a:t>Develop an understanding of the purpose of the data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Obtain the dataset to be used in the analysis and build a well-structured data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Explore, clean, and pre-process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Determine the BI model/task (classification, prediction, etc) and choose the technique to use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Apply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Interpret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Deploy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778" y="535010"/>
            <a:ext cx="3892766" cy="2343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Group 9"/>
          <p:cNvGrpSpPr/>
          <p:nvPr/>
        </p:nvGrpSpPr>
        <p:grpSpPr>
          <a:xfrm>
            <a:off x="6931377" y="3343476"/>
            <a:ext cx="5113867" cy="2989101"/>
            <a:chOff x="7168444" y="3811367"/>
            <a:chExt cx="4865512" cy="273569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9765" y="3811367"/>
              <a:ext cx="4858731" cy="239714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7168444" y="6208512"/>
              <a:ext cx="486551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Cycle of Business Intelligence analysis </a:t>
              </a:r>
            </a:p>
          </p:txBody>
        </p:sp>
      </p:grpSp>
      <p:pic>
        <p:nvPicPr>
          <p:cNvPr id="6146" name="Picture 2" descr="Green Tick Images, Stock Photos &amp; Vectors | Shutterstock">
            <a:extLst>
              <a:ext uri="{FF2B5EF4-FFF2-40B4-BE49-F238E27FC236}">
                <a16:creationId xmlns:a16="http://schemas.microsoft.com/office/drawing/2014/main" id="{6DCF75C1-90EE-424D-9355-C2155976E2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1"/>
          <a:stretch/>
        </p:blipFill>
        <p:spPr bwMode="auto">
          <a:xfrm>
            <a:off x="89008" y="1166256"/>
            <a:ext cx="541984" cy="53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Green Tick Images, Stock Photos &amp; Vectors | Shutterstock">
            <a:extLst>
              <a:ext uri="{FF2B5EF4-FFF2-40B4-BE49-F238E27FC236}">
                <a16:creationId xmlns:a16="http://schemas.microsoft.com/office/drawing/2014/main" id="{692BED73-04E0-4539-8E21-522026DD6B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1"/>
          <a:stretch/>
        </p:blipFill>
        <p:spPr bwMode="auto">
          <a:xfrm>
            <a:off x="89008" y="1853137"/>
            <a:ext cx="541984" cy="53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2B7C54-0B9E-4AD6-BA5C-4BF1C38B3671}"/>
              </a:ext>
            </a:extLst>
          </p:cNvPr>
          <p:cNvSpPr/>
          <p:nvPr/>
        </p:nvSpPr>
        <p:spPr>
          <a:xfrm>
            <a:off x="235822" y="2743200"/>
            <a:ext cx="6691204" cy="17254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38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Data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247" y="1207309"/>
            <a:ext cx="11477506" cy="4896000"/>
          </a:xfrm>
        </p:spPr>
        <p:txBody>
          <a:bodyPr/>
          <a:lstStyle/>
          <a:p>
            <a:r>
              <a:rPr lang="en-GB" dirty="0"/>
              <a:t>Is the systematic effort to </a:t>
            </a:r>
            <a:r>
              <a:rPr lang="en-GB" b="1" dirty="0"/>
              <a:t>find information </a:t>
            </a:r>
            <a:r>
              <a:rPr lang="en-GB" dirty="0"/>
              <a:t>about data.</a:t>
            </a:r>
          </a:p>
          <a:p>
            <a:r>
              <a:rPr lang="en-GB" dirty="0"/>
              <a:t>To help a person or computer program </a:t>
            </a:r>
            <a:r>
              <a:rPr lang="en-GB" b="1" dirty="0"/>
              <a:t>make an objective decision </a:t>
            </a:r>
            <a:r>
              <a:rPr lang="en-GB" dirty="0"/>
              <a:t>that will lead to the desired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873" y="3655309"/>
            <a:ext cx="5273775" cy="21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89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4D83-169F-4274-9D17-A1C7A87A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Pre-processing\Cleaning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83BA7-067F-47AC-8215-636E4C37E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Focus: Missing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38F56-E3BB-427F-9DEA-1EAEECC0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55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Pre-processing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689" y="1320711"/>
            <a:ext cx="6868529" cy="4896000"/>
          </a:xfrm>
        </p:spPr>
        <p:txBody>
          <a:bodyPr/>
          <a:lstStyle/>
          <a:p>
            <a:pPr marL="12700">
              <a:spcBef>
                <a:spcPts val="90"/>
              </a:spcBef>
            </a:pPr>
            <a:r>
              <a:rPr lang="en-GB" sz="2400" b="1" spc="-15" dirty="0">
                <a:cs typeface="Gill Sans MT"/>
              </a:rPr>
              <a:t>Data pre-processing Data </a:t>
            </a:r>
            <a:r>
              <a:rPr lang="en-GB" sz="2400" b="1" spc="-45" dirty="0">
                <a:cs typeface="Gill Sans MT"/>
              </a:rPr>
              <a:t>exploration </a:t>
            </a:r>
            <a:r>
              <a:rPr lang="en-GB" sz="2400" spc="-30" dirty="0">
                <a:cs typeface="Arial"/>
              </a:rPr>
              <a:t>often </a:t>
            </a:r>
            <a:r>
              <a:rPr lang="en-GB" sz="2400" spc="-100" dirty="0">
                <a:cs typeface="Arial"/>
              </a:rPr>
              <a:t>needs </a:t>
            </a:r>
            <a:r>
              <a:rPr lang="en-GB" sz="2400" spc="10" dirty="0">
                <a:cs typeface="Arial"/>
              </a:rPr>
              <a:t>to </a:t>
            </a:r>
            <a:r>
              <a:rPr lang="en-GB" sz="2400" spc="-75" dirty="0">
                <a:cs typeface="Arial"/>
              </a:rPr>
              <a:t>be done </a:t>
            </a:r>
            <a:r>
              <a:rPr lang="en-GB" sz="2400" dirty="0">
                <a:cs typeface="Arial"/>
              </a:rPr>
              <a:t>with </a:t>
            </a:r>
            <a:r>
              <a:rPr lang="en-GB" sz="2400" spc="-60" dirty="0">
                <a:cs typeface="Arial"/>
              </a:rPr>
              <a:t>large </a:t>
            </a:r>
            <a:r>
              <a:rPr lang="en-GB" sz="2400" spc="-35" dirty="0">
                <a:cs typeface="Arial"/>
              </a:rPr>
              <a:t>data </a:t>
            </a:r>
            <a:r>
              <a:rPr lang="en-GB" sz="2400" spc="-80" dirty="0">
                <a:cs typeface="Arial"/>
              </a:rPr>
              <a:t>sets </a:t>
            </a:r>
            <a:r>
              <a:rPr lang="en-GB" sz="2400" spc="-35" dirty="0">
                <a:cs typeface="Arial"/>
              </a:rPr>
              <a:t>to get an “overview” of the data</a:t>
            </a:r>
            <a:r>
              <a:rPr lang="en-GB" sz="2400" spc="-55" dirty="0">
                <a:cs typeface="Arial"/>
              </a:rPr>
              <a:t>. </a:t>
            </a:r>
          </a:p>
          <a:p>
            <a:pPr marL="0" indent="0">
              <a:spcBef>
                <a:spcPts val="90"/>
              </a:spcBef>
              <a:buNone/>
            </a:pPr>
            <a:endParaRPr lang="en-GB" sz="2400" dirty="0">
              <a:cs typeface="Arial"/>
            </a:endParaRPr>
          </a:p>
          <a:p>
            <a:pPr marL="12700" marR="149860" algn="just">
              <a:lnSpc>
                <a:spcPct val="102600"/>
              </a:lnSpc>
            </a:pPr>
            <a:r>
              <a:rPr lang="en-GB" sz="2400" b="1" spc="-15" dirty="0">
                <a:cs typeface="Gill Sans MT"/>
              </a:rPr>
              <a:t>Data </a:t>
            </a:r>
            <a:r>
              <a:rPr lang="en-GB" sz="2400" b="1" spc="-40" dirty="0">
                <a:cs typeface="Gill Sans MT"/>
              </a:rPr>
              <a:t>reduction </a:t>
            </a:r>
            <a:r>
              <a:rPr lang="en-GB" sz="2400" spc="-55" dirty="0">
                <a:cs typeface="Arial"/>
              </a:rPr>
              <a:t>consolidates </a:t>
            </a:r>
            <a:r>
              <a:rPr lang="en-GB" sz="2400" spc="-90" dirty="0">
                <a:cs typeface="Arial"/>
              </a:rPr>
              <a:t>a </a:t>
            </a:r>
            <a:r>
              <a:rPr lang="en-GB" sz="2400" spc="-60" dirty="0">
                <a:cs typeface="Arial"/>
              </a:rPr>
              <a:t>large </a:t>
            </a:r>
            <a:r>
              <a:rPr lang="en-GB" sz="2400" spc="-50" dirty="0">
                <a:cs typeface="Arial"/>
              </a:rPr>
              <a:t>number </a:t>
            </a:r>
            <a:r>
              <a:rPr lang="en-GB" sz="2400" spc="-20" dirty="0">
                <a:cs typeface="Arial"/>
              </a:rPr>
              <a:t>of </a:t>
            </a:r>
            <a:r>
              <a:rPr lang="en-GB" sz="2400" spc="-60" dirty="0">
                <a:cs typeface="Arial"/>
              </a:rPr>
              <a:t>variables </a:t>
            </a:r>
            <a:r>
              <a:rPr lang="en-GB" sz="2400" spc="-50" dirty="0">
                <a:cs typeface="Arial"/>
              </a:rPr>
              <a:t>or  </a:t>
            </a:r>
            <a:r>
              <a:rPr lang="en-GB" sz="2400" spc="-110" dirty="0">
                <a:cs typeface="Arial"/>
              </a:rPr>
              <a:t>cases </a:t>
            </a:r>
            <a:r>
              <a:rPr lang="en-GB" sz="2400" spc="-5" dirty="0">
                <a:cs typeface="Arial"/>
              </a:rPr>
              <a:t>into </a:t>
            </a:r>
            <a:r>
              <a:rPr lang="en-GB" sz="2400" spc="-90" dirty="0">
                <a:cs typeface="Arial"/>
              </a:rPr>
              <a:t>a </a:t>
            </a:r>
            <a:r>
              <a:rPr lang="en-GB" sz="2400" spc="-55" dirty="0">
                <a:cs typeface="Arial"/>
              </a:rPr>
              <a:t>smaller </a:t>
            </a:r>
            <a:r>
              <a:rPr lang="en-GB" sz="2400" spc="-45" dirty="0">
                <a:cs typeface="Arial"/>
              </a:rPr>
              <a:t>set. </a:t>
            </a:r>
            <a:r>
              <a:rPr lang="en-GB" sz="2400" spc="-40" dirty="0">
                <a:cs typeface="Arial"/>
              </a:rPr>
              <a:t>Correlation </a:t>
            </a:r>
            <a:r>
              <a:rPr lang="en-GB" sz="2400" spc="90" dirty="0">
                <a:cs typeface="Arial"/>
              </a:rPr>
              <a:t>&amp; </a:t>
            </a:r>
            <a:r>
              <a:rPr lang="en-GB" sz="2400" spc="-35" dirty="0">
                <a:cs typeface="Arial"/>
              </a:rPr>
              <a:t>principal </a:t>
            </a:r>
            <a:r>
              <a:rPr lang="en-GB" sz="2400" spc="-45" dirty="0">
                <a:cs typeface="Arial"/>
              </a:rPr>
              <a:t>component  </a:t>
            </a:r>
            <a:r>
              <a:rPr lang="en-GB" sz="2400" spc="-85" dirty="0">
                <a:cs typeface="Arial"/>
              </a:rPr>
              <a:t>analyses (PCA).</a:t>
            </a:r>
            <a:endParaRPr lang="en-GB" sz="2400" dirty="0">
              <a:cs typeface="Arial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6</a:t>
            </a:fld>
            <a:endParaRPr lang="en-GB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FCAA685-B4BC-4828-987D-925E7757D453}"/>
              </a:ext>
            </a:extLst>
          </p:cNvPr>
          <p:cNvSpPr/>
          <p:nvPr/>
        </p:nvSpPr>
        <p:spPr>
          <a:xfrm>
            <a:off x="5845718" y="3768711"/>
            <a:ext cx="5741506" cy="294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F06F5-20B5-4ADE-AC5F-9A4B89F9DEB4}"/>
              </a:ext>
            </a:extLst>
          </p:cNvPr>
          <p:cNvSpPr/>
          <p:nvPr/>
        </p:nvSpPr>
        <p:spPr>
          <a:xfrm>
            <a:off x="6833419" y="4149213"/>
            <a:ext cx="2153265" cy="2563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38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733EC4-D168-42FA-A3BC-4A1E6572B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Pre-processing: Why?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FDF0AF-D1CE-406D-AB5C-CFFAA79CE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32000"/>
            <a:ext cx="6109811" cy="48960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data extracted from the available primary sources may have </a:t>
            </a:r>
            <a:r>
              <a:rPr lang="en-GB" b="1" dirty="0"/>
              <a:t>several anomalies </a:t>
            </a:r>
            <a:r>
              <a:rPr lang="en-GB" dirty="0"/>
              <a:t>which analysts must identify and correct.</a:t>
            </a:r>
          </a:p>
          <a:p>
            <a:pPr marL="0" indent="0">
              <a:buNone/>
            </a:pPr>
            <a:r>
              <a:rPr lang="en-GB" b="1" dirty="0"/>
              <a:t>Objective: High Quality Dataset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Remove columns/Rows/Duplicates</a:t>
            </a:r>
          </a:p>
          <a:p>
            <a:r>
              <a:rPr lang="en-GB" dirty="0"/>
              <a:t>What about missing values?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DF13F-3AF9-483C-AA6C-E6B2C363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4" descr="Removing/Selecting Columns - Pitfall #5 in #PowerBI and #PowerQuery -  DataChant">
            <a:extLst>
              <a:ext uri="{FF2B5EF4-FFF2-40B4-BE49-F238E27FC236}">
                <a16:creationId xmlns:a16="http://schemas.microsoft.com/office/drawing/2014/main" id="{DADC0277-4D07-4CAC-B2E7-A038A98E0F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45" b="10846"/>
          <a:stretch/>
        </p:blipFill>
        <p:spPr bwMode="auto">
          <a:xfrm>
            <a:off x="6834997" y="1809750"/>
            <a:ext cx="5225603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Dealing with Missing Values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805"/>
          <a:stretch/>
        </p:blipFill>
        <p:spPr>
          <a:xfrm>
            <a:off x="4053675" y="1919235"/>
            <a:ext cx="3667125" cy="25829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3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Dealing with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Elimination</a:t>
            </a:r>
          </a:p>
          <a:p>
            <a:r>
              <a:rPr lang="en-GB" dirty="0"/>
              <a:t>Identification</a:t>
            </a:r>
          </a:p>
          <a:p>
            <a:r>
              <a:rPr lang="en-GB" dirty="0"/>
              <a:t>Inspection</a:t>
            </a:r>
          </a:p>
          <a:p>
            <a:r>
              <a:rPr lang="en-GB" dirty="0"/>
              <a:t>Imputation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357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Dealing with Missing Values: Elimination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10</a:t>
            </a:fld>
            <a:endParaRPr lang="en-GB"/>
          </a:p>
        </p:txBody>
      </p:sp>
      <p:pic>
        <p:nvPicPr>
          <p:cNvPr id="5" name="Content Placeholder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34" y="1328711"/>
            <a:ext cx="3667125" cy="2962275"/>
          </a:xfrm>
          <a:prstGeom prst="rect">
            <a:avLst/>
          </a:prstGeom>
        </p:spPr>
      </p:pic>
      <p:cxnSp>
        <p:nvCxnSpPr>
          <p:cNvPr id="7" name="Straight Connector 6"/>
          <p:cNvCxnSpPr>
            <a:stCxn id="5" idx="1"/>
            <a:endCxn id="5" idx="3"/>
          </p:cNvCxnSpPr>
          <p:nvPr/>
        </p:nvCxnSpPr>
        <p:spPr>
          <a:xfrm>
            <a:off x="867334" y="2809849"/>
            <a:ext cx="366712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867334" y="3448810"/>
            <a:ext cx="366712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67334" y="3777379"/>
            <a:ext cx="366712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849" y="3597650"/>
            <a:ext cx="49053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10220914" cy="795600"/>
          </a:xfrm>
        </p:spPr>
        <p:txBody>
          <a:bodyPr/>
          <a:lstStyle/>
          <a:p>
            <a:r>
              <a:rPr lang="en-GB" dirty="0"/>
              <a:t>Dealing with Missing Values: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an arbitrary value to encode and identify missing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11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75" y="3028481"/>
            <a:ext cx="5688034" cy="319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80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Dealing with Missing Values: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Carried out by experts in the domain</a:t>
            </a:r>
          </a:p>
          <a:p>
            <a:r>
              <a:rPr lang="en-GB" dirty="0"/>
              <a:t>It might be a subjective approach</a:t>
            </a:r>
          </a:p>
          <a:p>
            <a:r>
              <a:rPr lang="en-GB" dirty="0"/>
              <a:t>Time-consuming for large 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12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9AAEB-9D1C-4C4E-B06E-297400D2E37D}"/>
              </a:ext>
            </a:extLst>
          </p:cNvPr>
          <p:cNvGrpSpPr/>
          <p:nvPr/>
        </p:nvGrpSpPr>
        <p:grpSpPr>
          <a:xfrm>
            <a:off x="136420" y="3200400"/>
            <a:ext cx="4564788" cy="3027600"/>
            <a:chOff x="1458325" y="3200400"/>
            <a:chExt cx="4564788" cy="30276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57A6FE6-B7F2-4509-A57D-507951520B7D}"/>
                </a:ext>
              </a:extLst>
            </p:cNvPr>
            <p:cNvGrpSpPr/>
            <p:nvPr/>
          </p:nvGrpSpPr>
          <p:grpSpPr>
            <a:xfrm>
              <a:off x="1458325" y="3200400"/>
              <a:ext cx="4564788" cy="3027600"/>
              <a:chOff x="1965221" y="3200400"/>
              <a:chExt cx="4564788" cy="30276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F43C2E-18B2-4D5E-96A1-AEA2261D8D56}"/>
                  </a:ext>
                </a:extLst>
              </p:cNvPr>
              <p:cNvSpPr/>
              <p:nvPr/>
            </p:nvSpPr>
            <p:spPr>
              <a:xfrm>
                <a:off x="1965221" y="3200400"/>
                <a:ext cx="4564788" cy="30276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E3AB1B6-8166-4FEC-B6A1-21C646B5A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65221" y="3211574"/>
                <a:ext cx="4551919" cy="301642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6E403B-721F-4656-9F3E-DB886DAD0003}"/>
                </a:ext>
              </a:extLst>
            </p:cNvPr>
            <p:cNvSpPr/>
            <p:nvPr/>
          </p:nvSpPr>
          <p:spPr>
            <a:xfrm>
              <a:off x="2971800" y="4721087"/>
              <a:ext cx="506896" cy="2385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300" b="1" dirty="0">
                  <a:solidFill>
                    <a:srgbClr val="FF0000"/>
                  </a:solidFill>
                </a:rPr>
                <a:t>Nan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1FCBD78-5317-4F6D-8195-9BA51A2197BF}"/>
                </a:ext>
              </a:extLst>
            </p:cNvPr>
            <p:cNvSpPr/>
            <p:nvPr/>
          </p:nvSpPr>
          <p:spPr>
            <a:xfrm>
              <a:off x="3780475" y="5486244"/>
              <a:ext cx="506896" cy="2385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300" b="1" dirty="0">
                  <a:solidFill>
                    <a:srgbClr val="FF0000"/>
                  </a:solidFill>
                </a:rPr>
                <a:t>Nan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02A6703-1933-4960-934C-329E57C09F5C}"/>
                </a:ext>
              </a:extLst>
            </p:cNvPr>
            <p:cNvSpPr/>
            <p:nvPr/>
          </p:nvSpPr>
          <p:spPr>
            <a:xfrm>
              <a:off x="4668371" y="4217348"/>
              <a:ext cx="506896" cy="2385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300" b="1" dirty="0">
                  <a:solidFill>
                    <a:srgbClr val="FF0000"/>
                  </a:solidFill>
                </a:rPr>
                <a:t>Nan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CFC753A-9FFA-46BA-9F04-C44BB54B1685}"/>
              </a:ext>
            </a:extLst>
          </p:cNvPr>
          <p:cNvGrpSpPr/>
          <p:nvPr/>
        </p:nvGrpSpPr>
        <p:grpSpPr>
          <a:xfrm>
            <a:off x="6096000" y="3200400"/>
            <a:ext cx="4564788" cy="3027600"/>
            <a:chOff x="1458325" y="3200400"/>
            <a:chExt cx="4564788" cy="30276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4EE9734-76F3-4548-8A65-2CD017655692}"/>
                </a:ext>
              </a:extLst>
            </p:cNvPr>
            <p:cNvGrpSpPr/>
            <p:nvPr/>
          </p:nvGrpSpPr>
          <p:grpSpPr>
            <a:xfrm>
              <a:off x="1458325" y="3200400"/>
              <a:ext cx="4564788" cy="3027600"/>
              <a:chOff x="1965221" y="3200400"/>
              <a:chExt cx="4564788" cy="30276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34C7F1A-BCB0-4FFB-BD16-0853A5ADA5C5}"/>
                  </a:ext>
                </a:extLst>
              </p:cNvPr>
              <p:cNvSpPr/>
              <p:nvPr/>
            </p:nvSpPr>
            <p:spPr>
              <a:xfrm>
                <a:off x="1965221" y="3200400"/>
                <a:ext cx="4564788" cy="30276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3D958BD6-72A7-46EF-A973-273D343D4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65221" y="3211574"/>
                <a:ext cx="4551919" cy="301642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E738ED3-93E4-463C-B6CF-798B8A7219E7}"/>
                </a:ext>
              </a:extLst>
            </p:cNvPr>
            <p:cNvSpPr/>
            <p:nvPr/>
          </p:nvSpPr>
          <p:spPr>
            <a:xfrm>
              <a:off x="2971800" y="4721087"/>
              <a:ext cx="506896" cy="23853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3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FA3A8FD-5476-4B8F-9045-118E9E33012D}"/>
                </a:ext>
              </a:extLst>
            </p:cNvPr>
            <p:cNvSpPr/>
            <p:nvPr/>
          </p:nvSpPr>
          <p:spPr>
            <a:xfrm>
              <a:off x="3780475" y="5486244"/>
              <a:ext cx="506896" cy="23853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3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6C94BCD-186A-4402-AB5B-72D945DC90AE}"/>
                </a:ext>
              </a:extLst>
            </p:cNvPr>
            <p:cNvSpPr/>
            <p:nvPr/>
          </p:nvSpPr>
          <p:spPr>
            <a:xfrm>
              <a:off x="4668371" y="4217348"/>
              <a:ext cx="506896" cy="23853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300" b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974DED-E20F-48EB-99A0-A4178AC4748D}"/>
              </a:ext>
            </a:extLst>
          </p:cNvPr>
          <p:cNvCxnSpPr/>
          <p:nvPr/>
        </p:nvCxnSpPr>
        <p:spPr>
          <a:xfrm>
            <a:off x="4969565" y="4631635"/>
            <a:ext cx="84482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ll About Missing Data Handling. Missing data is a every day problem… | by  Baijayanta Roy | Towards Data Sci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2360" y="197439"/>
            <a:ext cx="3692943" cy="6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46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Dealing with missing values: Imputation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Replace with the mean of the attribute calculated using the remaining observations (or another appropriate measure).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13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2833635" y="2510506"/>
            <a:ext cx="6306317" cy="3928394"/>
            <a:chOff x="2833635" y="2510506"/>
            <a:chExt cx="6306317" cy="3928394"/>
          </a:xfrm>
        </p:grpSpPr>
        <p:pic>
          <p:nvPicPr>
            <p:cNvPr id="2050" name="Picture 2" descr="Why using a mean for missing data is a bad idea. Alternative imputation  algorithms. | by Kacper Kubara | Towards Data Scienc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3635" y="2510506"/>
              <a:ext cx="6306317" cy="39283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ounded Rectangle 5"/>
            <p:cNvSpPr/>
            <p:nvPr/>
          </p:nvSpPr>
          <p:spPr>
            <a:xfrm>
              <a:off x="5095446" y="3697793"/>
              <a:ext cx="1596755" cy="331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Mean = 5.1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4594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423B-1B1A-4DCF-8BAB-1516B32D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Exploration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2DA48-AC56-4503-BCEE-7B1CA1C27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Exploratory Data Analysis (EDA)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72A51-0935-4E1F-A0F6-775F0C43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765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636F-926C-4280-B404-70CBF32C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4" y="262208"/>
            <a:ext cx="10690859" cy="795600"/>
          </a:xfrm>
        </p:spPr>
        <p:txBody>
          <a:bodyPr/>
          <a:lstStyle/>
          <a:p>
            <a:r>
              <a:rPr lang="en-GB" dirty="0"/>
              <a:t>Why do we need Exploratory Data Analysis?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4A7A8-9EFF-4C5A-83B2-18EBC3C6C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32000"/>
            <a:ext cx="5539759" cy="4896000"/>
          </a:xfrm>
        </p:spPr>
        <p:txBody>
          <a:bodyPr/>
          <a:lstStyle/>
          <a:p>
            <a:r>
              <a:rPr lang="en-GB" b="1" dirty="0"/>
              <a:t>Examine</a:t>
            </a:r>
            <a:r>
              <a:rPr lang="en-GB" dirty="0"/>
              <a:t> your data</a:t>
            </a:r>
          </a:p>
          <a:p>
            <a:r>
              <a:rPr lang="en-GB" b="1" dirty="0"/>
              <a:t>Understand</a:t>
            </a:r>
            <a:r>
              <a:rPr lang="en-GB" dirty="0"/>
              <a:t> relationships among variables</a:t>
            </a:r>
          </a:p>
          <a:p>
            <a:r>
              <a:rPr lang="en-GB" dirty="0"/>
              <a:t>Identify any </a:t>
            </a:r>
            <a:r>
              <a:rPr lang="en-GB" b="1" dirty="0"/>
              <a:t>problems</a:t>
            </a:r>
            <a:r>
              <a:rPr lang="en-GB" dirty="0"/>
              <a:t> (missing values/errors/ Outliers)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82110F-6AA9-45DD-9E50-57B69CED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15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FEE7B4-1FD6-41BF-8707-52D038716ECB}"/>
              </a:ext>
            </a:extLst>
          </p:cNvPr>
          <p:cNvSpPr txBox="1">
            <a:spLocks/>
          </p:cNvSpPr>
          <p:nvPr/>
        </p:nvSpPr>
        <p:spPr>
          <a:xfrm>
            <a:off x="3825969" y="6194109"/>
            <a:ext cx="5102578" cy="4797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/>
              <a:t>Detecting Frauds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7F87DD-39AC-4A37-A93E-E3352DAFA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258" y="1688839"/>
            <a:ext cx="5102578" cy="39354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CC8810-0AC2-4C02-BFCB-F13293DC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7" y="1121100"/>
            <a:ext cx="5273233" cy="489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FF2248-CE08-43F1-B7DB-456D2F4FE01F}"/>
              </a:ext>
            </a:extLst>
          </p:cNvPr>
          <p:cNvSpPr/>
          <p:nvPr/>
        </p:nvSpPr>
        <p:spPr>
          <a:xfrm>
            <a:off x="9815463" y="4297468"/>
            <a:ext cx="1502228" cy="8490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70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636F-926C-4280-B404-70CBF32C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4" y="262208"/>
            <a:ext cx="10690859" cy="795600"/>
          </a:xfrm>
        </p:spPr>
        <p:txBody>
          <a:bodyPr/>
          <a:lstStyle/>
          <a:p>
            <a:r>
              <a:rPr lang="en-GB" dirty="0"/>
              <a:t>Why do we need Exploratory Data Analysis?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4A7A8-9EFF-4C5A-83B2-18EBC3C6C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32000"/>
            <a:ext cx="5539759" cy="4896000"/>
          </a:xfrm>
        </p:spPr>
        <p:txBody>
          <a:bodyPr/>
          <a:lstStyle/>
          <a:p>
            <a:r>
              <a:rPr lang="en-GB" b="1" dirty="0"/>
              <a:t>Examine</a:t>
            </a:r>
            <a:r>
              <a:rPr lang="en-GB" dirty="0"/>
              <a:t> your data</a:t>
            </a:r>
          </a:p>
          <a:p>
            <a:r>
              <a:rPr lang="en-GB" b="1" dirty="0"/>
              <a:t>Understand</a:t>
            </a:r>
            <a:r>
              <a:rPr lang="en-GB" dirty="0"/>
              <a:t> relationships among variables</a:t>
            </a:r>
          </a:p>
          <a:p>
            <a:r>
              <a:rPr lang="en-GB" dirty="0"/>
              <a:t>Identify any </a:t>
            </a:r>
            <a:r>
              <a:rPr lang="en-GB" b="1" dirty="0"/>
              <a:t>problems</a:t>
            </a:r>
            <a:r>
              <a:rPr lang="en-GB" dirty="0"/>
              <a:t> (missing values/errors/ Outliers)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82110F-6AA9-45DD-9E50-57B69CED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81E919-FCCB-43E8-B89E-A1BC2A904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258" y="1688839"/>
            <a:ext cx="5102578" cy="39354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6261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9A2799-8FEB-4573-80EC-554F9BD71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56" y="295682"/>
            <a:ext cx="10016452" cy="795600"/>
          </a:xfrm>
        </p:spPr>
        <p:txBody>
          <a:bodyPr/>
          <a:lstStyle/>
          <a:p>
            <a:r>
              <a:rPr lang="en-GB" dirty="0"/>
              <a:t>The importance of exploration using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3E0B0-16A8-411F-90D3-96B9B55D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17</a:t>
            </a:fld>
            <a:endParaRPr lang="en-GB"/>
          </a:p>
        </p:txBody>
      </p:sp>
      <p:pic>
        <p:nvPicPr>
          <p:cNvPr id="2054" name="Picture 6" descr="Image shows OmniSci's data exploration platform performing visualizations of galactic positions.">
            <a:extLst>
              <a:ext uri="{FF2B5EF4-FFF2-40B4-BE49-F238E27FC236}">
                <a16:creationId xmlns:a16="http://schemas.microsoft.com/office/drawing/2014/main" id="{2680666F-DE58-4C16-8200-54C54E5B2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185" y="1867658"/>
            <a:ext cx="5407592" cy="312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89CE0-20FC-4949-8C08-05D25DF0D8F9}"/>
              </a:ext>
            </a:extLst>
          </p:cNvPr>
          <p:cNvSpPr txBox="1"/>
          <p:nvPr/>
        </p:nvSpPr>
        <p:spPr>
          <a:xfrm>
            <a:off x="433510" y="1468677"/>
            <a:ext cx="531130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12529"/>
                </a:solidFill>
                <a:effectLst/>
                <a:latin typeface="AvenirNext"/>
              </a:rPr>
              <a:t>Humans process </a:t>
            </a:r>
            <a:r>
              <a:rPr lang="en-GB" sz="3200" b="1" i="0" dirty="0">
                <a:solidFill>
                  <a:srgbClr val="212529"/>
                </a:solidFill>
                <a:effectLst/>
                <a:latin typeface="AvenirNext"/>
              </a:rPr>
              <a:t>visual data </a:t>
            </a:r>
            <a:r>
              <a:rPr lang="en-GB" sz="3200" b="0" i="0" dirty="0">
                <a:solidFill>
                  <a:srgbClr val="212529"/>
                </a:solidFill>
                <a:effectLst/>
                <a:latin typeface="AvenirNext"/>
              </a:rPr>
              <a:t>better than </a:t>
            </a:r>
            <a:r>
              <a:rPr lang="en-GB" sz="3200" b="1" i="0" dirty="0">
                <a:solidFill>
                  <a:srgbClr val="212529"/>
                </a:solidFill>
                <a:effectLst/>
                <a:latin typeface="AvenirNext"/>
              </a:rPr>
              <a:t>numerical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b="1" dirty="0">
              <a:solidFill>
                <a:srgbClr val="212529"/>
              </a:solidFill>
              <a:latin typeface="AvenirNex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b="1" i="0" dirty="0">
              <a:solidFill>
                <a:srgbClr val="212529"/>
              </a:solidFill>
              <a:effectLst/>
              <a:latin typeface="AvenirNex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12529"/>
                </a:solidFill>
                <a:effectLst/>
                <a:latin typeface="AvenirNext"/>
              </a:rPr>
              <a:t>Data exploration enables to better </a:t>
            </a:r>
            <a:r>
              <a:rPr lang="en-GB" sz="3200" b="1" i="0" dirty="0">
                <a:solidFill>
                  <a:srgbClr val="212529"/>
                </a:solidFill>
                <a:effectLst/>
                <a:latin typeface="AvenirNext"/>
              </a:rPr>
              <a:t>understand</a:t>
            </a:r>
            <a:r>
              <a:rPr lang="en-GB" sz="3200" b="0" i="0" dirty="0">
                <a:solidFill>
                  <a:srgbClr val="212529"/>
                </a:solidFill>
                <a:effectLst/>
                <a:latin typeface="AvenirNext"/>
              </a:rPr>
              <a:t> and </a:t>
            </a:r>
            <a:r>
              <a:rPr lang="en-GB" sz="3200" b="1" i="0" dirty="0">
                <a:solidFill>
                  <a:srgbClr val="212529"/>
                </a:solidFill>
                <a:effectLst/>
                <a:latin typeface="AvenirNext"/>
              </a:rPr>
              <a:t>visually identify</a:t>
            </a:r>
            <a:r>
              <a:rPr lang="en-GB" sz="3200" b="0" i="0" dirty="0">
                <a:solidFill>
                  <a:srgbClr val="212529"/>
                </a:solidFill>
                <a:effectLst/>
                <a:latin typeface="AvenirNext"/>
              </a:rPr>
              <a:t> anomalies and relationships.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83331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Exploration –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18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510" y="1240369"/>
            <a:ext cx="4475259" cy="3079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670" y="4119921"/>
            <a:ext cx="2569533" cy="18843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3537509" y="4320252"/>
            <a:ext cx="3021161" cy="206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/>
              <a:t>Looking for correlation between Hours Studied, Slept and probability of passing the exam</a:t>
            </a:r>
          </a:p>
        </p:txBody>
      </p:sp>
    </p:spTree>
    <p:extLst>
      <p:ext uri="{BB962C8B-B14F-4D97-AF65-F5344CB8AC3E}">
        <p14:creationId xmlns:p14="http://schemas.microsoft.com/office/powerpoint/2010/main" val="2621592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Exploration –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0359" y="5686247"/>
            <a:ext cx="4943780" cy="54522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GB" sz="2200"/>
              <a:t>Classifying wine’s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530152"/>
            <a:ext cx="4223070" cy="33626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011" y="1220607"/>
            <a:ext cx="6771495" cy="3981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6491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 Reduction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20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60000" y="1421987"/>
            <a:ext cx="35447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darker the square corresponding to the relationships between a pair of features, the stronger their linear relationship with</a:t>
            </a:r>
          </a:p>
          <a:p>
            <a:r>
              <a:rPr lang="en-GB" dirty="0"/>
              <a:t>each other, i.e. the higher the correlation coefficient. The dark diagonal results from the fact that every feature correlates completely with itself. Also note that half of the </a:t>
            </a:r>
            <a:r>
              <a:rPr lang="en-GB" b="1" dirty="0"/>
              <a:t>heatmap</a:t>
            </a:r>
            <a:r>
              <a:rPr lang="en-GB" dirty="0"/>
              <a:t> is actually redundant.</a:t>
            </a:r>
          </a:p>
          <a:p>
            <a:endParaRPr lang="en-GB" dirty="0"/>
          </a:p>
          <a:p>
            <a:r>
              <a:rPr lang="en-GB" b="1" dirty="0"/>
              <a:t>Features with high correlations can usually be merged or removed.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09" y="1332000"/>
            <a:ext cx="7001615" cy="497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16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D58E1-C230-404F-9BC4-BF897542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Univariate or Bi-variate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14DC9-174C-49B1-9DB0-A1F3AA8B4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32000"/>
            <a:ext cx="5166157" cy="4896000"/>
          </a:xfrm>
        </p:spPr>
        <p:txBody>
          <a:bodyPr/>
          <a:lstStyle/>
          <a:p>
            <a:pPr marL="0" indent="0">
              <a:buNone/>
            </a:pPr>
            <a:r>
              <a:rPr lang="en-GB" b="0" i="0" dirty="0">
                <a:solidFill>
                  <a:srgbClr val="222222"/>
                </a:solidFill>
                <a:effectLst/>
                <a:latin typeface="Lato" panose="020B0604020202020204" pitchFamily="34" charset="0"/>
              </a:rPr>
              <a:t>Uni-Variate Analysis helps in exploring variables one by one.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05217-6607-4D66-BC06-ADAA059E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21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1AEA70-4711-40F2-AED2-16F6CD019844}"/>
              </a:ext>
            </a:extLst>
          </p:cNvPr>
          <p:cNvSpPr txBox="1">
            <a:spLocks/>
          </p:cNvSpPr>
          <p:nvPr/>
        </p:nvSpPr>
        <p:spPr>
          <a:xfrm>
            <a:off x="6421067" y="1332000"/>
            <a:ext cx="5166157" cy="489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rgbClr val="222222"/>
                </a:solidFill>
                <a:latin typeface="Lato" panose="020F0502020204030203" pitchFamily="34" charset="0"/>
              </a:rPr>
              <a:t>Bi-variate Analysis helps in finding out the relationship between those variables. 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2255EF-F0CB-4540-BFC0-5304F4DCD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18" y="2687550"/>
            <a:ext cx="2867025" cy="2838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A4B950-4583-4A68-8CDE-C7CD623E2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857" y="2886809"/>
            <a:ext cx="4028094" cy="31517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8AC592-8F12-4619-B2B4-49EC6F8DC6F5}"/>
              </a:ext>
            </a:extLst>
          </p:cNvPr>
          <p:cNvSpPr txBox="1"/>
          <p:nvPr/>
        </p:nvSpPr>
        <p:spPr>
          <a:xfrm>
            <a:off x="1042218" y="5664820"/>
            <a:ext cx="3563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GPA: grade point average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5742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224400"/>
            <a:ext cx="9470895" cy="795600"/>
          </a:xfrm>
        </p:spPr>
        <p:txBody>
          <a:bodyPr/>
          <a:lstStyle/>
          <a:p>
            <a:r>
              <a:rPr lang="en-GB"/>
              <a:t>BI </a:t>
            </a:r>
            <a:r>
              <a:rPr lang="en-GB" dirty="0"/>
              <a:t>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822" y="1166256"/>
            <a:ext cx="7101956" cy="48960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sz="2200" dirty="0"/>
              <a:t>Develop an understanding of the purpose of the data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Obtain the dataset to be used in the analysis and build a well-structured data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Explore, clean, and pre-process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Reduce the data, if necessary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Determine the BI model/task (classification, prediction, etc) and choose the technique to use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Apply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Interpret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200" dirty="0"/>
              <a:t>Deploy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778" y="535010"/>
            <a:ext cx="3892766" cy="2343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Group 9"/>
          <p:cNvGrpSpPr/>
          <p:nvPr/>
        </p:nvGrpSpPr>
        <p:grpSpPr>
          <a:xfrm>
            <a:off x="6931377" y="3343476"/>
            <a:ext cx="5113867" cy="2989101"/>
            <a:chOff x="7168444" y="3811367"/>
            <a:chExt cx="4865512" cy="273569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9765" y="3811367"/>
              <a:ext cx="4858731" cy="239714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7168444" y="6208512"/>
              <a:ext cx="486551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Cycle of Business Intelligence analysis </a:t>
              </a:r>
            </a:p>
          </p:txBody>
        </p:sp>
      </p:grpSp>
      <p:pic>
        <p:nvPicPr>
          <p:cNvPr id="6146" name="Picture 2" descr="Green Tick Images, Stock Photos &amp; Vectors | Shutterstock">
            <a:extLst>
              <a:ext uri="{FF2B5EF4-FFF2-40B4-BE49-F238E27FC236}">
                <a16:creationId xmlns:a16="http://schemas.microsoft.com/office/drawing/2014/main" id="{6DCF75C1-90EE-424D-9355-C2155976E2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1"/>
          <a:stretch/>
        </p:blipFill>
        <p:spPr bwMode="auto">
          <a:xfrm>
            <a:off x="89008" y="1166256"/>
            <a:ext cx="541984" cy="53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Green Tick Images, Stock Photos &amp; Vectors | Shutterstock">
            <a:extLst>
              <a:ext uri="{FF2B5EF4-FFF2-40B4-BE49-F238E27FC236}">
                <a16:creationId xmlns:a16="http://schemas.microsoft.com/office/drawing/2014/main" id="{692BED73-04E0-4539-8E21-522026DD6B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1"/>
          <a:stretch/>
        </p:blipFill>
        <p:spPr bwMode="auto">
          <a:xfrm>
            <a:off x="89008" y="1853137"/>
            <a:ext cx="541984" cy="53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2B7C54-0B9E-4AD6-BA5C-4BF1C38B3671}"/>
              </a:ext>
            </a:extLst>
          </p:cNvPr>
          <p:cNvSpPr/>
          <p:nvPr/>
        </p:nvSpPr>
        <p:spPr>
          <a:xfrm>
            <a:off x="235822" y="2743200"/>
            <a:ext cx="6691204" cy="22652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2" descr="Green Tick Images, Stock Photos &amp; Vectors | Shutterstock">
            <a:extLst>
              <a:ext uri="{FF2B5EF4-FFF2-40B4-BE49-F238E27FC236}">
                <a16:creationId xmlns:a16="http://schemas.microsoft.com/office/drawing/2014/main" id="{1E298F8C-EE81-4975-A27C-EB4AC7BD1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1"/>
          <a:stretch/>
        </p:blipFill>
        <p:spPr bwMode="auto">
          <a:xfrm>
            <a:off x="81493" y="2610668"/>
            <a:ext cx="541984" cy="53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Green Tick Images, Stock Photos &amp; Vectors | Shutterstock">
            <a:extLst>
              <a:ext uri="{FF2B5EF4-FFF2-40B4-BE49-F238E27FC236}">
                <a16:creationId xmlns:a16="http://schemas.microsoft.com/office/drawing/2014/main" id="{E2B0DBFC-544C-48B1-8EF3-F5B3477616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1"/>
          <a:stretch/>
        </p:blipFill>
        <p:spPr bwMode="auto">
          <a:xfrm>
            <a:off x="81493" y="3193181"/>
            <a:ext cx="541984" cy="53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09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4C07-7D05-499F-BEB3-B7778B03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Problem: </a:t>
            </a:r>
            <a:br>
              <a:rPr lang="en-GB" dirty="0"/>
            </a:br>
            <a:r>
              <a:rPr lang="en-GB" dirty="0"/>
              <a:t>Linear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8489B-9464-46EB-900A-DEBF6A430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9EF3D-500C-4D5E-B055-3B50597B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963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E6CC6B-9BC7-459B-A2FB-EB164D85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Problem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79C48-95B6-4A09-B655-D7870E29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24</a:t>
            </a:fld>
            <a:endParaRPr lang="en-GB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0368CD4-F573-43CB-B447-7952657F67DC}"/>
              </a:ext>
            </a:extLst>
          </p:cNvPr>
          <p:cNvSpPr txBox="1">
            <a:spLocks/>
          </p:cNvSpPr>
          <p:nvPr/>
        </p:nvSpPr>
        <p:spPr>
          <a:xfrm>
            <a:off x="8194811" y="2857274"/>
            <a:ext cx="3611718" cy="2032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dirty="0">
                <a:latin typeface="CMR10"/>
              </a:rPr>
              <a:t>Which media are associated with sales?</a:t>
            </a:r>
          </a:p>
          <a:p>
            <a:pPr marL="0" indent="0">
              <a:buNone/>
            </a:pPr>
            <a:r>
              <a:rPr lang="en-GB" sz="1800" dirty="0">
                <a:latin typeface="CMR10"/>
              </a:rPr>
              <a:t>Are all three media—TV, radio, and newspaper—associated with sales, or are just one or two of the media associated?</a:t>
            </a:r>
          </a:p>
          <a:p>
            <a:pPr marL="0" indent="0">
              <a:buNone/>
            </a:pPr>
            <a:endParaRPr lang="en-GB" sz="1800" b="1" dirty="0">
              <a:latin typeface="CMR1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4D8540-B341-477E-87D8-B4A2F698DE46}"/>
              </a:ext>
            </a:extLst>
          </p:cNvPr>
          <p:cNvGrpSpPr/>
          <p:nvPr/>
        </p:nvGrpSpPr>
        <p:grpSpPr>
          <a:xfrm>
            <a:off x="133968" y="1297652"/>
            <a:ext cx="7427640" cy="4162801"/>
            <a:chOff x="133968" y="1297652"/>
            <a:chExt cx="7427640" cy="416280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7A74EBC-CEBA-4F1B-8B8B-10ED6F69D0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3541"/>
            <a:stretch/>
          </p:blipFill>
          <p:spPr>
            <a:xfrm>
              <a:off x="133968" y="1335507"/>
              <a:ext cx="7427640" cy="412494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F02D880-8C15-4B99-AC31-183CB1171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5356" y="1297652"/>
              <a:ext cx="7144863" cy="3119243"/>
            </a:xfrm>
            <a:prstGeom prst="rect">
              <a:avLst/>
            </a:prstGeom>
          </p:spPr>
        </p:pic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83EFE-E9B3-4F01-A728-EF055A89B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139" y="136166"/>
            <a:ext cx="6030861" cy="1421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GB" sz="1800" b="1" i="0" u="none" strike="noStrike" baseline="0" dirty="0">
                <a:latin typeface="CMTI10"/>
              </a:rPr>
              <a:t>Is there a relationship between advertising budget and sales?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latin typeface="CMR10"/>
              </a:rPr>
              <a:t>If the evidence is weak, then one might argue that no money should be spent on advertising!</a:t>
            </a:r>
            <a:endParaRPr lang="en-GB" sz="1800" b="0" i="0" u="none" strike="noStrike" baseline="0" dirty="0">
              <a:latin typeface="CMTI10"/>
            </a:endParaRPr>
          </a:p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80116B-7AD1-4473-ACD5-B5C89C58B08D}"/>
              </a:ext>
            </a:extLst>
          </p:cNvPr>
          <p:cNvSpPr/>
          <p:nvPr/>
        </p:nvSpPr>
        <p:spPr>
          <a:xfrm>
            <a:off x="3334215" y="5218771"/>
            <a:ext cx="4086004" cy="241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02944F5-527C-47CD-AC99-C5756BC7EAE6}"/>
              </a:ext>
            </a:extLst>
          </p:cNvPr>
          <p:cNvSpPr txBox="1">
            <a:spLocks/>
          </p:cNvSpPr>
          <p:nvPr/>
        </p:nvSpPr>
        <p:spPr>
          <a:xfrm>
            <a:off x="3080569" y="5111360"/>
            <a:ext cx="6030861" cy="14211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dirty="0">
                <a:latin typeface="CMR10"/>
              </a:rPr>
              <a:t>How strong is the relationship between advertising budget and sales?</a:t>
            </a:r>
          </a:p>
          <a:p>
            <a:pPr marL="0" indent="0">
              <a:buNone/>
            </a:pPr>
            <a:r>
              <a:rPr lang="en-GB" sz="1800" dirty="0">
                <a:latin typeface="CMR10"/>
              </a:rPr>
              <a:t>Does knowledge of the advertising budget provide a lot of information about product sales?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071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uiExpand="1" build="p" animBg="1"/>
      <p:bldP spid="7" grpId="0" uiExpand="1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4275-E668-4B4E-9EA7-253348BB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 Model: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B694-059F-4674-897B-81AB3EDC9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sz="2400" b="0" i="0" u="none" strike="noStrike" baseline="0" dirty="0">
                <a:latin typeface="CMR10"/>
              </a:rPr>
              <a:t>Model for </a:t>
            </a:r>
            <a:r>
              <a:rPr lang="en-GB" sz="2400" b="1" i="0" u="none" strike="noStrike" baseline="0" dirty="0">
                <a:latin typeface="CMR10"/>
              </a:rPr>
              <a:t>predicting a quantitative </a:t>
            </a:r>
            <a:r>
              <a:rPr lang="en-GB" sz="2400" b="0" i="0" u="none" strike="noStrike" baseline="0" dirty="0">
                <a:latin typeface="CMR10"/>
              </a:rPr>
              <a:t>response </a:t>
            </a:r>
            <a:r>
              <a:rPr lang="en-GB" sz="2400" b="0" i="0" u="none" strike="noStrike" baseline="0" dirty="0">
                <a:latin typeface="CMMI10"/>
              </a:rPr>
              <a:t>Y </a:t>
            </a:r>
            <a:r>
              <a:rPr lang="en-GB" sz="2400" b="0" i="0" u="none" strike="noStrike" baseline="0" dirty="0">
                <a:latin typeface="CMR10"/>
              </a:rPr>
              <a:t>on the basis of a single predictor variable </a:t>
            </a:r>
            <a:r>
              <a:rPr lang="en-GB" sz="2400" b="0" i="0" u="none" strike="noStrike" baseline="0" dirty="0">
                <a:latin typeface="CMMI10"/>
              </a:rPr>
              <a:t>X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5AEE-BF9F-473B-953D-1B1DB2C9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25</a:t>
            </a:fld>
            <a:endParaRPr lang="en-GB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F83C0B5-4C94-4CA8-AEDA-08F4DCFA9C90}"/>
              </a:ext>
            </a:extLst>
          </p:cNvPr>
          <p:cNvSpPr txBox="1"/>
          <p:nvPr/>
        </p:nvSpPr>
        <p:spPr>
          <a:xfrm>
            <a:off x="7197368" y="5795874"/>
            <a:ext cx="2260945" cy="380873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TV</a:t>
            </a:r>
            <a:r>
              <a:rPr kumimoji="0" sz="2400" b="0" i="1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200, </a:t>
            </a:r>
            <a:r>
              <a:rPr kumimoji="0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sz="2400" b="0" i="1" u="none" strike="noStrike" kern="1200" cap="none" spc="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=?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AF8A82-2E8F-4B7B-A76A-DD150974B226}"/>
              </a:ext>
            </a:extLst>
          </p:cNvPr>
          <p:cNvSpPr txBox="1">
            <a:spLocks/>
          </p:cNvSpPr>
          <p:nvPr/>
        </p:nvSpPr>
        <p:spPr>
          <a:xfrm>
            <a:off x="174470" y="5595730"/>
            <a:ext cx="6604017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/>
              <a:t>Desmos Example of slope and intercept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E38710-E360-44F2-9659-684D6E98B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51" y="2039850"/>
            <a:ext cx="7343775" cy="34861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CBE7EC-1422-4ED0-94BD-2B0FA43A1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600" y="4014581"/>
            <a:ext cx="3581400" cy="876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D4222D5-95C5-4186-BE00-95E29B35F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399" y="3191962"/>
            <a:ext cx="2409825" cy="74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95F9B88-2DC7-46BE-8698-05414941BA13}"/>
              </a:ext>
            </a:extLst>
          </p:cNvPr>
          <p:cNvSpPr txBox="1"/>
          <p:nvPr/>
        </p:nvSpPr>
        <p:spPr>
          <a:xfrm>
            <a:off x="354494" y="2363108"/>
            <a:ext cx="3561523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b="1" dirty="0"/>
              <a:t>Objective</a:t>
            </a:r>
            <a:r>
              <a:rPr lang="en-GB" dirty="0"/>
              <a:t>:</a:t>
            </a:r>
            <a:r>
              <a:rPr lang="en-GB" sz="1800" b="0" i="0" u="none" strike="noStrike" baseline="0" dirty="0">
                <a:latin typeface="CMR10"/>
              </a:rPr>
              <a:t> we want to find an intercept </a:t>
            </a:r>
            <a:r>
              <a:rPr lang="en-GB" sz="1800" b="0" i="0" u="none" strike="noStrike" baseline="0" dirty="0">
                <a:latin typeface="CMMI10"/>
              </a:rPr>
              <a:t>β</a:t>
            </a:r>
            <a:r>
              <a:rPr lang="en-GB" sz="1800" b="0" i="0" u="none" strike="noStrike" baseline="0" dirty="0">
                <a:latin typeface="CMR7"/>
              </a:rPr>
              <a:t>0 </a:t>
            </a:r>
            <a:r>
              <a:rPr lang="en-GB" sz="1800" b="0" i="0" u="none" strike="noStrike" baseline="0" dirty="0">
                <a:latin typeface="CMR10"/>
              </a:rPr>
              <a:t>and a slope </a:t>
            </a:r>
            <a:r>
              <a:rPr lang="en-GB" sz="1800" b="0" i="0" u="none" strike="noStrike" baseline="0" dirty="0">
                <a:latin typeface="CMMI10"/>
              </a:rPr>
              <a:t>β</a:t>
            </a:r>
            <a:r>
              <a:rPr lang="en-GB" sz="1800" b="0" i="0" u="none" strike="noStrike" baseline="0" dirty="0">
                <a:latin typeface="CMR7"/>
              </a:rPr>
              <a:t>1 </a:t>
            </a:r>
            <a:r>
              <a:rPr lang="en-GB" sz="1800" b="0" i="0" u="none" strike="noStrike" baseline="0" dirty="0">
                <a:latin typeface="CMR10"/>
              </a:rPr>
              <a:t>such</a:t>
            </a:r>
          </a:p>
          <a:p>
            <a:pPr algn="l"/>
            <a:r>
              <a:rPr lang="en-GB" sz="1800" b="0" i="0" u="none" strike="noStrike" baseline="0" dirty="0">
                <a:latin typeface="CMR10"/>
              </a:rPr>
              <a:t>that the resulting line is as close as possible to the </a:t>
            </a:r>
            <a:r>
              <a:rPr lang="en-GB" sz="1800" b="0" i="0" u="none" strike="noStrike" baseline="0" dirty="0">
                <a:latin typeface="CMMI10"/>
              </a:rPr>
              <a:t>n </a:t>
            </a:r>
            <a:r>
              <a:rPr lang="en-GB" sz="1800" b="0" i="0" u="none" strike="noStrike" baseline="0" dirty="0">
                <a:latin typeface="CMR10"/>
              </a:rPr>
              <a:t>= 200 data points.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611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78F4-2A81-4653-8E7E-70B151A5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10BB-4447-40AA-B20B-8C1FB61C4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410" y="958138"/>
            <a:ext cx="4835457" cy="48960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Which is the best line?</a:t>
            </a:r>
          </a:p>
          <a:p>
            <a:pPr marL="0" indent="0">
              <a:buNone/>
            </a:pPr>
            <a:r>
              <a:rPr lang="en-GB" dirty="0"/>
              <a:t>Why?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76B98-EBD0-4ECB-AA30-15E4051E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CCE165-A9A8-4125-80E6-B242BE8EF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504825"/>
            <a:ext cx="5610225" cy="5848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91ACEE-60D6-4B24-AB64-018659539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151" y="2585002"/>
            <a:ext cx="5208518" cy="329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8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621F61-FF5A-4C78-9A93-5FF0BEA92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761" y="1707092"/>
            <a:ext cx="7498132" cy="4754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the Coefficients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96DDA-00D9-4BE5-B40D-952AA762B2E6}"/>
              </a:ext>
            </a:extLst>
          </p:cNvPr>
          <p:cNvSpPr txBox="1"/>
          <p:nvPr/>
        </p:nvSpPr>
        <p:spPr>
          <a:xfrm>
            <a:off x="360000" y="1289682"/>
            <a:ext cx="3561523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b="1" dirty="0"/>
              <a:t>Objective</a:t>
            </a:r>
            <a:r>
              <a:rPr lang="en-GB" dirty="0"/>
              <a:t>:</a:t>
            </a:r>
            <a:r>
              <a:rPr lang="en-GB" sz="1800" b="0" i="0" u="none" strike="noStrike" baseline="0" dirty="0">
                <a:latin typeface="CMR10"/>
              </a:rPr>
              <a:t> we want to find an intercept </a:t>
            </a:r>
            <a:r>
              <a:rPr lang="en-GB" sz="1800" b="0" i="0" u="none" strike="noStrike" baseline="0" dirty="0">
                <a:latin typeface="CMMI10"/>
              </a:rPr>
              <a:t>β</a:t>
            </a:r>
            <a:r>
              <a:rPr lang="en-GB" sz="1800" b="0" i="0" u="none" strike="noStrike" baseline="0" dirty="0">
                <a:latin typeface="CMR7"/>
              </a:rPr>
              <a:t>0 </a:t>
            </a:r>
            <a:r>
              <a:rPr lang="en-GB" sz="1800" b="0" i="0" u="none" strike="noStrike" baseline="0" dirty="0">
                <a:latin typeface="CMR10"/>
              </a:rPr>
              <a:t>and a slope </a:t>
            </a:r>
            <a:r>
              <a:rPr lang="en-GB" sz="1800" b="0" i="0" u="none" strike="noStrike" baseline="0" dirty="0">
                <a:latin typeface="CMMI10"/>
              </a:rPr>
              <a:t>β</a:t>
            </a:r>
            <a:r>
              <a:rPr lang="en-GB" sz="1800" b="0" i="0" u="none" strike="noStrike" baseline="0" dirty="0">
                <a:latin typeface="CMR7"/>
              </a:rPr>
              <a:t>1 </a:t>
            </a:r>
            <a:r>
              <a:rPr lang="en-GB" sz="1800" b="0" i="0" u="none" strike="noStrike" baseline="0" dirty="0">
                <a:latin typeface="CMR10"/>
              </a:rPr>
              <a:t>such</a:t>
            </a:r>
          </a:p>
          <a:p>
            <a:pPr algn="l"/>
            <a:r>
              <a:rPr lang="en-GB" sz="1800" b="0" i="0" u="none" strike="noStrike" baseline="0" dirty="0">
                <a:latin typeface="CMR10"/>
              </a:rPr>
              <a:t>that the resulting line is as close as possible to the </a:t>
            </a:r>
            <a:r>
              <a:rPr lang="en-GB" sz="1800" b="0" i="0" u="none" strike="noStrike" baseline="0" dirty="0">
                <a:latin typeface="CMMI10"/>
              </a:rPr>
              <a:t>n </a:t>
            </a:r>
            <a:r>
              <a:rPr lang="en-GB" sz="1800" b="0" i="0" u="none" strike="noStrike" baseline="0" dirty="0">
                <a:latin typeface="CMR10"/>
              </a:rPr>
              <a:t>= 200 data points.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6D3D61-781D-4AB4-A953-371C006305B6}"/>
                  </a:ext>
                </a:extLst>
              </p:cNvPr>
              <p:cNvSpPr txBox="1"/>
              <p:nvPr/>
            </p:nvSpPr>
            <p:spPr>
              <a:xfrm>
                <a:off x="9830895" y="3334869"/>
                <a:ext cx="1242113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Residuals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6D3D61-781D-4AB4-A953-371C00630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895" y="3334869"/>
                <a:ext cx="1242113" cy="646331"/>
              </a:xfrm>
              <a:prstGeom prst="rect">
                <a:avLst/>
              </a:prstGeom>
              <a:blipFill>
                <a:blip r:embed="rId3"/>
                <a:stretch>
                  <a:fillRect l="-4433" t="-4717" r="-10345" b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AAC634-76DF-4904-A9B9-0339234CC140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8994913" y="3319672"/>
            <a:ext cx="835982" cy="33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B2801AD-1CC2-499C-AD62-355E4BDACA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7624"/>
          <a:stretch/>
        </p:blipFill>
        <p:spPr>
          <a:xfrm>
            <a:off x="5907763" y="4557103"/>
            <a:ext cx="5788108" cy="1281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025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A4165C-3912-419A-80AF-A92FDA022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359"/>
            <a:ext cx="6589880" cy="4178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18D68F-D1AC-478A-9A45-AC506757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19A9A-74A4-4DE6-9CF7-4623B6FCC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5096" y="5770800"/>
            <a:ext cx="4572410" cy="4572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…or Power BI: Trend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C1262-82B2-431E-A6C1-DC003CDF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62CEE-BB4D-41FE-B041-B4CF93FF8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433" y="232543"/>
            <a:ext cx="9068493" cy="3145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363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D3D6-2EAD-4E65-BC70-C4E29046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Using DAX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F64D4-965A-49DD-9C01-426BDF6D4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5F2E4-97FE-4EBF-BD7B-DF88252B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4F3A1-D719-45D0-9399-7A5C5038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359"/>
            <a:ext cx="6589880" cy="4178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0114E8-1D00-4E7A-849C-E35740B9F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6788"/>
            <a:ext cx="7318725" cy="2538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B5239A-6441-4E21-AF0A-9EC2EEB97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331" y="968257"/>
            <a:ext cx="6589880" cy="576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55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CD68-7A7D-41C5-B36F-F8B56081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Types of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546CD-AA9C-4A56-899A-639718CCD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17D03-CDED-49C3-B4F2-36245116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30</a:t>
            </a:fld>
            <a:endParaRPr lang="en-GB"/>
          </a:p>
        </p:txBody>
      </p:sp>
      <p:pic>
        <p:nvPicPr>
          <p:cNvPr id="4098" name="Picture 2" descr="Correlation Coefficients: Positive, Negative, &amp;amp; Zero">
            <a:extLst>
              <a:ext uri="{FF2B5EF4-FFF2-40B4-BE49-F238E27FC236}">
                <a16:creationId xmlns:a16="http://schemas.microsoft.com/office/drawing/2014/main" id="{CE8B0DA6-AA27-4D96-8629-3C48D8F00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189" y="1331999"/>
            <a:ext cx="7172741" cy="478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075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2795-335B-4FBD-8335-7B32BA82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 and Correlation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8DE86-4064-4B58-B68E-057E6B0E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5575" y="4117286"/>
            <a:ext cx="4071367" cy="74843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Negative Correlation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2A26C-47F5-4AE8-B86C-3DFD7B15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31</a:t>
            </a:fld>
            <a:endParaRPr lang="en-GB"/>
          </a:p>
        </p:txBody>
      </p:sp>
      <p:pic>
        <p:nvPicPr>
          <p:cNvPr id="3074" name="Picture 2" descr="Simple linear regression - Wikipedia">
            <a:extLst>
              <a:ext uri="{FF2B5EF4-FFF2-40B4-BE49-F238E27FC236}">
                <a16:creationId xmlns:a16="http://schemas.microsoft.com/office/drawing/2014/main" id="{47083746-0D8A-4321-8068-94C8A1D1A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3227"/>
            <a:ext cx="6302309" cy="416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857C25-3642-4AB1-A916-A9CA8435F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003" y="1416366"/>
            <a:ext cx="5196323" cy="21034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E0095F-F8AE-4F42-803F-3EFD7A876853}"/>
              </a:ext>
            </a:extLst>
          </p:cNvPr>
          <p:cNvSpPr/>
          <p:nvPr/>
        </p:nvSpPr>
        <p:spPr>
          <a:xfrm>
            <a:off x="7097486" y="4038600"/>
            <a:ext cx="3886200" cy="82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571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2795-335B-4FBD-8335-7B32BA82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 and Correlation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8DE86-4064-4B58-B68E-057E6B0E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1533" y="2752595"/>
            <a:ext cx="3745691" cy="74843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No Correlation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2A26C-47F5-4AE8-B86C-3DFD7B15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32</a:t>
            </a:fld>
            <a:endParaRPr lang="en-GB"/>
          </a:p>
        </p:txBody>
      </p:sp>
      <p:pic>
        <p:nvPicPr>
          <p:cNvPr id="5122" name="Picture 2" descr="Behavioral Statistics in Action">
            <a:extLst>
              <a:ext uri="{FF2B5EF4-FFF2-40B4-BE49-F238E27FC236}">
                <a16:creationId xmlns:a16="http://schemas.microsoft.com/office/drawing/2014/main" id="{7A85876F-DBED-45D3-9B09-B7EB0F9A5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76" y="2088045"/>
            <a:ext cx="5957262" cy="352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CCC749-32BF-442C-81D1-881EF288E3C0}"/>
              </a:ext>
            </a:extLst>
          </p:cNvPr>
          <p:cNvCxnSpPr/>
          <p:nvPr/>
        </p:nvCxnSpPr>
        <p:spPr>
          <a:xfrm>
            <a:off x="1898374" y="3429000"/>
            <a:ext cx="386632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0BE94F7-40A4-4BBA-B2C1-FC28E8649DEE}"/>
              </a:ext>
            </a:extLst>
          </p:cNvPr>
          <p:cNvSpPr/>
          <p:nvPr/>
        </p:nvSpPr>
        <p:spPr>
          <a:xfrm>
            <a:off x="7287057" y="2601884"/>
            <a:ext cx="3886200" cy="82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2199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F2FD-FA6A-479A-947E-C6E1B9E2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 and Correlation - 3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83" y="1365188"/>
            <a:ext cx="7040463" cy="516731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AD09CD-1941-48E9-9FF7-E74C21868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5582" y="2961391"/>
            <a:ext cx="2753623" cy="247077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Positive Correlation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3830BF-C942-48EE-97D2-888FE350D429}"/>
              </a:ext>
            </a:extLst>
          </p:cNvPr>
          <p:cNvSpPr/>
          <p:nvPr/>
        </p:nvSpPr>
        <p:spPr>
          <a:xfrm>
            <a:off x="8008846" y="3015442"/>
            <a:ext cx="3886200" cy="82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6285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2795-335B-4FBD-8335-7B32BA82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 and Correlation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8DE86-4064-4B58-B68E-057E6B0E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1533" y="2752595"/>
            <a:ext cx="3745691" cy="74843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Positive Correlation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2A26C-47F5-4AE8-B86C-3DFD7B15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34</a:t>
            </a:fld>
            <a:endParaRPr lang="en-GB"/>
          </a:p>
        </p:txBody>
      </p:sp>
      <p:pic>
        <p:nvPicPr>
          <p:cNvPr id="3076" name="Picture 4" descr="Linear Regression in R | An Easy Step-by-Step Guide">
            <a:extLst>
              <a:ext uri="{FF2B5EF4-FFF2-40B4-BE49-F238E27FC236}">
                <a16:creationId xmlns:a16="http://schemas.microsoft.com/office/drawing/2014/main" id="{B3ADCDEC-29B8-4650-AACD-B6145615A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23" y="1197843"/>
            <a:ext cx="5999771" cy="542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D3B8C5-6B67-442E-A1B2-25D5406AE9F1}"/>
              </a:ext>
            </a:extLst>
          </p:cNvPr>
          <p:cNvSpPr/>
          <p:nvPr/>
        </p:nvSpPr>
        <p:spPr>
          <a:xfrm>
            <a:off x="7450742" y="2673909"/>
            <a:ext cx="3886200" cy="827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248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8020-5410-4E2A-BC5B-55BA6CC2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4631-FA9A-42D8-B0C3-34B094D9A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60188-7C4F-4238-B32E-B9B7A99D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35</a:t>
            </a:fld>
            <a:endParaRPr lang="en-GB"/>
          </a:p>
        </p:txBody>
      </p:sp>
      <p:pic>
        <p:nvPicPr>
          <p:cNvPr id="9218" name="Picture 2" descr="Positive and Negative Correlations - Exam Prep Mths Apps">
            <a:extLst>
              <a:ext uri="{FF2B5EF4-FFF2-40B4-BE49-F238E27FC236}">
                <a16:creationId xmlns:a16="http://schemas.microsoft.com/office/drawing/2014/main" id="{90B26B5E-F403-44F2-8D7F-6068315C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49" y="1734793"/>
            <a:ext cx="10712302" cy="2986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693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0690-F938-48F6-A6CD-E94625188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Quiz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3B29D-5173-4DB5-9119-7902BBAB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36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9B272F-40F6-4F26-A86F-CC4957802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A46C55-1AD3-49C7-8D25-4D8C657C9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12" y="2714625"/>
            <a:ext cx="62769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005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Data Analytics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It’s used to </a:t>
            </a:r>
            <a:r>
              <a:rPr lang="en-GB" b="1" dirty="0"/>
              <a:t>collect, analyse, and translate data </a:t>
            </a:r>
            <a:r>
              <a:rPr lang="en-GB" dirty="0"/>
              <a:t>into information that’s accessible. </a:t>
            </a:r>
          </a:p>
          <a:p>
            <a:r>
              <a:rPr lang="en-GB" dirty="0"/>
              <a:t>By identifying </a:t>
            </a:r>
            <a:r>
              <a:rPr lang="en-GB" b="1" dirty="0"/>
              <a:t>trends and patterns</a:t>
            </a:r>
            <a:r>
              <a:rPr lang="en-GB" dirty="0"/>
              <a:t>, analysts help organisations make better business decisions</a:t>
            </a:r>
          </a:p>
          <a:p>
            <a:r>
              <a:rPr lang="en-GB" dirty="0"/>
              <a:t>The ability to describe, predict, and </a:t>
            </a:r>
            <a:r>
              <a:rPr lang="en-GB" b="1" dirty="0"/>
              <a:t>improve performance </a:t>
            </a:r>
            <a:r>
              <a:rPr lang="en-GB" dirty="0"/>
              <a:t>has placed data analyst increasingly high demand globally and across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37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894" y="4588609"/>
            <a:ext cx="4472162" cy="163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5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863" y="248400"/>
            <a:ext cx="10507869" cy="795600"/>
          </a:xfrm>
        </p:spPr>
        <p:txBody>
          <a:bodyPr/>
          <a:lstStyle/>
          <a:p>
            <a:r>
              <a:rPr lang="en-GB" sz="3600" dirty="0"/>
              <a:t>Techniques and Tools used for Data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38</a:t>
            </a:fld>
            <a:endParaRPr lang="en-GB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355344"/>
              </p:ext>
            </p:extLst>
          </p:nvPr>
        </p:nvGraphicFramePr>
        <p:xfrm>
          <a:off x="992328" y="1392330"/>
          <a:ext cx="9725404" cy="466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2702">
                  <a:extLst>
                    <a:ext uri="{9D8B030D-6E8A-4147-A177-3AD203B41FA5}">
                      <a16:colId xmlns:a16="http://schemas.microsoft.com/office/drawing/2014/main" val="2949703783"/>
                    </a:ext>
                  </a:extLst>
                </a:gridCol>
                <a:gridCol w="4862702">
                  <a:extLst>
                    <a:ext uri="{9D8B030D-6E8A-4147-A177-3AD203B41FA5}">
                      <a16:colId xmlns:a16="http://schemas.microsoft.com/office/drawing/2014/main" val="4042893612"/>
                    </a:ext>
                  </a:extLst>
                </a:gridCol>
              </a:tblGrid>
              <a:tr h="539601">
                <a:tc>
                  <a:txBody>
                    <a:bodyPr/>
                    <a:lstStyle/>
                    <a:p>
                      <a:r>
                        <a:rPr lang="en-GB" sz="2500" dirty="0"/>
                        <a:t>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 dirty="0"/>
                        <a:t>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019591"/>
                  </a:ext>
                </a:extLst>
              </a:tr>
              <a:tr h="4124619">
                <a:tc>
                  <a:txBody>
                    <a:bodyPr/>
                    <a:lstStyle/>
                    <a:p>
                      <a:r>
                        <a:rPr lang="en-GB" sz="2500" dirty="0"/>
                        <a:t>Classification tree analysis</a:t>
                      </a:r>
                    </a:p>
                    <a:p>
                      <a:r>
                        <a:rPr lang="en-GB" sz="2500" dirty="0"/>
                        <a:t>Regression analysis</a:t>
                      </a:r>
                    </a:p>
                    <a:p>
                      <a:r>
                        <a:rPr lang="en-GB" sz="2500" dirty="0"/>
                        <a:t>Genetic algorithms</a:t>
                      </a:r>
                    </a:p>
                    <a:p>
                      <a:r>
                        <a:rPr lang="en-GB" sz="2500" dirty="0"/>
                        <a:t>Machine learning</a:t>
                      </a:r>
                    </a:p>
                    <a:p>
                      <a:r>
                        <a:rPr lang="en-GB" sz="2500" dirty="0"/>
                        <a:t>Association rule learning</a:t>
                      </a:r>
                    </a:p>
                    <a:p>
                      <a:endParaRPr lang="en-GB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/>
                        <a:t>Tableau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/>
                        <a:t>Power BI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 err="1"/>
                        <a:t>OpenRefine</a:t>
                      </a:r>
                      <a:endParaRPr lang="en-GB" sz="25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/>
                        <a:t>KNIME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 err="1"/>
                        <a:t>RapidMiner</a:t>
                      </a:r>
                      <a:endParaRPr lang="en-GB" sz="25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/>
                        <a:t>Google Fusion Tables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 err="1"/>
                        <a:t>NodeXL</a:t>
                      </a:r>
                      <a:endParaRPr lang="en-GB" sz="25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/>
                        <a:t>Wolfram Alpha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2500" dirty="0"/>
                        <a:t>Google Search Operators</a:t>
                      </a:r>
                    </a:p>
                    <a:p>
                      <a:endParaRPr lang="en-GB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080317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30" y="4079366"/>
            <a:ext cx="3596120" cy="193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169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Analytics or Business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2699" y="1357714"/>
            <a:ext cx="5507400" cy="4896000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/>
              <a:t>BI</a:t>
            </a:r>
            <a:r>
              <a:rPr lang="en-GB" sz="2400" dirty="0"/>
              <a:t> </a:t>
            </a:r>
          </a:p>
          <a:p>
            <a:r>
              <a:rPr lang="en-GB" sz="2400" dirty="0"/>
              <a:t>includes data analytics and other reporting tools that help in decision making using historical data. </a:t>
            </a:r>
          </a:p>
          <a:p>
            <a:r>
              <a:rPr lang="en-GB" sz="2400" dirty="0"/>
              <a:t>helps different organizations in better decision-making. It is the broadest category involving data analytics, data mining and big data.</a:t>
            </a:r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39</a:t>
            </a:fld>
            <a:endParaRPr lang="en-GB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00128" y="1357714"/>
            <a:ext cx="6062571" cy="489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/>
              <a:t>Data Analytics </a:t>
            </a:r>
          </a:p>
          <a:p>
            <a:r>
              <a:rPr lang="en-GB" sz="2400" dirty="0"/>
              <a:t>focuses on algorithms to determine relationship between data offering insights. </a:t>
            </a:r>
          </a:p>
          <a:p>
            <a:r>
              <a:rPr lang="en-GB" sz="2400" dirty="0"/>
              <a:t>Uses information hidden in the data to make prediction for the future</a:t>
            </a:r>
          </a:p>
          <a:p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79738" y="5051830"/>
            <a:ext cx="10907486" cy="1572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The major difference between </a:t>
            </a:r>
            <a:r>
              <a:rPr lang="en-GB" sz="2400" b="1" dirty="0"/>
              <a:t>BI</a:t>
            </a:r>
            <a:r>
              <a:rPr lang="en-GB" sz="2400" dirty="0"/>
              <a:t> and </a:t>
            </a:r>
            <a:r>
              <a:rPr lang="en-GB" sz="2400" b="1" dirty="0"/>
              <a:t>Analytics</a:t>
            </a:r>
            <a:r>
              <a:rPr lang="en-GB" sz="2400" dirty="0"/>
              <a:t> is that Analytics has predictive capabilities whereas BI helps in informed decision-making based on analysis of past data.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3237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does Power BI stand?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40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332000"/>
            <a:ext cx="11165330" cy="38229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4742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9700" y="-841519"/>
            <a:ext cx="9144000" cy="2387600"/>
          </a:xfrm>
        </p:spPr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9700" y="1638156"/>
            <a:ext cx="9144000" cy="1655762"/>
          </a:xfrm>
        </p:spPr>
        <p:txBody>
          <a:bodyPr/>
          <a:lstStyle/>
          <a:p>
            <a:r>
              <a:rPr lang="en-GB" dirty="0"/>
              <a:t>Feel free to contact me on Teams or email me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  <a:p>
            <a:r>
              <a:rPr lang="en-GB" dirty="0">
                <a:hlinkClick r:id="rId2"/>
              </a:rPr>
              <a:t>a.occhipinti@tees.ac.uk</a:t>
            </a:r>
            <a:r>
              <a:rPr lang="en-GB" dirty="0"/>
              <a:t> </a:t>
            </a:r>
          </a:p>
        </p:txBody>
      </p:sp>
      <p:pic>
        <p:nvPicPr>
          <p:cNvPr id="3074" name="Picture 2" descr="Cartoon: Data Scientist was the sexiest job of the 21st century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2" y="2753435"/>
            <a:ext cx="5332702" cy="410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398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Your Data Analytics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Data Extraction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What data is most relevant to the business objective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What data should you collect to answer a given business question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Prepare the Data (pre-processing)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Eliminate duplicate data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Data is properly formatted so that the analytics software can work with it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42</a:t>
            </a:fld>
            <a:endParaRPr lang="en-GB"/>
          </a:p>
        </p:txBody>
      </p:sp>
      <p:pic>
        <p:nvPicPr>
          <p:cNvPr id="5122" name="Picture 2" descr="Data Analytics Pipeline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077" y="4457475"/>
            <a:ext cx="8705205" cy="205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52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Your Data Analytics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121100"/>
            <a:ext cx="11477506" cy="48960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3. Start the Data Analytics process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Build a </a:t>
            </a:r>
            <a:r>
              <a:rPr lang="en-GB" b="1" dirty="0"/>
              <a:t>predictive</a:t>
            </a:r>
            <a:r>
              <a:rPr lang="en-GB" dirty="0"/>
              <a:t> model using statistical algorithms on small samples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Test your model on a partial set of samples to test the accuracy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Using the accuracy result, adjust the algorithm and run the mode again to increase accuracy.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Once your algorithm has reached a desired accuracy, the predictive model runs on a full data set to answer the business question.  </a:t>
            </a:r>
          </a:p>
          <a:p>
            <a:pPr marL="0" indent="0">
              <a:buNone/>
            </a:pPr>
            <a:r>
              <a:rPr lang="en-GB" dirty="0"/>
              <a:t>4. Share the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Finally, you decide how to share the results with others.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Communicate your information simply and clearly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43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657" y="5287723"/>
            <a:ext cx="3531706" cy="1430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321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0563C1"/>
      </a:hlink>
      <a:folHlink>
        <a:srgbClr val="F7964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ro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S4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1369</Words>
  <Application>Microsoft Office PowerPoint</Application>
  <PresentationFormat>Widescreen</PresentationFormat>
  <Paragraphs>237</Paragraphs>
  <Slides>43</Slides>
  <Notes>4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CMTI10</vt:lpstr>
      <vt:lpstr>Calibri Light</vt:lpstr>
      <vt:lpstr>Calibri</vt:lpstr>
      <vt:lpstr>Lato</vt:lpstr>
      <vt:lpstr>Arial</vt:lpstr>
      <vt:lpstr>CMR7</vt:lpstr>
      <vt:lpstr>CMMI10</vt:lpstr>
      <vt:lpstr>CMR10</vt:lpstr>
      <vt:lpstr>AvenirNext</vt:lpstr>
      <vt:lpstr>Cambria Math</vt:lpstr>
      <vt:lpstr>Office Theme</vt:lpstr>
      <vt:lpstr>Intro slide</vt:lpstr>
      <vt:lpstr>DS4G</vt:lpstr>
      <vt:lpstr>PowerPoint Presentation</vt:lpstr>
      <vt:lpstr>PowerPoint Presentation</vt:lpstr>
      <vt:lpstr>Recap: BI Cycle</vt:lpstr>
      <vt:lpstr>What is Data Analytics?</vt:lpstr>
      <vt:lpstr>Data Pre-processing\Cleaning</vt:lpstr>
      <vt:lpstr>Data Pre-processing</vt:lpstr>
      <vt:lpstr>Data Pre-processing: Why?</vt:lpstr>
      <vt:lpstr>Dealing with Missing Values</vt:lpstr>
      <vt:lpstr>Dealing with Missing Values</vt:lpstr>
      <vt:lpstr>Dealing with Missing Values: Elimination</vt:lpstr>
      <vt:lpstr>Dealing with Missing Values: Identification</vt:lpstr>
      <vt:lpstr>Dealing with Missing Values: Inspection</vt:lpstr>
      <vt:lpstr>Dealing with missing values: Imputation</vt:lpstr>
      <vt:lpstr>Data Exploration</vt:lpstr>
      <vt:lpstr>Why do we need Exploratory Data Analysis?</vt:lpstr>
      <vt:lpstr>Why do we need Exploratory Data Analysis?</vt:lpstr>
      <vt:lpstr>The importance of exploration using graphs</vt:lpstr>
      <vt:lpstr>Data Exploration – Example</vt:lpstr>
      <vt:lpstr>Data Exploration – Example 2</vt:lpstr>
      <vt:lpstr>Data Reduction - Example</vt:lpstr>
      <vt:lpstr>Univariate or Bi-variate analysis?</vt:lpstr>
      <vt:lpstr>BI Cycle</vt:lpstr>
      <vt:lpstr>Business Problem:  Linear Regression</vt:lpstr>
      <vt:lpstr>Business Problem </vt:lpstr>
      <vt:lpstr>BI Model: Linear Regression</vt:lpstr>
      <vt:lpstr>PowerPoint Presentation</vt:lpstr>
      <vt:lpstr>Estimating the Coefficients</vt:lpstr>
      <vt:lpstr>Solution</vt:lpstr>
      <vt:lpstr>Example Using DAX Expressions</vt:lpstr>
      <vt:lpstr>Different Types of Correlation</vt:lpstr>
      <vt:lpstr>Linear Regression and Correlation - 1</vt:lpstr>
      <vt:lpstr>Linear Regression and Correlation - 2</vt:lpstr>
      <vt:lpstr>Linear Regression and Correlation - 3</vt:lpstr>
      <vt:lpstr>Linear Regression and Correlation - 4</vt:lpstr>
      <vt:lpstr>Measuring correlation</vt:lpstr>
      <vt:lpstr>Quick Quiz</vt:lpstr>
      <vt:lpstr>Why Data Analytics matters</vt:lpstr>
      <vt:lpstr>Techniques and Tools used for Data Analytics</vt:lpstr>
      <vt:lpstr>Data Analytics or Business Intelligence?</vt:lpstr>
      <vt:lpstr>Where does Power BI stand?</vt:lpstr>
      <vt:lpstr>Questions?</vt:lpstr>
      <vt:lpstr>Summary: Your Data Analytics Journey</vt:lpstr>
      <vt:lpstr>Summary: Your Data Analytics Journey</vt:lpstr>
    </vt:vector>
  </TitlesOfParts>
  <Company>Teesside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SCEDT</dc:creator>
  <cp:lastModifiedBy>Occhipinti, Annalisa</cp:lastModifiedBy>
  <cp:revision>55</cp:revision>
  <dcterms:created xsi:type="dcterms:W3CDTF">2020-04-07T22:33:11Z</dcterms:created>
  <dcterms:modified xsi:type="dcterms:W3CDTF">2022-10-17T11:47:32Z</dcterms:modified>
</cp:coreProperties>
</file>